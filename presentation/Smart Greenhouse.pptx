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59" r:id="rId3"/>
    <p:sldMasterId id="2147483710" r:id="rId4"/>
    <p:sldMasterId id="2147483712" r:id="rId5"/>
    <p:sldMasterId id="2147483715" r:id="rId6"/>
  </p:sldMasterIdLst>
  <p:sldIdLst>
    <p:sldId id="256" r:id="rId7"/>
    <p:sldId id="257" r:id="rId8"/>
    <p:sldId id="268" r:id="rId9"/>
    <p:sldId id="269" r:id="rId10"/>
    <p:sldId id="259" r:id="rId11"/>
    <p:sldId id="275" r:id="rId12"/>
    <p:sldId id="270" r:id="rId13"/>
    <p:sldId id="271" r:id="rId14"/>
    <p:sldId id="260" r:id="rId15"/>
    <p:sldId id="274" r:id="rId16"/>
    <p:sldId id="272" r:id="rId17"/>
    <p:sldId id="273" r:id="rId18"/>
    <p:sldId id="266" r:id="rId19"/>
    <p:sldId id="267"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03" autoAdjust="0"/>
  </p:normalViewPr>
  <p:slideViewPr>
    <p:cSldViewPr snapToGrid="0">
      <p:cViewPr varScale="1">
        <p:scale>
          <a:sx n="103" d="100"/>
          <a:sy n="103" d="100"/>
        </p:scale>
        <p:origin x="1138"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2"/>
        </a:solidFill>
        <a:effectLst/>
      </p:bgPr>
    </p:bg>
    <p:spTree>
      <p:nvGrpSpPr>
        <p:cNvPr id="1" name=""/>
        <p:cNvGrpSpPr/>
        <p:nvPr/>
      </p:nvGrpSpPr>
      <p:grpSpPr>
        <a:xfrm>
          <a:off x="0" y="0"/>
          <a:ext cx="0" cy="0"/>
          <a:chOff x="0" y="0"/>
          <a:chExt cx="0" cy="0"/>
        </a:xfrm>
      </p:grpSpPr>
      <p:sp>
        <p:nvSpPr>
          <p:cNvPr id="2" name="Google Shape;9;p2"/>
          <p:cNvSpPr/>
          <p:nvPr/>
        </p:nvSpPr>
        <p:spPr>
          <a:xfrm>
            <a:off x="1896120" y="4021200"/>
            <a:ext cx="7281720" cy="1563120"/>
          </a:xfrm>
          <a:custGeom>
            <a:avLst/>
            <a:gdLst>
              <a:gd name="textAreaLeft" fmla="*/ 0 w 7281720"/>
              <a:gd name="textAreaRight" fmla="*/ 7282080 w 7281720"/>
              <a:gd name="textAreaTop" fmla="*/ 0 h 1563120"/>
              <a:gd name="textAreaBottom" fmla="*/ 1563480 h 15631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 name="Google Shape;10;p2"/>
          <p:cNvSpPr/>
          <p:nvPr/>
        </p:nvSpPr>
        <p:spPr>
          <a:xfrm rot="16383600">
            <a:off x="7760520" y="3184920"/>
            <a:ext cx="1853640" cy="932400"/>
          </a:xfrm>
          <a:custGeom>
            <a:avLst/>
            <a:gdLst>
              <a:gd name="textAreaLeft" fmla="*/ 0 w 1853640"/>
              <a:gd name="textAreaRight" fmla="*/ 1854000 w 1853640"/>
              <a:gd name="textAreaTop" fmla="*/ 0 h 932400"/>
              <a:gd name="textAreaBottom" fmla="*/ 932760 h 93240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dk2"/>
          </a:solidFill>
          <a:ln w="9525">
            <a:solidFill>
              <a:srgbClr val="C9D2B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 name="PlaceHolder 1"/>
          <p:cNvSpPr>
            <a:spLocks noGrp="1"/>
          </p:cNvSpPr>
          <p:nvPr>
            <p:ph type="title"/>
          </p:nvPr>
        </p:nvSpPr>
        <p:spPr>
          <a:xfrm>
            <a:off x="1386360" y="540000"/>
            <a:ext cx="6370560" cy="2584800"/>
          </a:xfrm>
          <a:prstGeom prst="rect">
            <a:avLst/>
          </a:prstGeom>
          <a:noFill/>
          <a:ln w="0">
            <a:noFill/>
          </a:ln>
        </p:spPr>
        <p:txBody>
          <a:bodyPr lIns="91440" tIns="91440" rIns="91440" bIns="91440" anchor="b">
            <a:noAutofit/>
          </a:bodyPr>
          <a:lstStyle/>
          <a:p>
            <a:pPr indent="0">
              <a:buNone/>
            </a:pPr>
            <a:r>
              <a:rPr lang="fr-FR" sz="6300" b="0" u="none" strike="noStrike">
                <a:solidFill>
                  <a:schemeClr val="dk1"/>
                </a:solidFill>
                <a:effectLst/>
                <a:uFillTx/>
                <a:latin typeface="Arial"/>
              </a:rPr>
              <a:t>Click to edit the title text format</a:t>
            </a:r>
          </a:p>
        </p:txBody>
      </p:sp>
      <p:sp>
        <p:nvSpPr>
          <p:cNvPr id="5" name="Google Shape;13;p2"/>
          <p:cNvSpPr/>
          <p:nvPr/>
        </p:nvSpPr>
        <p:spPr>
          <a:xfrm rot="1261200">
            <a:off x="-215640" y="324180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 name="Google Shape;14;p2"/>
          <p:cNvSpPr/>
          <p:nvPr/>
        </p:nvSpPr>
        <p:spPr>
          <a:xfrm rot="18486600" flipH="1">
            <a:off x="-437760" y="-125640"/>
            <a:ext cx="2701440" cy="2154960"/>
          </a:xfrm>
          <a:custGeom>
            <a:avLst/>
            <a:gdLst>
              <a:gd name="textAreaLeft" fmla="*/ 360 w 2701440"/>
              <a:gd name="textAreaRight" fmla="*/ 2702160 w 2701440"/>
              <a:gd name="textAreaTop" fmla="*/ 0 h 2154960"/>
              <a:gd name="textAreaBottom" fmla="*/ 2155320 h 215496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 name="Google Shape;15;p2"/>
          <p:cNvGrpSpPr/>
          <p:nvPr/>
        </p:nvGrpSpPr>
        <p:grpSpPr>
          <a:xfrm>
            <a:off x="1407600" y="25200"/>
            <a:ext cx="1385640" cy="672480"/>
            <a:chOff x="1407600" y="25200"/>
            <a:chExt cx="1385640" cy="672480"/>
          </a:xfrm>
        </p:grpSpPr>
        <p:sp>
          <p:nvSpPr>
            <p:cNvPr id="8" name="Google Shape;16;p2"/>
            <p:cNvSpPr/>
            <p:nvPr/>
          </p:nvSpPr>
          <p:spPr>
            <a:xfrm rot="2993400" flipH="1">
              <a:off x="2265120" y="163800"/>
              <a:ext cx="48600" cy="45360"/>
            </a:xfrm>
            <a:custGeom>
              <a:avLst/>
              <a:gdLst>
                <a:gd name="textAreaLeft" fmla="*/ -360 w 48600"/>
                <a:gd name="textAreaRight" fmla="*/ 4860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 name="Google Shape;17;p2"/>
            <p:cNvSpPr/>
            <p:nvPr/>
          </p:nvSpPr>
          <p:spPr>
            <a:xfrm rot="2993400" flipH="1">
              <a:off x="2378520" y="176040"/>
              <a:ext cx="39240" cy="31320"/>
            </a:xfrm>
            <a:custGeom>
              <a:avLst/>
              <a:gdLst>
                <a:gd name="textAreaLeft" fmla="*/ -360 w 39240"/>
                <a:gd name="textAreaRight" fmla="*/ 3924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8;p2"/>
            <p:cNvSpPr/>
            <p:nvPr/>
          </p:nvSpPr>
          <p:spPr>
            <a:xfrm rot="2993400" flipH="1">
              <a:off x="2382120" y="34560"/>
              <a:ext cx="40680" cy="34200"/>
            </a:xfrm>
            <a:custGeom>
              <a:avLst/>
              <a:gdLst>
                <a:gd name="textAreaLeft" fmla="*/ -360 w 40680"/>
                <a:gd name="textAreaRight" fmla="*/ 40680 w 40680"/>
                <a:gd name="textAreaTop" fmla="*/ 0 h 34200"/>
                <a:gd name="textAreaBottom" fmla="*/ 34560 h 3420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 name="Google Shape;19;p2"/>
            <p:cNvSpPr/>
            <p:nvPr/>
          </p:nvSpPr>
          <p:spPr>
            <a:xfrm rot="2993400" flipH="1">
              <a:off x="2581200" y="145800"/>
              <a:ext cx="35640" cy="26640"/>
            </a:xfrm>
            <a:custGeom>
              <a:avLst/>
              <a:gdLst>
                <a:gd name="textAreaLeft" fmla="*/ -360 w 35640"/>
                <a:gd name="textAreaRight" fmla="*/ 35640 w 3564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 name="Google Shape;20;p2"/>
            <p:cNvSpPr/>
            <p:nvPr/>
          </p:nvSpPr>
          <p:spPr>
            <a:xfrm rot="2993400" flipH="1">
              <a:off x="2732040" y="94680"/>
              <a:ext cx="55080" cy="40680"/>
            </a:xfrm>
            <a:custGeom>
              <a:avLst/>
              <a:gdLst>
                <a:gd name="textAreaLeft" fmla="*/ -360 w 55080"/>
                <a:gd name="textAreaRight" fmla="*/ 5508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1;p2"/>
            <p:cNvSpPr/>
            <p:nvPr/>
          </p:nvSpPr>
          <p:spPr>
            <a:xfrm rot="2993400" flipH="1">
              <a:off x="2032560" y="215280"/>
              <a:ext cx="50400" cy="42480"/>
            </a:xfrm>
            <a:custGeom>
              <a:avLst/>
              <a:gdLst>
                <a:gd name="textAreaLeft" fmla="*/ 360 w 50400"/>
                <a:gd name="textAreaRight" fmla="*/ 5112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 name="Google Shape;22;p2"/>
            <p:cNvSpPr/>
            <p:nvPr/>
          </p:nvSpPr>
          <p:spPr>
            <a:xfrm rot="2993400" flipH="1">
              <a:off x="2076480" y="434160"/>
              <a:ext cx="53280" cy="53280"/>
            </a:xfrm>
            <a:custGeom>
              <a:avLst/>
              <a:gdLst>
                <a:gd name="textAreaLeft" fmla="*/ 360 w 53280"/>
                <a:gd name="textAreaRight" fmla="*/ 5400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3;p2"/>
            <p:cNvSpPr/>
            <p:nvPr/>
          </p:nvSpPr>
          <p:spPr>
            <a:xfrm rot="2993400" flipH="1">
              <a:off x="1885320" y="349560"/>
              <a:ext cx="51840" cy="39240"/>
            </a:xfrm>
            <a:custGeom>
              <a:avLst/>
              <a:gdLst>
                <a:gd name="textAreaLeft" fmla="*/ 360 w 51840"/>
                <a:gd name="textAreaRight" fmla="*/ 5256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24;p2"/>
            <p:cNvSpPr/>
            <p:nvPr/>
          </p:nvSpPr>
          <p:spPr>
            <a:xfrm rot="2993400" flipH="1">
              <a:off x="1874880" y="556200"/>
              <a:ext cx="57960" cy="43560"/>
            </a:xfrm>
            <a:custGeom>
              <a:avLst/>
              <a:gdLst>
                <a:gd name="textAreaLeft" fmla="*/ -360 w 57960"/>
                <a:gd name="textAreaRight" fmla="*/ 57960 w 57960"/>
                <a:gd name="textAreaTop" fmla="*/ 0 h 43560"/>
                <a:gd name="textAreaBottom" fmla="*/ 43920 h 4356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5;p2"/>
            <p:cNvSpPr/>
            <p:nvPr/>
          </p:nvSpPr>
          <p:spPr>
            <a:xfrm rot="2993400" flipH="1">
              <a:off x="1738080" y="520200"/>
              <a:ext cx="56520" cy="42480"/>
            </a:xfrm>
            <a:custGeom>
              <a:avLst/>
              <a:gdLst>
                <a:gd name="textAreaLeft" fmla="*/ -360 w 56520"/>
                <a:gd name="textAreaRight" fmla="*/ 5652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26;p2"/>
            <p:cNvSpPr/>
            <p:nvPr/>
          </p:nvSpPr>
          <p:spPr>
            <a:xfrm rot="2993400" flipH="1">
              <a:off x="1638720" y="576000"/>
              <a:ext cx="34560" cy="26280"/>
            </a:xfrm>
            <a:custGeom>
              <a:avLst/>
              <a:gdLst>
                <a:gd name="textAreaLeft" fmla="*/ 360 w 34560"/>
                <a:gd name="textAreaRight" fmla="*/ 35280 w 34560"/>
                <a:gd name="textAreaTop" fmla="*/ 0 h 26280"/>
                <a:gd name="textAreaBottom" fmla="*/ 26640 h 2628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7;p2"/>
            <p:cNvSpPr/>
            <p:nvPr/>
          </p:nvSpPr>
          <p:spPr>
            <a:xfrm rot="2993400" flipH="1">
              <a:off x="1413720" y="651600"/>
              <a:ext cx="42480" cy="36000"/>
            </a:xfrm>
            <a:custGeom>
              <a:avLst/>
              <a:gdLst>
                <a:gd name="textAreaLeft" fmla="*/ 360 w 42480"/>
                <a:gd name="textAreaRight" fmla="*/ 4320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 name="Google Shape;28;p2"/>
          <p:cNvSpPr/>
          <p:nvPr/>
        </p:nvSpPr>
        <p:spPr>
          <a:xfrm flipH="1">
            <a:off x="-104400" y="-63360"/>
            <a:ext cx="1440720" cy="328320"/>
          </a:xfrm>
          <a:custGeom>
            <a:avLst/>
            <a:gdLst>
              <a:gd name="textAreaLeft" fmla="*/ 360 w 1440720"/>
              <a:gd name="textAreaRight" fmla="*/ 1441440 w 1440720"/>
              <a:gd name="textAreaTop" fmla="*/ 0 h 328320"/>
              <a:gd name="textAreaBottom" fmla="*/ 328680 h 3283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29;p2"/>
          <p:cNvSpPr/>
          <p:nvPr/>
        </p:nvSpPr>
        <p:spPr>
          <a:xfrm rot="6741600">
            <a:off x="7918560" y="96840"/>
            <a:ext cx="1491120" cy="885240"/>
          </a:xfrm>
          <a:custGeom>
            <a:avLst/>
            <a:gdLst>
              <a:gd name="textAreaLeft" fmla="*/ 0 w 1491120"/>
              <a:gd name="textAreaRight" fmla="*/ 1491480 w 1491120"/>
              <a:gd name="textAreaTop" fmla="*/ 0 h 885240"/>
              <a:gd name="textAreaBottom" fmla="*/ 885600 h 8852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30;p2"/>
          <p:cNvSpPr/>
          <p:nvPr/>
        </p:nvSpPr>
        <p:spPr>
          <a:xfrm>
            <a:off x="-1654200" y="1486800"/>
            <a:ext cx="2412720" cy="2412720"/>
          </a:xfrm>
          <a:prstGeom prst="ellipse">
            <a:avLst/>
          </a:prstGeom>
          <a:noFill/>
          <a:ln w="19050">
            <a:solidFill>
              <a:srgbClr val="C9D2B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3" name="Google Shape;31;p2"/>
          <p:cNvGrpSpPr/>
          <p:nvPr/>
        </p:nvGrpSpPr>
        <p:grpSpPr>
          <a:xfrm>
            <a:off x="1208880" y="3315240"/>
            <a:ext cx="1015560" cy="1054800"/>
            <a:chOff x="1208880" y="3315240"/>
            <a:chExt cx="1015560" cy="1054800"/>
          </a:xfrm>
        </p:grpSpPr>
        <p:sp>
          <p:nvSpPr>
            <p:cNvPr id="24" name="Google Shape;32;p2"/>
            <p:cNvSpPr/>
            <p:nvPr/>
          </p:nvSpPr>
          <p:spPr>
            <a:xfrm>
              <a:off x="1878480" y="331524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33;p2"/>
            <p:cNvSpPr/>
            <p:nvPr/>
          </p:nvSpPr>
          <p:spPr>
            <a:xfrm>
              <a:off x="1882080" y="355428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Google Shape;34;p2"/>
            <p:cNvSpPr/>
            <p:nvPr/>
          </p:nvSpPr>
          <p:spPr>
            <a:xfrm>
              <a:off x="1653480" y="339264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35;p2"/>
            <p:cNvSpPr/>
            <p:nvPr/>
          </p:nvSpPr>
          <p:spPr>
            <a:xfrm>
              <a:off x="1621800" y="379188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36;p2"/>
            <p:cNvSpPr/>
            <p:nvPr/>
          </p:nvSpPr>
          <p:spPr>
            <a:xfrm>
              <a:off x="1423080" y="365256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37;p2"/>
            <p:cNvSpPr/>
            <p:nvPr/>
          </p:nvSpPr>
          <p:spPr>
            <a:xfrm>
              <a:off x="1447920" y="385128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38;p2"/>
            <p:cNvSpPr/>
            <p:nvPr/>
          </p:nvSpPr>
          <p:spPr>
            <a:xfrm>
              <a:off x="1208880" y="404280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39;p2"/>
            <p:cNvSpPr/>
            <p:nvPr/>
          </p:nvSpPr>
          <p:spPr>
            <a:xfrm>
              <a:off x="2154600" y="360756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40;p2"/>
            <p:cNvSpPr/>
            <p:nvPr/>
          </p:nvSpPr>
          <p:spPr>
            <a:xfrm>
              <a:off x="1947240" y="3819960"/>
              <a:ext cx="63000" cy="63720"/>
            </a:xfrm>
            <a:custGeom>
              <a:avLst/>
              <a:gdLst>
                <a:gd name="textAreaLeft" fmla="*/ 0 w 63000"/>
                <a:gd name="textAreaRight" fmla="*/ 63360 w 63000"/>
                <a:gd name="textAreaTop" fmla="*/ 0 h 63720"/>
                <a:gd name="textAreaBottom" fmla="*/ 64080 h 6372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 name="Google Shape;41;p2"/>
            <p:cNvSpPr/>
            <p:nvPr/>
          </p:nvSpPr>
          <p:spPr>
            <a:xfrm>
              <a:off x="2157840" y="384624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42;p2"/>
            <p:cNvSpPr/>
            <p:nvPr/>
          </p:nvSpPr>
          <p:spPr>
            <a:xfrm>
              <a:off x="1929600" y="368460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43;p2"/>
            <p:cNvSpPr/>
            <p:nvPr/>
          </p:nvSpPr>
          <p:spPr>
            <a:xfrm>
              <a:off x="1897920" y="408420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44;p2"/>
            <p:cNvSpPr/>
            <p:nvPr/>
          </p:nvSpPr>
          <p:spPr>
            <a:xfrm>
              <a:off x="1699200" y="394488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45;p2"/>
            <p:cNvSpPr/>
            <p:nvPr/>
          </p:nvSpPr>
          <p:spPr>
            <a:xfrm>
              <a:off x="1724040" y="414360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46;p2"/>
            <p:cNvSpPr/>
            <p:nvPr/>
          </p:nvSpPr>
          <p:spPr>
            <a:xfrm>
              <a:off x="1485000" y="433512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 name="Google Shape;47;p2"/>
          <p:cNvSpPr/>
          <p:nvPr/>
        </p:nvSpPr>
        <p:spPr>
          <a:xfrm rot="21432000">
            <a:off x="4363200" y="-6876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0" name="Google Shape;48;p2"/>
          <p:cNvGrpSpPr/>
          <p:nvPr/>
        </p:nvGrpSpPr>
        <p:grpSpPr>
          <a:xfrm>
            <a:off x="7711920" y="87840"/>
            <a:ext cx="362520" cy="907920"/>
            <a:chOff x="7711920" y="87840"/>
            <a:chExt cx="362520" cy="907920"/>
          </a:xfrm>
        </p:grpSpPr>
        <p:sp>
          <p:nvSpPr>
            <p:cNvPr id="41" name="Google Shape;49;p2"/>
            <p:cNvSpPr/>
            <p:nvPr/>
          </p:nvSpPr>
          <p:spPr>
            <a:xfrm rot="19594800">
              <a:off x="7888320" y="98280"/>
              <a:ext cx="51840" cy="41040"/>
            </a:xfrm>
            <a:custGeom>
              <a:avLst/>
              <a:gdLst>
                <a:gd name="textAreaLeft" fmla="*/ 0 w 51840"/>
                <a:gd name="textAreaRight" fmla="*/ 52200 w 51840"/>
                <a:gd name="textAreaTop" fmla="*/ 0 h 41040"/>
                <a:gd name="textAreaBottom" fmla="*/ 41400 h 4104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50;p2"/>
            <p:cNvSpPr/>
            <p:nvPr/>
          </p:nvSpPr>
          <p:spPr>
            <a:xfrm rot="19594800">
              <a:off x="7843320" y="351720"/>
              <a:ext cx="55080" cy="55800"/>
            </a:xfrm>
            <a:custGeom>
              <a:avLst/>
              <a:gdLst>
                <a:gd name="textAreaLeft" fmla="*/ 0 w 55080"/>
                <a:gd name="textAreaRight" fmla="*/ 55440 w 55080"/>
                <a:gd name="textAreaTop" fmla="*/ 0 h 55800"/>
                <a:gd name="textAreaBottom" fmla="*/ 56160 h 5580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51;p2"/>
            <p:cNvSpPr/>
            <p:nvPr/>
          </p:nvSpPr>
          <p:spPr>
            <a:xfrm rot="19594800">
              <a:off x="8007840" y="268920"/>
              <a:ext cx="57960" cy="48960"/>
            </a:xfrm>
            <a:custGeom>
              <a:avLst/>
              <a:gdLst>
                <a:gd name="textAreaLeft" fmla="*/ 0 w 57960"/>
                <a:gd name="textAreaRight" fmla="*/ 58320 w 57960"/>
                <a:gd name="textAreaTop" fmla="*/ 0 h 48960"/>
                <a:gd name="textAreaBottom" fmla="*/ 49320 h 4896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480" bIns="24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 name="Google Shape;52;p2"/>
            <p:cNvSpPr/>
            <p:nvPr/>
          </p:nvSpPr>
          <p:spPr>
            <a:xfrm rot="19594800">
              <a:off x="7760520" y="263520"/>
              <a:ext cx="51840" cy="38160"/>
            </a:xfrm>
            <a:custGeom>
              <a:avLst/>
              <a:gdLst>
                <a:gd name="textAreaLeft" fmla="*/ 0 w 51840"/>
                <a:gd name="textAreaRight" fmla="*/ 52200 w 51840"/>
                <a:gd name="textAreaTop" fmla="*/ 0 h 38160"/>
                <a:gd name="textAreaBottom" fmla="*/ 38520 h 381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3;p2"/>
            <p:cNvSpPr/>
            <p:nvPr/>
          </p:nvSpPr>
          <p:spPr>
            <a:xfrm rot="19594800">
              <a:off x="7929720" y="568440"/>
              <a:ext cx="58680" cy="39240"/>
            </a:xfrm>
            <a:custGeom>
              <a:avLst/>
              <a:gdLst>
                <a:gd name="textAreaLeft" fmla="*/ 0 w 58680"/>
                <a:gd name="textAreaRight" fmla="*/ 59040 w 58680"/>
                <a:gd name="textAreaTop" fmla="*/ 0 h 39240"/>
                <a:gd name="textAreaBottom" fmla="*/ 39600 h 3924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54;p2"/>
            <p:cNvSpPr/>
            <p:nvPr/>
          </p:nvSpPr>
          <p:spPr>
            <a:xfrm rot="19594800">
              <a:off x="7717680" y="566640"/>
              <a:ext cx="45720" cy="34920"/>
            </a:xfrm>
            <a:custGeom>
              <a:avLst/>
              <a:gdLst>
                <a:gd name="textAreaLeft" fmla="*/ 0 w 45720"/>
                <a:gd name="textAreaRight" fmla="*/ 46080 w 45720"/>
                <a:gd name="textAreaTop" fmla="*/ 0 h 34920"/>
                <a:gd name="textAreaBottom" fmla="*/ 35280 h 3492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5;p2"/>
            <p:cNvSpPr/>
            <p:nvPr/>
          </p:nvSpPr>
          <p:spPr>
            <a:xfrm rot="19594800">
              <a:off x="7826040" y="713880"/>
              <a:ext cx="2880" cy="4320"/>
            </a:xfrm>
            <a:custGeom>
              <a:avLst/>
              <a:gdLst>
                <a:gd name="textAreaLeft" fmla="*/ 0 w 2880"/>
                <a:gd name="textAreaRight" fmla="*/ 3240 w 2880"/>
                <a:gd name="textAreaTop" fmla="*/ 0 h 4320"/>
                <a:gd name="textAreaBottom" fmla="*/ 4680 h 432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 name="Google Shape;56;p2"/>
            <p:cNvSpPr/>
            <p:nvPr/>
          </p:nvSpPr>
          <p:spPr>
            <a:xfrm rot="19594800">
              <a:off x="7748280" y="957240"/>
              <a:ext cx="36720" cy="30600"/>
            </a:xfrm>
            <a:custGeom>
              <a:avLst/>
              <a:gdLst>
                <a:gd name="textAreaLeft" fmla="*/ 0 w 36720"/>
                <a:gd name="textAreaRight" fmla="*/ 37080 w 36720"/>
                <a:gd name="textAreaTop" fmla="*/ 0 h 30600"/>
                <a:gd name="textAreaBottom" fmla="*/ 30960 h 306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9" name="Google Shape;57;p2"/>
          <p:cNvGrpSpPr/>
          <p:nvPr/>
        </p:nvGrpSpPr>
        <p:grpSpPr>
          <a:xfrm>
            <a:off x="3798000" y="-203040"/>
            <a:ext cx="1370880" cy="1204920"/>
            <a:chOff x="3798000" y="-203040"/>
            <a:chExt cx="1370880" cy="1204920"/>
          </a:xfrm>
        </p:grpSpPr>
        <p:sp>
          <p:nvSpPr>
            <p:cNvPr id="50" name="Google Shape;58;p2"/>
            <p:cNvSpPr/>
            <p:nvPr/>
          </p:nvSpPr>
          <p:spPr>
            <a:xfrm rot="7165200">
              <a:off x="4287240" y="-37620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59;p2"/>
            <p:cNvSpPr/>
            <p:nvPr/>
          </p:nvSpPr>
          <p:spPr>
            <a:xfrm rot="7165200">
              <a:off x="4339440" y="45396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60;p2"/>
            <p:cNvSpPr/>
            <p:nvPr/>
          </p:nvSpPr>
          <p:spPr>
            <a:xfrm rot="7165200">
              <a:off x="4194360" y="33732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61;p2"/>
            <p:cNvSpPr/>
            <p:nvPr/>
          </p:nvSpPr>
          <p:spPr>
            <a:xfrm rot="7165200">
              <a:off x="4364640" y="1303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62;p2"/>
            <p:cNvSpPr/>
            <p:nvPr/>
          </p:nvSpPr>
          <p:spPr>
            <a:xfrm rot="7165200">
              <a:off x="4070520" y="18936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63;p2"/>
            <p:cNvSpPr/>
            <p:nvPr/>
          </p:nvSpPr>
          <p:spPr>
            <a:xfrm rot="7165200">
              <a:off x="4282560" y="4410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Google Shape;64;p2"/>
            <p:cNvSpPr/>
            <p:nvPr/>
          </p:nvSpPr>
          <p:spPr>
            <a:xfrm rot="7165200">
              <a:off x="4339440" y="45396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12_1_1">
    <p:bg>
      <p:bgPr>
        <a:solidFill>
          <a:schemeClr val="accent2"/>
        </a:solidFill>
        <a:effectLst/>
      </p:bgPr>
    </p:bg>
    <p:spTree>
      <p:nvGrpSpPr>
        <p:cNvPr id="1" name=""/>
        <p:cNvGrpSpPr/>
        <p:nvPr/>
      </p:nvGrpSpPr>
      <p:grpSpPr>
        <a:xfrm>
          <a:off x="0" y="0"/>
          <a:ext cx="0" cy="0"/>
          <a:chOff x="0" y="0"/>
          <a:chExt cx="0" cy="0"/>
        </a:xfrm>
      </p:grpSpPr>
      <p:sp>
        <p:nvSpPr>
          <p:cNvPr id="141" name="Google Shape;455;p14"/>
          <p:cNvSpPr/>
          <p:nvPr/>
        </p:nvSpPr>
        <p:spPr>
          <a:xfrm rot="3445800">
            <a:off x="6451560" y="3650760"/>
            <a:ext cx="2433600" cy="1782720"/>
          </a:xfrm>
          <a:custGeom>
            <a:avLst/>
            <a:gdLst>
              <a:gd name="textAreaLeft" fmla="*/ 0 w 2433600"/>
              <a:gd name="textAreaRight" fmla="*/ 2433960 w 2433600"/>
              <a:gd name="textAreaTop" fmla="*/ 0 h 1782720"/>
              <a:gd name="textAreaBottom" fmla="*/ 1783080 h 17827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 name="Google Shape;456;p14"/>
          <p:cNvSpPr/>
          <p:nvPr/>
        </p:nvSpPr>
        <p:spPr>
          <a:xfrm>
            <a:off x="7348680" y="-210600"/>
            <a:ext cx="1853640" cy="1357920"/>
          </a:xfrm>
          <a:custGeom>
            <a:avLst/>
            <a:gdLst>
              <a:gd name="textAreaLeft" fmla="*/ 0 w 1853640"/>
              <a:gd name="textAreaRight" fmla="*/ 185400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 name="PlaceHolder 1"/>
          <p:cNvSpPr>
            <a:spLocks noGrp="1"/>
          </p:cNvSpPr>
          <p:nvPr>
            <p:ph type="title"/>
          </p:nvPr>
        </p:nvSpPr>
        <p:spPr>
          <a:xfrm>
            <a:off x="1746720" y="1251000"/>
            <a:ext cx="2713320" cy="34200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44" name="PlaceHolder 2"/>
          <p:cNvSpPr>
            <a:spLocks noGrp="1"/>
          </p:cNvSpPr>
          <p:nvPr>
            <p:ph type="title"/>
          </p:nvPr>
        </p:nvSpPr>
        <p:spPr>
          <a:xfrm>
            <a:off x="889200" y="1466640"/>
            <a:ext cx="758160" cy="575640"/>
          </a:xfrm>
          <a:prstGeom prst="rect">
            <a:avLst/>
          </a:prstGeom>
          <a:noFill/>
          <a:ln w="0">
            <a:noFill/>
          </a:ln>
        </p:spPr>
        <p:txBody>
          <a:bodyPr lIns="91440" tIns="91440" rIns="91440" bIns="91440" anchor="t">
            <a:noAutofit/>
          </a:bodyPr>
          <a:lstStyle/>
          <a:p>
            <a:pPr indent="0" algn="ctr">
              <a:lnSpc>
                <a:spcPct val="100000"/>
              </a:lnSpc>
              <a:buNone/>
            </a:pPr>
            <a:r>
              <a:rPr lang="fr-FR" sz="3000" b="0" u="none" strike="noStrike">
                <a:solidFill>
                  <a:schemeClr val="accent3"/>
                </a:solidFill>
                <a:effectLst/>
                <a:uFillTx/>
                <a:latin typeface="Calistoga"/>
                <a:ea typeface="Calistoga"/>
              </a:rPr>
              <a:t>xx%</a:t>
            </a:r>
            <a:endParaRPr lang="fr-FR" sz="3000" b="0" u="none" strike="noStrike">
              <a:solidFill>
                <a:schemeClr val="dk1"/>
              </a:solidFill>
              <a:effectLst/>
              <a:uFillTx/>
              <a:latin typeface="Arial"/>
            </a:endParaRPr>
          </a:p>
        </p:txBody>
      </p:sp>
      <p:sp>
        <p:nvSpPr>
          <p:cNvPr id="145" name="PlaceHolder 3"/>
          <p:cNvSpPr>
            <a:spLocks noGrp="1"/>
          </p:cNvSpPr>
          <p:nvPr>
            <p:ph type="title"/>
          </p:nvPr>
        </p:nvSpPr>
        <p:spPr>
          <a:xfrm>
            <a:off x="1761120" y="2423520"/>
            <a:ext cx="2713320" cy="34200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46" name="PlaceHolder 4"/>
          <p:cNvSpPr>
            <a:spLocks noGrp="1"/>
          </p:cNvSpPr>
          <p:nvPr>
            <p:ph type="title"/>
          </p:nvPr>
        </p:nvSpPr>
        <p:spPr>
          <a:xfrm>
            <a:off x="884880" y="2639160"/>
            <a:ext cx="755640" cy="575640"/>
          </a:xfrm>
          <a:prstGeom prst="rect">
            <a:avLst/>
          </a:prstGeom>
          <a:noFill/>
          <a:ln w="0">
            <a:noFill/>
          </a:ln>
        </p:spPr>
        <p:txBody>
          <a:bodyPr lIns="91440" tIns="91440" rIns="91440" bIns="91440" anchor="t">
            <a:noAutofit/>
          </a:bodyPr>
          <a:lstStyle/>
          <a:p>
            <a:pPr indent="0" algn="ctr">
              <a:lnSpc>
                <a:spcPct val="100000"/>
              </a:lnSpc>
              <a:buNone/>
            </a:pPr>
            <a:r>
              <a:rPr lang="fr-FR" sz="3000" b="0" u="none" strike="noStrike">
                <a:solidFill>
                  <a:schemeClr val="accent3"/>
                </a:solidFill>
                <a:effectLst/>
                <a:uFillTx/>
                <a:latin typeface="Calistoga"/>
                <a:ea typeface="Calistoga"/>
              </a:rPr>
              <a:t>xx%</a:t>
            </a:r>
            <a:endParaRPr lang="fr-FR" sz="3000" b="0" u="none" strike="noStrike">
              <a:solidFill>
                <a:schemeClr val="dk1"/>
              </a:solidFill>
              <a:effectLst/>
              <a:uFillTx/>
              <a:latin typeface="Arial"/>
            </a:endParaRPr>
          </a:p>
        </p:txBody>
      </p:sp>
      <p:sp>
        <p:nvSpPr>
          <p:cNvPr id="147" name="PlaceHolder 5"/>
          <p:cNvSpPr>
            <a:spLocks noGrp="1"/>
          </p:cNvSpPr>
          <p:nvPr>
            <p:ph type="title"/>
          </p:nvPr>
        </p:nvSpPr>
        <p:spPr>
          <a:xfrm>
            <a:off x="1746720" y="3625920"/>
            <a:ext cx="2713320" cy="34200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48" name="PlaceHolder 6"/>
          <p:cNvSpPr>
            <a:spLocks noGrp="1"/>
          </p:cNvSpPr>
          <p:nvPr>
            <p:ph type="title"/>
          </p:nvPr>
        </p:nvSpPr>
        <p:spPr>
          <a:xfrm>
            <a:off x="889200" y="3841560"/>
            <a:ext cx="758160" cy="575640"/>
          </a:xfrm>
          <a:prstGeom prst="rect">
            <a:avLst/>
          </a:prstGeom>
          <a:noFill/>
          <a:ln w="0">
            <a:noFill/>
          </a:ln>
        </p:spPr>
        <p:txBody>
          <a:bodyPr lIns="91440" tIns="91440" rIns="91440" bIns="91440" anchor="t">
            <a:noAutofit/>
          </a:bodyPr>
          <a:lstStyle/>
          <a:p>
            <a:pPr indent="0" algn="ctr">
              <a:lnSpc>
                <a:spcPct val="100000"/>
              </a:lnSpc>
              <a:buNone/>
            </a:pPr>
            <a:r>
              <a:rPr lang="fr-FR" sz="3000" b="0" u="none" strike="noStrike">
                <a:solidFill>
                  <a:schemeClr val="accent3"/>
                </a:solidFill>
                <a:effectLst/>
                <a:uFillTx/>
                <a:latin typeface="Calistoga"/>
                <a:ea typeface="Calistoga"/>
              </a:rPr>
              <a:t>xx%</a:t>
            </a:r>
            <a:endParaRPr lang="fr-FR" sz="3000" b="0" u="none" strike="noStrike">
              <a:solidFill>
                <a:schemeClr val="dk1"/>
              </a:solidFill>
              <a:effectLst/>
              <a:uFillTx/>
              <a:latin typeface="Arial"/>
            </a:endParaRPr>
          </a:p>
        </p:txBody>
      </p:sp>
      <p:sp>
        <p:nvSpPr>
          <p:cNvPr id="149" name="PlaceHolder 7"/>
          <p:cNvSpPr>
            <a:spLocks noGrp="1"/>
          </p:cNvSpPr>
          <p:nvPr>
            <p:ph type="title"/>
          </p:nvPr>
        </p:nvSpPr>
        <p:spPr>
          <a:xfrm>
            <a:off x="5449320" y="1240200"/>
            <a:ext cx="2713320" cy="34200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50" name="PlaceHolder 8"/>
          <p:cNvSpPr>
            <a:spLocks noGrp="1"/>
          </p:cNvSpPr>
          <p:nvPr>
            <p:ph type="title"/>
          </p:nvPr>
        </p:nvSpPr>
        <p:spPr>
          <a:xfrm>
            <a:off x="4578480" y="1456200"/>
            <a:ext cx="755640" cy="575640"/>
          </a:xfrm>
          <a:prstGeom prst="rect">
            <a:avLst/>
          </a:prstGeom>
          <a:noFill/>
          <a:ln w="0">
            <a:noFill/>
          </a:ln>
        </p:spPr>
        <p:txBody>
          <a:bodyPr lIns="91440" tIns="91440" rIns="91440" bIns="91440" anchor="t">
            <a:noAutofit/>
          </a:bodyPr>
          <a:lstStyle/>
          <a:p>
            <a:pPr indent="0" algn="ctr">
              <a:lnSpc>
                <a:spcPct val="100000"/>
              </a:lnSpc>
              <a:buNone/>
            </a:pPr>
            <a:r>
              <a:rPr lang="fr-FR" sz="3000" b="0" u="none" strike="noStrike">
                <a:solidFill>
                  <a:schemeClr val="accent3"/>
                </a:solidFill>
                <a:effectLst/>
                <a:uFillTx/>
                <a:latin typeface="Calistoga"/>
                <a:ea typeface="Calistoga"/>
              </a:rPr>
              <a:t>xx%</a:t>
            </a:r>
            <a:endParaRPr lang="fr-FR" sz="3000" b="0" u="none" strike="noStrike">
              <a:solidFill>
                <a:schemeClr val="dk1"/>
              </a:solidFill>
              <a:effectLst/>
              <a:uFillTx/>
              <a:latin typeface="Arial"/>
            </a:endParaRPr>
          </a:p>
        </p:txBody>
      </p:sp>
      <p:sp>
        <p:nvSpPr>
          <p:cNvPr id="151" name="PlaceHolder 9"/>
          <p:cNvSpPr>
            <a:spLocks noGrp="1"/>
          </p:cNvSpPr>
          <p:nvPr>
            <p:ph type="title"/>
          </p:nvPr>
        </p:nvSpPr>
        <p:spPr>
          <a:xfrm>
            <a:off x="713160" y="512280"/>
            <a:ext cx="7717320" cy="5774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52" name="Google Shape;470;p14"/>
          <p:cNvSpPr/>
          <p:nvPr/>
        </p:nvSpPr>
        <p:spPr>
          <a:xfrm rot="13863600">
            <a:off x="-1089720" y="296964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3" name="Google Shape;471;p14"/>
          <p:cNvGrpSpPr/>
          <p:nvPr/>
        </p:nvGrpSpPr>
        <p:grpSpPr>
          <a:xfrm>
            <a:off x="6921000" y="226800"/>
            <a:ext cx="1149840" cy="396000"/>
            <a:chOff x="6921000" y="226800"/>
            <a:chExt cx="1149840" cy="396000"/>
          </a:xfrm>
        </p:grpSpPr>
        <p:sp>
          <p:nvSpPr>
            <p:cNvPr id="154" name="Google Shape;472;p14"/>
            <p:cNvSpPr/>
            <p:nvPr/>
          </p:nvSpPr>
          <p:spPr>
            <a:xfrm rot="16054200">
              <a:off x="6916680" y="35280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473;p14"/>
            <p:cNvSpPr/>
            <p:nvPr/>
          </p:nvSpPr>
          <p:spPr>
            <a:xfrm rot="16054200">
              <a:off x="7135920" y="2329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 name="Google Shape;474;p14"/>
            <p:cNvSpPr/>
            <p:nvPr/>
          </p:nvSpPr>
          <p:spPr>
            <a:xfrm rot="16054200">
              <a:off x="7066800" y="4978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 name="Google Shape;475;p14"/>
            <p:cNvSpPr/>
            <p:nvPr/>
          </p:nvSpPr>
          <p:spPr>
            <a:xfrm rot="16054200">
              <a:off x="7317360" y="37908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 name="Google Shape;476;p14"/>
            <p:cNvSpPr/>
            <p:nvPr/>
          </p:nvSpPr>
          <p:spPr>
            <a:xfrm rot="16054200">
              <a:off x="7392600" y="54360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 name="Google Shape;477;p14"/>
            <p:cNvSpPr/>
            <p:nvPr/>
          </p:nvSpPr>
          <p:spPr>
            <a:xfrm rot="16054200">
              <a:off x="7515720" y="4644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478;p14"/>
            <p:cNvSpPr/>
            <p:nvPr/>
          </p:nvSpPr>
          <p:spPr>
            <a:xfrm rot="16054200">
              <a:off x="7674480" y="5230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 name="Google Shape;479;p14"/>
            <p:cNvSpPr/>
            <p:nvPr/>
          </p:nvSpPr>
          <p:spPr>
            <a:xfrm rot="16054200">
              <a:off x="7843320" y="5612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480;p14"/>
            <p:cNvSpPr/>
            <p:nvPr/>
          </p:nvSpPr>
          <p:spPr>
            <a:xfrm rot="16054200">
              <a:off x="8014680" y="5670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3" name="Google Shape;481;p14"/>
          <p:cNvSpPr/>
          <p:nvPr/>
        </p:nvSpPr>
        <p:spPr>
          <a:xfrm rot="17673600">
            <a:off x="7731360" y="373860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C9D2B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482;p14"/>
          <p:cNvSpPr/>
          <p:nvPr/>
        </p:nvSpPr>
        <p:spPr>
          <a:xfrm rot="16200000">
            <a:off x="-854640" y="86472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 name="Google Shape;483;p14"/>
          <p:cNvSpPr/>
          <p:nvPr/>
        </p:nvSpPr>
        <p:spPr>
          <a:xfrm rot="10800000">
            <a:off x="4482360" y="4265280"/>
            <a:ext cx="2766600" cy="1107360"/>
          </a:xfrm>
          <a:custGeom>
            <a:avLst/>
            <a:gdLst>
              <a:gd name="textAreaLeft" fmla="*/ 0 w 2766600"/>
              <a:gd name="textAreaRight" fmla="*/ 2766960 w 2766600"/>
              <a:gd name="textAreaTop" fmla="*/ 0 h 1107360"/>
              <a:gd name="textAreaBottom" fmla="*/ 1107720 h 110736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 name="Google Shape;484;p14"/>
          <p:cNvSpPr/>
          <p:nvPr/>
        </p:nvSpPr>
        <p:spPr>
          <a:xfrm rot="4110600" flipH="1">
            <a:off x="5940720" y="417852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7" name="Google Shape;485;p14"/>
          <p:cNvGrpSpPr/>
          <p:nvPr/>
        </p:nvGrpSpPr>
        <p:grpSpPr>
          <a:xfrm>
            <a:off x="105120" y="4712400"/>
            <a:ext cx="696240" cy="1015920"/>
            <a:chOff x="105120" y="4712400"/>
            <a:chExt cx="696240" cy="1015920"/>
          </a:xfrm>
        </p:grpSpPr>
        <p:sp>
          <p:nvSpPr>
            <p:cNvPr id="168" name="Google Shape;486;p14"/>
            <p:cNvSpPr/>
            <p:nvPr/>
          </p:nvSpPr>
          <p:spPr>
            <a:xfrm rot="1098000">
              <a:off x="704880" y="47199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 name="Google Shape;487;p14"/>
            <p:cNvSpPr/>
            <p:nvPr/>
          </p:nvSpPr>
          <p:spPr>
            <a:xfrm rot="1098000">
              <a:off x="737280" y="49665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0" name="Google Shape;488;p14"/>
            <p:cNvSpPr/>
            <p:nvPr/>
          </p:nvSpPr>
          <p:spPr>
            <a:xfrm rot="1098000">
              <a:off x="488880" y="48106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489;p14"/>
            <p:cNvSpPr/>
            <p:nvPr/>
          </p:nvSpPr>
          <p:spPr>
            <a:xfrm rot="1098000">
              <a:off x="526680" y="508428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490;p14"/>
            <p:cNvSpPr/>
            <p:nvPr/>
          </p:nvSpPr>
          <p:spPr>
            <a:xfrm rot="1098000">
              <a:off x="345240" y="50954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 name="Google Shape;491;p14"/>
            <p:cNvSpPr/>
            <p:nvPr/>
          </p:nvSpPr>
          <p:spPr>
            <a:xfrm rot="1098000">
              <a:off x="383760" y="52419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 name="Google Shape;492;p14"/>
            <p:cNvSpPr/>
            <p:nvPr/>
          </p:nvSpPr>
          <p:spPr>
            <a:xfrm rot="1098000">
              <a:off x="268920" y="536724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 name="Google Shape;493;p14"/>
            <p:cNvSpPr/>
            <p:nvPr/>
          </p:nvSpPr>
          <p:spPr>
            <a:xfrm rot="1098000">
              <a:off x="172440" y="55144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 name="Google Shape;494;p14"/>
            <p:cNvSpPr/>
            <p:nvPr/>
          </p:nvSpPr>
          <p:spPr>
            <a:xfrm rot="1098000">
              <a:off x="110880" y="56721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77" name="Google Shape;495;p14"/>
          <p:cNvGrpSpPr/>
          <p:nvPr/>
        </p:nvGrpSpPr>
        <p:grpSpPr>
          <a:xfrm>
            <a:off x="6182280" y="3538440"/>
            <a:ext cx="359640" cy="835920"/>
            <a:chOff x="6182280" y="3538440"/>
            <a:chExt cx="359640" cy="835920"/>
          </a:xfrm>
        </p:grpSpPr>
        <p:sp>
          <p:nvSpPr>
            <p:cNvPr id="178" name="Google Shape;496;p14"/>
            <p:cNvSpPr/>
            <p:nvPr/>
          </p:nvSpPr>
          <p:spPr>
            <a:xfrm rot="19998000">
              <a:off x="6278040" y="35485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 name="Google Shape;497;p14"/>
            <p:cNvSpPr/>
            <p:nvPr/>
          </p:nvSpPr>
          <p:spPr>
            <a:xfrm rot="19998000">
              <a:off x="6476040" y="36993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498;p14"/>
            <p:cNvSpPr/>
            <p:nvPr/>
          </p:nvSpPr>
          <p:spPr>
            <a:xfrm rot="19998000">
              <a:off x="6191640" y="375300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499;p14"/>
            <p:cNvSpPr/>
            <p:nvPr/>
          </p:nvSpPr>
          <p:spPr>
            <a:xfrm rot="19998000">
              <a:off x="6411600" y="392688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500;p14"/>
            <p:cNvSpPr/>
            <p:nvPr/>
          </p:nvSpPr>
          <p:spPr>
            <a:xfrm rot="19998000">
              <a:off x="6291720" y="40622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501;p14"/>
            <p:cNvSpPr/>
            <p:nvPr/>
          </p:nvSpPr>
          <p:spPr>
            <a:xfrm rot="19998000">
              <a:off x="6420240" y="41425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502;p14"/>
            <p:cNvSpPr/>
            <p:nvPr/>
          </p:nvSpPr>
          <p:spPr>
            <a:xfrm rot="19998000">
              <a:off x="6428880" y="431064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5" name="PlaceHolder 10"/>
          <p:cNvSpPr>
            <a:spLocks noGrp="1"/>
          </p:cNvSpPr>
          <p:nvPr>
            <p:ph type="title"/>
          </p:nvPr>
        </p:nvSpPr>
        <p:spPr>
          <a:xfrm>
            <a:off x="5434560" y="2408400"/>
            <a:ext cx="2713320" cy="34200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86" name="PlaceHolder 11"/>
          <p:cNvSpPr>
            <a:spLocks noGrp="1"/>
          </p:cNvSpPr>
          <p:nvPr>
            <p:ph type="title"/>
          </p:nvPr>
        </p:nvSpPr>
        <p:spPr>
          <a:xfrm>
            <a:off x="4577040" y="2624040"/>
            <a:ext cx="758160" cy="575640"/>
          </a:xfrm>
          <a:prstGeom prst="rect">
            <a:avLst/>
          </a:prstGeom>
          <a:noFill/>
          <a:ln w="0">
            <a:noFill/>
          </a:ln>
        </p:spPr>
        <p:txBody>
          <a:bodyPr lIns="91440" tIns="91440" rIns="91440" bIns="91440" anchor="t">
            <a:noAutofit/>
          </a:bodyPr>
          <a:lstStyle/>
          <a:p>
            <a:pPr indent="0" algn="ctr">
              <a:lnSpc>
                <a:spcPct val="100000"/>
              </a:lnSpc>
              <a:buNone/>
            </a:pPr>
            <a:r>
              <a:rPr lang="fr-FR" sz="3000" b="0" u="none" strike="noStrike">
                <a:solidFill>
                  <a:schemeClr val="accent3"/>
                </a:solidFill>
                <a:effectLst/>
                <a:uFillTx/>
                <a:latin typeface="Calistoga"/>
                <a:ea typeface="Calistoga"/>
              </a:rPr>
              <a:t>xx%</a:t>
            </a:r>
            <a:endParaRPr lang="fr-FR" sz="3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4_1_1">
    <p:bg>
      <p:bgPr>
        <a:solidFill>
          <a:schemeClr val="dk2"/>
        </a:solidFill>
        <a:effectLst/>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283" name="Google Shape;606;p17"/>
          <p:cNvSpPr/>
          <p:nvPr/>
        </p:nvSpPr>
        <p:spPr>
          <a:xfrm>
            <a:off x="6413040" y="-10404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4" name="Google Shape;607;p17"/>
          <p:cNvSpPr/>
          <p:nvPr/>
        </p:nvSpPr>
        <p:spPr>
          <a:xfrm>
            <a:off x="6025320" y="-23760"/>
            <a:ext cx="1134360" cy="282240"/>
          </a:xfrm>
          <a:custGeom>
            <a:avLst/>
            <a:gdLst>
              <a:gd name="textAreaLeft" fmla="*/ 0 w 1134360"/>
              <a:gd name="textAreaRight" fmla="*/ 1134720 w 1134360"/>
              <a:gd name="textAreaTop" fmla="*/ 0 h 282240"/>
              <a:gd name="textAreaBottom" fmla="*/ 282600 h 28224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5" name="Google Shape;608;p17"/>
          <p:cNvSpPr/>
          <p:nvPr/>
        </p:nvSpPr>
        <p:spPr>
          <a:xfrm>
            <a:off x="7645320" y="3322440"/>
            <a:ext cx="1853640" cy="1357920"/>
          </a:xfrm>
          <a:custGeom>
            <a:avLst/>
            <a:gdLst>
              <a:gd name="textAreaLeft" fmla="*/ 0 w 1853640"/>
              <a:gd name="textAreaRight" fmla="*/ 185400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6" name="Google Shape;609;p17"/>
          <p:cNvSpPr/>
          <p:nvPr/>
        </p:nvSpPr>
        <p:spPr>
          <a:xfrm rot="5400000">
            <a:off x="7318080" y="334728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87" name="Google Shape;610;p17"/>
          <p:cNvGrpSpPr/>
          <p:nvPr/>
        </p:nvGrpSpPr>
        <p:grpSpPr>
          <a:xfrm>
            <a:off x="8380080" y="2829960"/>
            <a:ext cx="695880" cy="1015920"/>
            <a:chOff x="8380080" y="2829960"/>
            <a:chExt cx="695880" cy="1015920"/>
          </a:xfrm>
        </p:grpSpPr>
        <p:sp>
          <p:nvSpPr>
            <p:cNvPr id="288" name="Google Shape;611;p17"/>
            <p:cNvSpPr/>
            <p:nvPr/>
          </p:nvSpPr>
          <p:spPr>
            <a:xfrm rot="1098000">
              <a:off x="8979480" y="28375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612;p17"/>
            <p:cNvSpPr/>
            <p:nvPr/>
          </p:nvSpPr>
          <p:spPr>
            <a:xfrm rot="1098000">
              <a:off x="9011880" y="30841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0" name="Google Shape;613;p17"/>
            <p:cNvSpPr/>
            <p:nvPr/>
          </p:nvSpPr>
          <p:spPr>
            <a:xfrm rot="1098000">
              <a:off x="8763480" y="292824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1" name="Google Shape;614;p17"/>
            <p:cNvSpPr/>
            <p:nvPr/>
          </p:nvSpPr>
          <p:spPr>
            <a:xfrm rot="1098000">
              <a:off x="8801280" y="32018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2" name="Google Shape;615;p17"/>
            <p:cNvSpPr/>
            <p:nvPr/>
          </p:nvSpPr>
          <p:spPr>
            <a:xfrm rot="1098000">
              <a:off x="8620200" y="32126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3" name="Google Shape;616;p17"/>
            <p:cNvSpPr/>
            <p:nvPr/>
          </p:nvSpPr>
          <p:spPr>
            <a:xfrm rot="1098000">
              <a:off x="8658360" y="33595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617;p17"/>
            <p:cNvSpPr/>
            <p:nvPr/>
          </p:nvSpPr>
          <p:spPr>
            <a:xfrm rot="1098000">
              <a:off x="8543520" y="348480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5" name="Google Shape;618;p17"/>
            <p:cNvSpPr/>
            <p:nvPr/>
          </p:nvSpPr>
          <p:spPr>
            <a:xfrm rot="1098000">
              <a:off x="8447040" y="36320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619;p17"/>
            <p:cNvSpPr/>
            <p:nvPr/>
          </p:nvSpPr>
          <p:spPr>
            <a:xfrm rot="1098000">
              <a:off x="8385840" y="37897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97" name="Google Shape;620;p17"/>
          <p:cNvSpPr/>
          <p:nvPr/>
        </p:nvSpPr>
        <p:spPr>
          <a:xfrm rot="14201400">
            <a:off x="-556920" y="336384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8" name="Google Shape;621;p17"/>
          <p:cNvSpPr/>
          <p:nvPr/>
        </p:nvSpPr>
        <p:spPr>
          <a:xfrm rot="19495200">
            <a:off x="128160" y="291384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F4941"/>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99" name="Google Shape;622;p17"/>
          <p:cNvGrpSpPr/>
          <p:nvPr/>
        </p:nvGrpSpPr>
        <p:grpSpPr>
          <a:xfrm>
            <a:off x="488880" y="4431600"/>
            <a:ext cx="535320" cy="552240"/>
            <a:chOff x="488880" y="4431600"/>
            <a:chExt cx="535320" cy="552240"/>
          </a:xfrm>
        </p:grpSpPr>
        <p:sp>
          <p:nvSpPr>
            <p:cNvPr id="300" name="Google Shape;623;p17"/>
            <p:cNvSpPr/>
            <p:nvPr/>
          </p:nvSpPr>
          <p:spPr>
            <a:xfrm>
              <a:off x="973800" y="443160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1" name="Google Shape;624;p17"/>
            <p:cNvSpPr/>
            <p:nvPr/>
          </p:nvSpPr>
          <p:spPr>
            <a:xfrm>
              <a:off x="823680" y="4585680"/>
              <a:ext cx="45360" cy="46080"/>
            </a:xfrm>
            <a:custGeom>
              <a:avLst/>
              <a:gdLst>
                <a:gd name="textAreaLeft" fmla="*/ 0 w 45360"/>
                <a:gd name="textAreaRight" fmla="*/ 45720 w 45360"/>
                <a:gd name="textAreaTop" fmla="*/ 0 h 46080"/>
                <a:gd name="textAreaBottom" fmla="*/ 46440 h 4608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2" name="Google Shape;625;p17"/>
            <p:cNvSpPr/>
            <p:nvPr/>
          </p:nvSpPr>
          <p:spPr>
            <a:xfrm>
              <a:off x="976320" y="4604760"/>
              <a:ext cx="47880" cy="40320"/>
            </a:xfrm>
            <a:custGeom>
              <a:avLst/>
              <a:gdLst>
                <a:gd name="textAreaLeft" fmla="*/ 0 w 47880"/>
                <a:gd name="textAreaRight" fmla="*/ 48240 w 47880"/>
                <a:gd name="textAreaTop" fmla="*/ 0 h 40320"/>
                <a:gd name="textAreaBottom" fmla="*/ 40680 h 403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3" name="Google Shape;626;p17"/>
            <p:cNvSpPr/>
            <p:nvPr/>
          </p:nvSpPr>
          <p:spPr>
            <a:xfrm>
              <a:off x="810720" y="4487400"/>
              <a:ext cx="42840" cy="31320"/>
            </a:xfrm>
            <a:custGeom>
              <a:avLst/>
              <a:gdLst>
                <a:gd name="textAreaLeft" fmla="*/ 0 w 42840"/>
                <a:gd name="textAreaRight" fmla="*/ 43200 w 42840"/>
                <a:gd name="textAreaTop" fmla="*/ 0 h 31320"/>
                <a:gd name="textAreaBottom" fmla="*/ 31680 h 3132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4" name="Google Shape;627;p17"/>
            <p:cNvSpPr/>
            <p:nvPr/>
          </p:nvSpPr>
          <p:spPr>
            <a:xfrm>
              <a:off x="788040" y="4776840"/>
              <a:ext cx="48600" cy="32400"/>
            </a:xfrm>
            <a:custGeom>
              <a:avLst/>
              <a:gdLst>
                <a:gd name="textAreaLeft" fmla="*/ 0 w 48600"/>
                <a:gd name="textAreaRight" fmla="*/ 48960 w 48600"/>
                <a:gd name="textAreaTop" fmla="*/ 0 h 32400"/>
                <a:gd name="textAreaBottom" fmla="*/ 32760 h 324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628;p17"/>
            <p:cNvSpPr/>
            <p:nvPr/>
          </p:nvSpPr>
          <p:spPr>
            <a:xfrm>
              <a:off x="644040" y="467604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6" name="Google Shape;629;p17"/>
            <p:cNvSpPr/>
            <p:nvPr/>
          </p:nvSpPr>
          <p:spPr>
            <a:xfrm>
              <a:off x="661680" y="4819680"/>
              <a:ext cx="2160" cy="3600"/>
            </a:xfrm>
            <a:custGeom>
              <a:avLst/>
              <a:gdLst>
                <a:gd name="textAreaLeft" fmla="*/ 0 w 2160"/>
                <a:gd name="textAreaRight" fmla="*/ 2520 w 2160"/>
                <a:gd name="textAreaTop" fmla="*/ 0 h 3600"/>
                <a:gd name="textAreaBottom" fmla="*/ 3960 h 360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630;p17"/>
            <p:cNvSpPr/>
            <p:nvPr/>
          </p:nvSpPr>
          <p:spPr>
            <a:xfrm>
              <a:off x="488880" y="4958640"/>
              <a:ext cx="30240" cy="25200"/>
            </a:xfrm>
            <a:custGeom>
              <a:avLst/>
              <a:gdLst>
                <a:gd name="textAreaLeft" fmla="*/ 0 w 30240"/>
                <a:gd name="textAreaRight" fmla="*/ 30600 w 30240"/>
                <a:gd name="textAreaTop" fmla="*/ 0 h 25200"/>
                <a:gd name="textAreaBottom" fmla="*/ 25560 h 252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8" name="Google Shape;631;p17"/>
          <p:cNvGrpSpPr/>
          <p:nvPr/>
        </p:nvGrpSpPr>
        <p:grpSpPr>
          <a:xfrm>
            <a:off x="8090640" y="193680"/>
            <a:ext cx="1337760" cy="1253880"/>
            <a:chOff x="8090640" y="193680"/>
            <a:chExt cx="1337760" cy="1253880"/>
          </a:xfrm>
        </p:grpSpPr>
        <p:sp>
          <p:nvSpPr>
            <p:cNvPr id="309" name="Google Shape;632;p17"/>
            <p:cNvSpPr/>
            <p:nvPr/>
          </p:nvSpPr>
          <p:spPr>
            <a:xfrm rot="18262800">
              <a:off x="8563320" y="2271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0" name="Google Shape;633;p17"/>
            <p:cNvSpPr/>
            <p:nvPr/>
          </p:nvSpPr>
          <p:spPr>
            <a:xfrm rot="18262800">
              <a:off x="8813520" y="68940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634;p17"/>
            <p:cNvSpPr/>
            <p:nvPr/>
          </p:nvSpPr>
          <p:spPr>
            <a:xfrm rot="18262800">
              <a:off x="8835840" y="73188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635;p17"/>
            <p:cNvSpPr/>
            <p:nvPr/>
          </p:nvSpPr>
          <p:spPr>
            <a:xfrm rot="18262800">
              <a:off x="8786520" y="67500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3" name="Google Shape;636;p17"/>
            <p:cNvSpPr/>
            <p:nvPr/>
          </p:nvSpPr>
          <p:spPr>
            <a:xfrm rot="18262800">
              <a:off x="8891280" y="84708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637;p17"/>
            <p:cNvSpPr/>
            <p:nvPr/>
          </p:nvSpPr>
          <p:spPr>
            <a:xfrm rot="18262800">
              <a:off x="8584920" y="25092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5" name="Google Shape;638;p17"/>
            <p:cNvSpPr/>
            <p:nvPr/>
          </p:nvSpPr>
          <p:spPr>
            <a:xfrm rot="18262800">
              <a:off x="8813520" y="68940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accent2"/>
        </a:solidFill>
        <a:effectLst/>
      </p:bgPr>
    </p:bg>
    <p:spTree>
      <p:nvGrpSpPr>
        <p:cNvPr id="1" name=""/>
        <p:cNvGrpSpPr/>
        <p:nvPr/>
      </p:nvGrpSpPr>
      <p:grpSpPr>
        <a:xfrm>
          <a:off x="0" y="0"/>
          <a:ext cx="0" cy="0"/>
          <a:chOff x="0" y="0"/>
          <a:chExt cx="0" cy="0"/>
        </a:xfrm>
      </p:grpSpPr>
      <p:sp>
        <p:nvSpPr>
          <p:cNvPr id="433" name="Google Shape;66;p3"/>
          <p:cNvSpPr/>
          <p:nvPr/>
        </p:nvSpPr>
        <p:spPr>
          <a:xfrm rot="18486600" flipH="1">
            <a:off x="-1478520" y="1539720"/>
            <a:ext cx="2701440" cy="2154960"/>
          </a:xfrm>
          <a:custGeom>
            <a:avLst/>
            <a:gdLst>
              <a:gd name="textAreaLeft" fmla="*/ -360 w 2701440"/>
              <a:gd name="textAreaRight" fmla="*/ 2701440 w 2701440"/>
              <a:gd name="textAreaTop" fmla="*/ 0 h 2154960"/>
              <a:gd name="textAreaBottom" fmla="*/ 2155320 h 215496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67;p3"/>
          <p:cNvSpPr/>
          <p:nvPr/>
        </p:nvSpPr>
        <p:spPr>
          <a:xfrm rot="12077400">
            <a:off x="6966000" y="285516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5" name="Google Shape;68;p3"/>
          <p:cNvSpPr/>
          <p:nvPr/>
        </p:nvSpPr>
        <p:spPr>
          <a:xfrm rot="14299200" flipH="1">
            <a:off x="1803960" y="326160"/>
            <a:ext cx="5077440" cy="5274720"/>
          </a:xfrm>
          <a:custGeom>
            <a:avLst/>
            <a:gdLst>
              <a:gd name="textAreaLeft" fmla="*/ 360 w 5077440"/>
              <a:gd name="textAreaRight" fmla="*/ 5078160 w 5077440"/>
              <a:gd name="textAreaTop" fmla="*/ 0 h 5274720"/>
              <a:gd name="textAreaBottom" fmla="*/ 5275080 h 52747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69;p3"/>
          <p:cNvSpPr/>
          <p:nvPr/>
        </p:nvSpPr>
        <p:spPr>
          <a:xfrm rot="20493600">
            <a:off x="1355040" y="38300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PlaceHolder 1"/>
          <p:cNvSpPr>
            <a:spLocks noGrp="1"/>
          </p:cNvSpPr>
          <p:nvPr>
            <p:ph type="title"/>
          </p:nvPr>
        </p:nvSpPr>
        <p:spPr>
          <a:xfrm>
            <a:off x="4009680" y="1895400"/>
            <a:ext cx="2888280" cy="56016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438" name="PlaceHolder 2"/>
          <p:cNvSpPr>
            <a:spLocks noGrp="1"/>
          </p:cNvSpPr>
          <p:nvPr>
            <p:ph type="title"/>
          </p:nvPr>
        </p:nvSpPr>
        <p:spPr>
          <a:xfrm>
            <a:off x="2245680" y="1895400"/>
            <a:ext cx="1667520" cy="1352160"/>
          </a:xfrm>
          <a:prstGeom prst="rect">
            <a:avLst/>
          </a:prstGeom>
          <a:noFill/>
          <a:ln w="0">
            <a:noFill/>
          </a:ln>
        </p:spPr>
        <p:txBody>
          <a:bodyPr lIns="91440" tIns="91440" rIns="91440" bIns="91440" anchor="t">
            <a:noAutofit/>
          </a:bodyPr>
          <a:lstStyle/>
          <a:p>
            <a:pPr indent="0" algn="r">
              <a:lnSpc>
                <a:spcPct val="115000"/>
              </a:lnSpc>
              <a:buNone/>
            </a:pPr>
            <a:r>
              <a:rPr lang="fr-FR" sz="9000" b="0" u="none" strike="noStrike">
                <a:solidFill>
                  <a:schemeClr val="lt1"/>
                </a:solidFill>
                <a:effectLst/>
                <a:uFillTx/>
                <a:latin typeface="Calistoga"/>
                <a:ea typeface="Calistoga"/>
              </a:rPr>
              <a:t>xx%</a:t>
            </a:r>
            <a:endParaRPr lang="fr-FR" sz="9000" b="0" u="none" strike="noStrike">
              <a:solidFill>
                <a:schemeClr val="dk1"/>
              </a:solidFill>
              <a:effectLst/>
              <a:uFillTx/>
              <a:latin typeface="Arial"/>
            </a:endParaRPr>
          </a:p>
        </p:txBody>
      </p:sp>
      <p:sp>
        <p:nvSpPr>
          <p:cNvPr id="439" name="Google Shape;73;p3"/>
          <p:cNvSpPr/>
          <p:nvPr/>
        </p:nvSpPr>
        <p:spPr>
          <a:xfrm rot="5622600">
            <a:off x="-487440" y="416160"/>
            <a:ext cx="2268720" cy="1346760"/>
          </a:xfrm>
          <a:custGeom>
            <a:avLst/>
            <a:gdLst>
              <a:gd name="textAreaLeft" fmla="*/ 0 w 2268720"/>
              <a:gd name="textAreaRight" fmla="*/ 2269080 w 2268720"/>
              <a:gd name="textAreaTop" fmla="*/ 0 h 1346760"/>
              <a:gd name="textAreaBottom" fmla="*/ 1347120 h 13467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40" name="Google Shape;74;p3"/>
          <p:cNvGrpSpPr/>
          <p:nvPr/>
        </p:nvGrpSpPr>
        <p:grpSpPr>
          <a:xfrm>
            <a:off x="8074800" y="3436200"/>
            <a:ext cx="1374480" cy="1198080"/>
            <a:chOff x="8074800" y="3436200"/>
            <a:chExt cx="1374480" cy="1198080"/>
          </a:xfrm>
        </p:grpSpPr>
        <p:sp>
          <p:nvSpPr>
            <p:cNvPr id="441" name="Google Shape;75;p3"/>
            <p:cNvSpPr/>
            <p:nvPr/>
          </p:nvSpPr>
          <p:spPr>
            <a:xfrm rot="17925600">
              <a:off x="8565840" y="346032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76;p3"/>
            <p:cNvSpPr/>
            <p:nvPr/>
          </p:nvSpPr>
          <p:spPr>
            <a:xfrm rot="17925600">
              <a:off x="8798040" y="39128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3" name="Google Shape;77;p3"/>
            <p:cNvSpPr/>
            <p:nvPr/>
          </p:nvSpPr>
          <p:spPr>
            <a:xfrm rot="17925600">
              <a:off x="8828280" y="39470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4" name="Google Shape;78;p3"/>
            <p:cNvSpPr/>
            <p:nvPr/>
          </p:nvSpPr>
          <p:spPr>
            <a:xfrm rot="17925600">
              <a:off x="8786160" y="390096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79;p3"/>
            <p:cNvSpPr/>
            <p:nvPr/>
          </p:nvSpPr>
          <p:spPr>
            <a:xfrm rot="17925600">
              <a:off x="8896320" y="405324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6" name="Google Shape;80;p3"/>
            <p:cNvSpPr/>
            <p:nvPr/>
          </p:nvSpPr>
          <p:spPr>
            <a:xfrm rot="17925600">
              <a:off x="8548560" y="348264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81;p3"/>
            <p:cNvSpPr/>
            <p:nvPr/>
          </p:nvSpPr>
          <p:spPr>
            <a:xfrm rot="17925600">
              <a:off x="8798040" y="39128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48" name="Google Shape;82;p3"/>
          <p:cNvSpPr/>
          <p:nvPr/>
        </p:nvSpPr>
        <p:spPr>
          <a:xfrm rot="900000">
            <a:off x="7499160" y="-4960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9" name="Google Shape;83;p3"/>
          <p:cNvSpPr/>
          <p:nvPr/>
        </p:nvSpPr>
        <p:spPr>
          <a:xfrm rot="15452400" flipH="1">
            <a:off x="4455000" y="2636280"/>
            <a:ext cx="3234960" cy="3459600"/>
          </a:xfrm>
          <a:custGeom>
            <a:avLst/>
            <a:gdLst>
              <a:gd name="textAreaLeft" fmla="*/ 360 w 3234960"/>
              <a:gd name="textAreaRight" fmla="*/ 3235680 w 3234960"/>
              <a:gd name="textAreaTop" fmla="*/ 0 h 3459600"/>
              <a:gd name="textAreaBottom" fmla="*/ 3459960 h 345960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50" name="Google Shape;84;p3"/>
          <p:cNvGrpSpPr/>
          <p:nvPr/>
        </p:nvGrpSpPr>
        <p:grpSpPr>
          <a:xfrm>
            <a:off x="7095240" y="3061440"/>
            <a:ext cx="740880" cy="1194840"/>
            <a:chOff x="7095240" y="3061440"/>
            <a:chExt cx="740880" cy="1194840"/>
          </a:xfrm>
        </p:grpSpPr>
        <p:sp>
          <p:nvSpPr>
            <p:cNvPr id="451" name="Google Shape;85;p3"/>
            <p:cNvSpPr/>
            <p:nvPr/>
          </p:nvSpPr>
          <p:spPr>
            <a:xfrm rot="3521400">
              <a:off x="7303320" y="36640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86;p3"/>
            <p:cNvSpPr/>
            <p:nvPr/>
          </p:nvSpPr>
          <p:spPr>
            <a:xfrm rot="3521400">
              <a:off x="7334640" y="37670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3" name="Google Shape;87;p3"/>
            <p:cNvSpPr/>
            <p:nvPr/>
          </p:nvSpPr>
          <p:spPr>
            <a:xfrm rot="3521400">
              <a:off x="7377120" y="36723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88;p3"/>
            <p:cNvSpPr/>
            <p:nvPr/>
          </p:nvSpPr>
          <p:spPr>
            <a:xfrm rot="3521400">
              <a:off x="7552800" y="38286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5" name="Google Shape;89;p3"/>
            <p:cNvSpPr/>
            <p:nvPr/>
          </p:nvSpPr>
          <p:spPr>
            <a:xfrm rot="3521400">
              <a:off x="7398720" y="38073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6" name="Google Shape;90;p3"/>
            <p:cNvSpPr/>
            <p:nvPr/>
          </p:nvSpPr>
          <p:spPr>
            <a:xfrm rot="3521400">
              <a:off x="7283160" y="39927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7" name="Google Shape;91;p3"/>
            <p:cNvSpPr/>
            <p:nvPr/>
          </p:nvSpPr>
          <p:spPr>
            <a:xfrm rot="3521400">
              <a:off x="7453440" y="369000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8" name="Google Shape;92;p3"/>
            <p:cNvSpPr/>
            <p:nvPr/>
          </p:nvSpPr>
          <p:spPr>
            <a:xfrm rot="3521400">
              <a:off x="7543080" y="35290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9" name="Google Shape;93;p3"/>
            <p:cNvSpPr/>
            <p:nvPr/>
          </p:nvSpPr>
          <p:spPr>
            <a:xfrm rot="3521400">
              <a:off x="7656120" y="35366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0" name="Google Shape;94;p3"/>
            <p:cNvSpPr/>
            <p:nvPr/>
          </p:nvSpPr>
          <p:spPr>
            <a:xfrm rot="3521400">
              <a:off x="7413480" y="34545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1" name="Google Shape;95;p3"/>
            <p:cNvSpPr/>
            <p:nvPr/>
          </p:nvSpPr>
          <p:spPr>
            <a:xfrm rot="3521400">
              <a:off x="7599960" y="34196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2" name="Google Shape;96;p3"/>
            <p:cNvSpPr/>
            <p:nvPr/>
          </p:nvSpPr>
          <p:spPr>
            <a:xfrm rot="3521400">
              <a:off x="7614360" y="33048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3" name="Google Shape;97;p3"/>
            <p:cNvSpPr/>
            <p:nvPr/>
          </p:nvSpPr>
          <p:spPr>
            <a:xfrm rot="3521400">
              <a:off x="7744680" y="31442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98;p3"/>
            <p:cNvSpPr/>
            <p:nvPr/>
          </p:nvSpPr>
          <p:spPr>
            <a:xfrm rot="3521400">
              <a:off x="7808760" y="3067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99;p3"/>
            <p:cNvSpPr/>
            <p:nvPr/>
          </p:nvSpPr>
          <p:spPr>
            <a:xfrm rot="3521400">
              <a:off x="7437600" y="39841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100;p3"/>
            <p:cNvSpPr/>
            <p:nvPr/>
          </p:nvSpPr>
          <p:spPr>
            <a:xfrm rot="3521400">
              <a:off x="7149600" y="37490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7" name="Google Shape;101;p3"/>
            <p:cNvSpPr/>
            <p:nvPr/>
          </p:nvSpPr>
          <p:spPr>
            <a:xfrm rot="3521400">
              <a:off x="7183800" y="41410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102;p3"/>
            <p:cNvSpPr/>
            <p:nvPr/>
          </p:nvSpPr>
          <p:spPr>
            <a:xfrm rot="3521400">
              <a:off x="7098120" y="421812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69" name="Google Shape;103;p3"/>
          <p:cNvSpPr/>
          <p:nvPr/>
        </p:nvSpPr>
        <p:spPr>
          <a:xfrm flipH="1">
            <a:off x="4166280" y="4298040"/>
            <a:ext cx="5128920" cy="844920"/>
          </a:xfrm>
          <a:custGeom>
            <a:avLst/>
            <a:gdLst>
              <a:gd name="textAreaLeft" fmla="*/ -360 w 5128920"/>
              <a:gd name="textAreaRight" fmla="*/ 5128920 w 5128920"/>
              <a:gd name="textAreaTop" fmla="*/ 0 h 844920"/>
              <a:gd name="textAreaBottom" fmla="*/ 845280 h 844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800" b="0" u="none" strike="noStrike">
                <a:solidFill>
                  <a:schemeClr val="dk1"/>
                </a:solidFill>
                <a:effectLst/>
                <a:uFillTx/>
                <a:latin typeface="Arial"/>
              </a:rPr>
              <a:t> </a:t>
            </a:r>
            <a:endParaRPr lang="en-US" sz="1800" b="0" u="none" strike="noStrike">
              <a:solidFill>
                <a:srgbClr val="000000"/>
              </a:solidFill>
              <a:effectLst/>
              <a:uFillTx/>
              <a:latin typeface="OpenSymbol"/>
            </a:endParaRPr>
          </a:p>
        </p:txBody>
      </p:sp>
      <p:sp>
        <p:nvSpPr>
          <p:cNvPr id="470" name="Google Shape;104;p3"/>
          <p:cNvSpPr/>
          <p:nvPr/>
        </p:nvSpPr>
        <p:spPr>
          <a:xfrm rot="10800000" flipH="1">
            <a:off x="3529080" y="4102200"/>
            <a:ext cx="2701440" cy="2155320"/>
          </a:xfrm>
          <a:custGeom>
            <a:avLst/>
            <a:gdLst>
              <a:gd name="textAreaLeft" fmla="*/ 360 w 2701440"/>
              <a:gd name="textAreaRight" fmla="*/ 2702160 w 2701440"/>
              <a:gd name="textAreaTop" fmla="*/ 0 h 2155320"/>
              <a:gd name="textAreaBottom" fmla="*/ 2155680 h 215532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_1_1">
    <p:bg>
      <p:bgPr>
        <a:solidFill>
          <a:schemeClr val="accent2"/>
        </a:solidFill>
        <a:effectLst/>
      </p:bgPr>
    </p:bg>
    <p:spTree>
      <p:nvGrpSpPr>
        <p:cNvPr id="1" name=""/>
        <p:cNvGrpSpPr/>
        <p:nvPr/>
      </p:nvGrpSpPr>
      <p:grpSpPr>
        <a:xfrm>
          <a:off x="0" y="0"/>
          <a:ext cx="0" cy="0"/>
          <a:chOff x="0" y="0"/>
          <a:chExt cx="0" cy="0"/>
        </a:xfrm>
      </p:grpSpPr>
      <p:sp>
        <p:nvSpPr>
          <p:cNvPr id="1042" name="Google Shape;1314;p37"/>
          <p:cNvSpPr/>
          <p:nvPr/>
        </p:nvSpPr>
        <p:spPr>
          <a:xfrm rot="5113800" flipH="1">
            <a:off x="1939320" y="3639240"/>
            <a:ext cx="1169280" cy="587880"/>
          </a:xfrm>
          <a:custGeom>
            <a:avLst/>
            <a:gdLst>
              <a:gd name="textAreaLeft" fmla="*/ 360 w 1169280"/>
              <a:gd name="textAreaRight" fmla="*/ 1170000 w 1169280"/>
              <a:gd name="textAreaTop" fmla="*/ 0 h 587880"/>
              <a:gd name="textAreaBottom" fmla="*/ 588240 h 587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315;p37"/>
          <p:cNvSpPr/>
          <p:nvPr/>
        </p:nvSpPr>
        <p:spPr>
          <a:xfrm rot="20270400" flipH="1">
            <a:off x="597960" y="-596520"/>
            <a:ext cx="2795400" cy="1357560"/>
          </a:xfrm>
          <a:custGeom>
            <a:avLst/>
            <a:gdLst>
              <a:gd name="textAreaLeft" fmla="*/ -360 w 2795400"/>
              <a:gd name="textAreaRight" fmla="*/ 2795400 w 2795400"/>
              <a:gd name="textAreaTop" fmla="*/ 0 h 1357560"/>
              <a:gd name="textAreaBottom" fmla="*/ 1357920 h 13575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4" name="Google Shape;1316;p37"/>
          <p:cNvSpPr/>
          <p:nvPr/>
        </p:nvSpPr>
        <p:spPr>
          <a:xfrm rot="7561800" flipH="1">
            <a:off x="-326520" y="-245160"/>
            <a:ext cx="2274120" cy="1357920"/>
          </a:xfrm>
          <a:custGeom>
            <a:avLst/>
            <a:gdLst>
              <a:gd name="textAreaLeft" fmla="*/ -360 w 2274120"/>
              <a:gd name="textAreaRight" fmla="*/ 2274120 w 227412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5" name="Google Shape;1317;p37"/>
          <p:cNvSpPr/>
          <p:nvPr/>
        </p:nvSpPr>
        <p:spPr>
          <a:xfrm rot="20984400" flipH="1">
            <a:off x="2454120" y="1608480"/>
            <a:ext cx="1269720" cy="1024200"/>
          </a:xfrm>
          <a:custGeom>
            <a:avLst/>
            <a:gdLst>
              <a:gd name="textAreaLeft" fmla="*/ -360 w 1269720"/>
              <a:gd name="textAreaRight" fmla="*/ 1269720 w 1269720"/>
              <a:gd name="textAreaTop" fmla="*/ 0 h 1024200"/>
              <a:gd name="textAreaBottom" fmla="*/ 1024560 h 102420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6" name="Google Shape;1318;p37"/>
          <p:cNvSpPr/>
          <p:nvPr/>
        </p:nvSpPr>
        <p:spPr>
          <a:xfrm>
            <a:off x="0" y="716760"/>
            <a:ext cx="9799200" cy="3834360"/>
          </a:xfrm>
          <a:custGeom>
            <a:avLst/>
            <a:gdLst>
              <a:gd name="textAreaLeft" fmla="*/ 0 w 9799200"/>
              <a:gd name="textAreaRight" fmla="*/ 9799560 w 9799200"/>
              <a:gd name="textAreaTop" fmla="*/ 0 h 3834360"/>
              <a:gd name="textAreaBottom" fmla="*/ 3834720 h 38343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PlaceHolder 1"/>
          <p:cNvSpPr>
            <a:spLocks noGrp="1"/>
          </p:cNvSpPr>
          <p:nvPr>
            <p:ph type="title"/>
          </p:nvPr>
        </p:nvSpPr>
        <p:spPr>
          <a:xfrm>
            <a:off x="1217520" y="1858680"/>
            <a:ext cx="5389560" cy="7441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048" name="PlaceHolder 2"/>
          <p:cNvSpPr>
            <a:spLocks noGrp="1"/>
          </p:cNvSpPr>
          <p:nvPr>
            <p:ph type="title"/>
          </p:nvPr>
        </p:nvSpPr>
        <p:spPr>
          <a:xfrm>
            <a:off x="6723720" y="1864080"/>
            <a:ext cx="1706760" cy="1197000"/>
          </a:xfrm>
          <a:prstGeom prst="rect">
            <a:avLst/>
          </a:prstGeom>
          <a:noFill/>
          <a:ln w="0">
            <a:noFill/>
          </a:ln>
        </p:spPr>
        <p:txBody>
          <a:bodyPr lIns="91440" tIns="91440" rIns="91440" bIns="91440" anchor="t">
            <a:noAutofit/>
          </a:bodyPr>
          <a:lstStyle/>
          <a:p>
            <a:pPr indent="0">
              <a:lnSpc>
                <a:spcPct val="100000"/>
              </a:lnSpc>
              <a:buNone/>
            </a:pPr>
            <a:r>
              <a:rPr lang="fr-FR" sz="9000" b="0" u="none" strike="noStrike">
                <a:solidFill>
                  <a:schemeClr val="lt1"/>
                </a:solidFill>
                <a:effectLst/>
                <a:uFillTx/>
                <a:latin typeface="Calistoga"/>
                <a:ea typeface="Calistoga"/>
              </a:rPr>
              <a:t>xx%</a:t>
            </a:r>
            <a:endParaRPr lang="fr-FR" sz="9000" b="0" u="none" strike="noStrike">
              <a:solidFill>
                <a:schemeClr val="dk1"/>
              </a:solidFill>
              <a:effectLst/>
              <a:uFillTx/>
              <a:latin typeface="Arial"/>
            </a:endParaRPr>
          </a:p>
        </p:txBody>
      </p:sp>
      <p:grpSp>
        <p:nvGrpSpPr>
          <p:cNvPr id="1049" name="Google Shape;1322;p37"/>
          <p:cNvGrpSpPr/>
          <p:nvPr/>
        </p:nvGrpSpPr>
        <p:grpSpPr>
          <a:xfrm>
            <a:off x="3335760" y="4061520"/>
            <a:ext cx="740880" cy="1195200"/>
            <a:chOff x="3335760" y="4061520"/>
            <a:chExt cx="740880" cy="1195200"/>
          </a:xfrm>
        </p:grpSpPr>
        <p:sp>
          <p:nvSpPr>
            <p:cNvPr id="1050" name="Google Shape;1323;p37"/>
            <p:cNvSpPr/>
            <p:nvPr/>
          </p:nvSpPr>
          <p:spPr>
            <a:xfrm rot="18078600" flipH="1">
              <a:off x="3841920" y="466380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1" name="Google Shape;1324;p37"/>
            <p:cNvSpPr/>
            <p:nvPr/>
          </p:nvSpPr>
          <p:spPr>
            <a:xfrm rot="18078600" flipH="1">
              <a:off x="3808440" y="476676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325;p37"/>
            <p:cNvSpPr/>
            <p:nvPr/>
          </p:nvSpPr>
          <p:spPr>
            <a:xfrm rot="18078600" flipH="1">
              <a:off x="3758760" y="4672440"/>
              <a:ext cx="35640" cy="31320"/>
            </a:xfrm>
            <a:custGeom>
              <a:avLst/>
              <a:gdLst>
                <a:gd name="textAreaLeft" fmla="*/ -360 w 35640"/>
                <a:gd name="textAreaRight" fmla="*/ 35640 w 35640"/>
                <a:gd name="textAreaTop" fmla="*/ 0 h 31320"/>
                <a:gd name="textAreaBottom" fmla="*/ 31680 h 3132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3" name="Google Shape;1326;p37"/>
            <p:cNvSpPr/>
            <p:nvPr/>
          </p:nvSpPr>
          <p:spPr>
            <a:xfrm rot="18078600" flipH="1">
              <a:off x="3582720" y="482832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4" name="Google Shape;1327;p37"/>
            <p:cNvSpPr/>
            <p:nvPr/>
          </p:nvSpPr>
          <p:spPr>
            <a:xfrm rot="18078600" flipH="1">
              <a:off x="3734280" y="480708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5" name="Google Shape;1328;p37"/>
            <p:cNvSpPr/>
            <p:nvPr/>
          </p:nvSpPr>
          <p:spPr>
            <a:xfrm rot="18078600" flipH="1">
              <a:off x="3855960" y="4992840"/>
              <a:ext cx="32040" cy="39960"/>
            </a:xfrm>
            <a:custGeom>
              <a:avLst/>
              <a:gdLst>
                <a:gd name="textAreaLeft" fmla="*/ -360 w 32040"/>
                <a:gd name="textAreaRight" fmla="*/ 32040 w 32040"/>
                <a:gd name="textAreaTop" fmla="*/ 0 h 39960"/>
                <a:gd name="textAreaBottom" fmla="*/ 40320 h 3996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329;p37"/>
            <p:cNvSpPr/>
            <p:nvPr/>
          </p:nvSpPr>
          <p:spPr>
            <a:xfrm rot="18078600" flipH="1">
              <a:off x="3667680" y="4689360"/>
              <a:ext cx="50400" cy="54000"/>
            </a:xfrm>
            <a:custGeom>
              <a:avLst/>
              <a:gdLst>
                <a:gd name="textAreaLeft" fmla="*/ 360 w 50400"/>
                <a:gd name="textAreaRight" fmla="*/ 51120 w 5040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1330;p37"/>
            <p:cNvSpPr/>
            <p:nvPr/>
          </p:nvSpPr>
          <p:spPr>
            <a:xfrm rot="18078600" flipH="1">
              <a:off x="3575880" y="4529160"/>
              <a:ext cx="52920" cy="38880"/>
            </a:xfrm>
            <a:custGeom>
              <a:avLst/>
              <a:gdLst>
                <a:gd name="textAreaLeft" fmla="*/ -360 w 52920"/>
                <a:gd name="textAreaRight" fmla="*/ 5292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8" name="Google Shape;1331;p37"/>
            <p:cNvSpPr/>
            <p:nvPr/>
          </p:nvSpPr>
          <p:spPr>
            <a:xfrm rot="18078600" flipH="1">
              <a:off x="3457800" y="4536720"/>
              <a:ext cx="57600" cy="43560"/>
            </a:xfrm>
            <a:custGeom>
              <a:avLst/>
              <a:gdLst>
                <a:gd name="textAreaLeft" fmla="*/ 360 w 57600"/>
                <a:gd name="textAreaRight" fmla="*/ 5832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9" name="Google Shape;1332;p37"/>
            <p:cNvSpPr/>
            <p:nvPr/>
          </p:nvSpPr>
          <p:spPr>
            <a:xfrm rot="18078600" flipH="1">
              <a:off x="3684960" y="445428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333;p37"/>
            <p:cNvSpPr/>
            <p:nvPr/>
          </p:nvSpPr>
          <p:spPr>
            <a:xfrm rot="18078600" flipH="1">
              <a:off x="3522600" y="441936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334;p37"/>
            <p:cNvSpPr/>
            <p:nvPr/>
          </p:nvSpPr>
          <p:spPr>
            <a:xfrm rot="18078600" flipH="1">
              <a:off x="3531960" y="430452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2" name="Google Shape;1335;p37"/>
            <p:cNvSpPr/>
            <p:nvPr/>
          </p:nvSpPr>
          <p:spPr>
            <a:xfrm rot="18078600" flipH="1">
              <a:off x="3398760" y="4143960"/>
              <a:ext cx="28440" cy="21600"/>
            </a:xfrm>
            <a:custGeom>
              <a:avLst/>
              <a:gdLst>
                <a:gd name="textAreaLeft" fmla="*/ -360 w 28440"/>
                <a:gd name="textAreaRight" fmla="*/ 2844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3" name="Google Shape;1336;p37"/>
            <p:cNvSpPr/>
            <p:nvPr/>
          </p:nvSpPr>
          <p:spPr>
            <a:xfrm rot="18078600" flipH="1">
              <a:off x="3337560" y="406728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337;p37"/>
            <p:cNvSpPr/>
            <p:nvPr/>
          </p:nvSpPr>
          <p:spPr>
            <a:xfrm rot="18078600" flipH="1">
              <a:off x="3668040" y="4983840"/>
              <a:ext cx="65880" cy="48240"/>
            </a:xfrm>
            <a:custGeom>
              <a:avLst/>
              <a:gdLst>
                <a:gd name="textAreaLeft" fmla="*/ -360 w 65880"/>
                <a:gd name="textAreaRight" fmla="*/ 6588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338;p37"/>
            <p:cNvSpPr/>
            <p:nvPr/>
          </p:nvSpPr>
          <p:spPr>
            <a:xfrm rot="18078600" flipH="1">
              <a:off x="3952440" y="474912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6" name="Google Shape;1339;p37"/>
            <p:cNvSpPr/>
            <p:nvPr/>
          </p:nvSpPr>
          <p:spPr>
            <a:xfrm rot="18078600" flipH="1">
              <a:off x="3950280" y="514116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7" name="Google Shape;1340;p37"/>
            <p:cNvSpPr/>
            <p:nvPr/>
          </p:nvSpPr>
          <p:spPr>
            <a:xfrm rot="18078600" flipH="1">
              <a:off x="4034880" y="521820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68" name="Google Shape;1341;p37"/>
          <p:cNvSpPr/>
          <p:nvPr/>
        </p:nvSpPr>
        <p:spPr>
          <a:xfrm rot="700200">
            <a:off x="-352080" y="4331520"/>
            <a:ext cx="4559760" cy="1325160"/>
          </a:xfrm>
          <a:custGeom>
            <a:avLst/>
            <a:gdLst>
              <a:gd name="textAreaLeft" fmla="*/ 0 w 4559760"/>
              <a:gd name="textAreaRight" fmla="*/ 4560120 w 4559760"/>
              <a:gd name="textAreaTop" fmla="*/ 0 h 1325160"/>
              <a:gd name="textAreaBottom" fmla="*/ 1325520 h 132516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69" name="Google Shape;1342;p37"/>
          <p:cNvGrpSpPr/>
          <p:nvPr/>
        </p:nvGrpSpPr>
        <p:grpSpPr>
          <a:xfrm>
            <a:off x="914040" y="3116880"/>
            <a:ext cx="1233720" cy="1327320"/>
            <a:chOff x="914040" y="3116880"/>
            <a:chExt cx="1233720" cy="1327320"/>
          </a:xfrm>
        </p:grpSpPr>
        <p:sp>
          <p:nvSpPr>
            <p:cNvPr id="1070" name="Google Shape;1343;p37"/>
            <p:cNvSpPr/>
            <p:nvPr/>
          </p:nvSpPr>
          <p:spPr>
            <a:xfrm rot="13500000" flipV="1">
              <a:off x="1334520" y="3150360"/>
              <a:ext cx="392040" cy="1352880"/>
            </a:xfrm>
            <a:custGeom>
              <a:avLst/>
              <a:gdLst>
                <a:gd name="textAreaLeft" fmla="*/ 0 w 392040"/>
                <a:gd name="textAreaRight" fmla="*/ 392400 w 392040"/>
                <a:gd name="textAreaTop" fmla="*/ 360 h 1352880"/>
                <a:gd name="textAreaBottom" fmla="*/ 135360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1" name="Google Shape;1344;p37"/>
            <p:cNvSpPr/>
            <p:nvPr/>
          </p:nvSpPr>
          <p:spPr>
            <a:xfrm rot="13500000" flipV="1">
              <a:off x="1339920" y="363600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2" name="Google Shape;1345;p37"/>
            <p:cNvSpPr/>
            <p:nvPr/>
          </p:nvSpPr>
          <p:spPr>
            <a:xfrm rot="13500000" flipV="1">
              <a:off x="1218240" y="3691800"/>
              <a:ext cx="221400" cy="150120"/>
            </a:xfrm>
            <a:custGeom>
              <a:avLst/>
              <a:gdLst>
                <a:gd name="textAreaLeft" fmla="*/ 0 w 221400"/>
                <a:gd name="textAreaRight" fmla="*/ 221760 w 221400"/>
                <a:gd name="textAreaTop" fmla="*/ -360 h 150120"/>
                <a:gd name="textAreaBottom" fmla="*/ 15012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3" name="Google Shape;1346;p37"/>
            <p:cNvSpPr/>
            <p:nvPr/>
          </p:nvSpPr>
          <p:spPr>
            <a:xfrm rot="13500000" flipV="1">
              <a:off x="1405440" y="3612960"/>
              <a:ext cx="94320" cy="404640"/>
            </a:xfrm>
            <a:custGeom>
              <a:avLst/>
              <a:gdLst>
                <a:gd name="textAreaLeft" fmla="*/ 0 w 94320"/>
                <a:gd name="textAreaRight" fmla="*/ 94680 w 94320"/>
                <a:gd name="textAreaTop" fmla="*/ 360 h 404640"/>
                <a:gd name="textAreaBottom" fmla="*/ 405360 h 40464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4" name="Google Shape;1347;p37"/>
            <p:cNvSpPr/>
            <p:nvPr/>
          </p:nvSpPr>
          <p:spPr>
            <a:xfrm rot="13500000" flipV="1">
              <a:off x="1132200" y="3819960"/>
              <a:ext cx="278640" cy="190800"/>
            </a:xfrm>
            <a:custGeom>
              <a:avLst/>
              <a:gdLst>
                <a:gd name="textAreaLeft" fmla="*/ 0 w 278640"/>
                <a:gd name="textAreaRight" fmla="*/ 279000 w 278640"/>
                <a:gd name="textAreaTop" fmla="*/ 360 h 190800"/>
                <a:gd name="textAreaBottom" fmla="*/ 19152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5" name="Google Shape;1348;p37"/>
            <p:cNvSpPr/>
            <p:nvPr/>
          </p:nvSpPr>
          <p:spPr>
            <a:xfrm rot="13500000" flipV="1">
              <a:off x="1223280" y="3186360"/>
              <a:ext cx="409680" cy="513000"/>
            </a:xfrm>
            <a:custGeom>
              <a:avLst/>
              <a:gdLst>
                <a:gd name="textAreaLeft" fmla="*/ 0 w 409680"/>
                <a:gd name="textAreaRight" fmla="*/ 410040 w 409680"/>
                <a:gd name="textAreaTop" fmla="*/ -360 h 513000"/>
                <a:gd name="textAreaBottom" fmla="*/ 51300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6" name="Google Shape;1349;p37"/>
            <p:cNvSpPr/>
            <p:nvPr/>
          </p:nvSpPr>
          <p:spPr>
            <a:xfrm rot="13500000" flipV="1">
              <a:off x="1339920" y="363600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77" name="Google Shape;1350;p37"/>
          <p:cNvSpPr/>
          <p:nvPr/>
        </p:nvSpPr>
        <p:spPr>
          <a:xfrm rot="19045800" flipH="1">
            <a:off x="-989280" y="422280"/>
            <a:ext cx="3170520" cy="1554840"/>
          </a:xfrm>
          <a:custGeom>
            <a:avLst/>
            <a:gdLst>
              <a:gd name="textAreaLeft" fmla="*/ -360 w 3170520"/>
              <a:gd name="textAreaRight" fmla="*/ 3170520 w 317052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78" name="Google Shape;1351;p37"/>
          <p:cNvGrpSpPr/>
          <p:nvPr/>
        </p:nvGrpSpPr>
        <p:grpSpPr>
          <a:xfrm>
            <a:off x="100440" y="2876760"/>
            <a:ext cx="1016640" cy="695160"/>
            <a:chOff x="100440" y="2876760"/>
            <a:chExt cx="1016640" cy="695160"/>
          </a:xfrm>
        </p:grpSpPr>
        <p:sp>
          <p:nvSpPr>
            <p:cNvPr id="1079" name="Google Shape;1352;p37"/>
            <p:cNvSpPr/>
            <p:nvPr/>
          </p:nvSpPr>
          <p:spPr>
            <a:xfrm rot="2620200">
              <a:off x="1052640" y="29023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0" name="Google Shape;1353;p37"/>
            <p:cNvSpPr/>
            <p:nvPr/>
          </p:nvSpPr>
          <p:spPr>
            <a:xfrm rot="2620200">
              <a:off x="975960" y="31395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1" name="Google Shape;1354;p37"/>
            <p:cNvSpPr/>
            <p:nvPr/>
          </p:nvSpPr>
          <p:spPr>
            <a:xfrm rot="2620200">
              <a:off x="814320" y="289692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2" name="Google Shape;1355;p37"/>
            <p:cNvSpPr/>
            <p:nvPr/>
          </p:nvSpPr>
          <p:spPr>
            <a:xfrm rot="2620200">
              <a:off x="733320" y="31572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3" name="Google Shape;1356;p37"/>
            <p:cNvSpPr/>
            <p:nvPr/>
          </p:nvSpPr>
          <p:spPr>
            <a:xfrm rot="2620200">
              <a:off x="564840" y="308952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4" name="Google Shape;1357;p37"/>
            <p:cNvSpPr/>
            <p:nvPr/>
          </p:nvSpPr>
          <p:spPr>
            <a:xfrm rot="2620200">
              <a:off x="538200" y="32378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5" name="Google Shape;1358;p37"/>
            <p:cNvSpPr/>
            <p:nvPr/>
          </p:nvSpPr>
          <p:spPr>
            <a:xfrm rot="2620200">
              <a:off x="380160" y="33022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6" name="Google Shape;1359;p37"/>
            <p:cNvSpPr/>
            <p:nvPr/>
          </p:nvSpPr>
          <p:spPr>
            <a:xfrm rot="2620200">
              <a:off x="230040" y="33944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7" name="Google Shape;1360;p37"/>
            <p:cNvSpPr/>
            <p:nvPr/>
          </p:nvSpPr>
          <p:spPr>
            <a:xfrm rot="2620200">
              <a:off x="107640" y="35096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88" name="Google Shape;1361;p37"/>
          <p:cNvSpPr/>
          <p:nvPr/>
        </p:nvSpPr>
        <p:spPr>
          <a:xfrm>
            <a:off x="3496320" y="4768920"/>
            <a:ext cx="6086520" cy="969480"/>
          </a:xfrm>
          <a:custGeom>
            <a:avLst/>
            <a:gdLst>
              <a:gd name="textAreaLeft" fmla="*/ 0 w 6086520"/>
              <a:gd name="textAreaRight" fmla="*/ 6086880 w 6086520"/>
              <a:gd name="textAreaTop" fmla="*/ 0 h 969480"/>
              <a:gd name="textAreaBottom" fmla="*/ 969840 h 96948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800" b="0" u="none" strike="noStrike">
                <a:solidFill>
                  <a:schemeClr val="dk1"/>
                </a:solidFill>
                <a:effectLst/>
                <a:uFillTx/>
                <a:latin typeface="Arial"/>
              </a:rPr>
              <a:t> </a:t>
            </a:r>
            <a:endParaRPr lang="en-US" sz="1800" b="0" u="none" strike="noStrike">
              <a:solidFill>
                <a:srgbClr val="FFFFFF"/>
              </a:solidFill>
              <a:effectLst/>
              <a:uFillTx/>
              <a:latin typeface="OpenSymbol"/>
            </a:endParaRPr>
          </a:p>
        </p:txBody>
      </p:sp>
      <p:grpSp>
        <p:nvGrpSpPr>
          <p:cNvPr id="1089" name="Google Shape;1362;p37"/>
          <p:cNvGrpSpPr/>
          <p:nvPr/>
        </p:nvGrpSpPr>
        <p:grpSpPr>
          <a:xfrm>
            <a:off x="7632360" y="978480"/>
            <a:ext cx="1379520" cy="773640"/>
            <a:chOff x="7632360" y="978480"/>
            <a:chExt cx="1379520" cy="773640"/>
          </a:xfrm>
        </p:grpSpPr>
        <p:sp>
          <p:nvSpPr>
            <p:cNvPr id="1090" name="Google Shape;1363;p37"/>
            <p:cNvSpPr/>
            <p:nvPr/>
          </p:nvSpPr>
          <p:spPr>
            <a:xfrm rot="5315400">
              <a:off x="8253720" y="12466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364;p37"/>
            <p:cNvSpPr/>
            <p:nvPr/>
          </p:nvSpPr>
          <p:spPr>
            <a:xfrm rot="5315400">
              <a:off x="8228880" y="13518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2" name="Google Shape;1365;p37"/>
            <p:cNvSpPr/>
            <p:nvPr/>
          </p:nvSpPr>
          <p:spPr>
            <a:xfrm rot="5315400">
              <a:off x="8309520" y="12924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3" name="Google Shape;1366;p37"/>
            <p:cNvSpPr/>
            <p:nvPr/>
          </p:nvSpPr>
          <p:spPr>
            <a:xfrm rot="5315400">
              <a:off x="8384400" y="15156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4" name="Google Shape;1367;p37"/>
            <p:cNvSpPr/>
            <p:nvPr/>
          </p:nvSpPr>
          <p:spPr>
            <a:xfrm rot="5315400">
              <a:off x="8261280" y="14209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5" name="Google Shape;1368;p37"/>
            <p:cNvSpPr/>
            <p:nvPr/>
          </p:nvSpPr>
          <p:spPr>
            <a:xfrm rot="5315400">
              <a:off x="8066520" y="15213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369;p37"/>
            <p:cNvSpPr/>
            <p:nvPr/>
          </p:nvSpPr>
          <p:spPr>
            <a:xfrm rot="5315400">
              <a:off x="8360280" y="134748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7" name="Google Shape;1370;p37"/>
            <p:cNvSpPr/>
            <p:nvPr/>
          </p:nvSpPr>
          <p:spPr>
            <a:xfrm rot="5315400">
              <a:off x="8521920" y="12546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1371;p37"/>
            <p:cNvSpPr/>
            <p:nvPr/>
          </p:nvSpPr>
          <p:spPr>
            <a:xfrm rot="5315400">
              <a:off x="8614800" y="131832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9" name="Google Shape;1372;p37"/>
            <p:cNvSpPr/>
            <p:nvPr/>
          </p:nvSpPr>
          <p:spPr>
            <a:xfrm rot="5315400">
              <a:off x="8441280" y="11293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0" name="Google Shape;1373;p37"/>
            <p:cNvSpPr/>
            <p:nvPr/>
          </p:nvSpPr>
          <p:spPr>
            <a:xfrm rot="5315400">
              <a:off x="8624880" y="118692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1374;p37"/>
            <p:cNvSpPr/>
            <p:nvPr/>
          </p:nvSpPr>
          <p:spPr>
            <a:xfrm rot="5315400">
              <a:off x="8701920" y="10900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2" name="Google Shape;1375;p37"/>
            <p:cNvSpPr/>
            <p:nvPr/>
          </p:nvSpPr>
          <p:spPr>
            <a:xfrm rot="5315400">
              <a:off x="8894520" y="10166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1376;p37"/>
            <p:cNvSpPr/>
            <p:nvPr/>
          </p:nvSpPr>
          <p:spPr>
            <a:xfrm rot="5315400">
              <a:off x="8988840" y="9813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4" name="Google Shape;1377;p37"/>
            <p:cNvSpPr/>
            <p:nvPr/>
          </p:nvSpPr>
          <p:spPr>
            <a:xfrm rot="5315400">
              <a:off x="8200440" y="159948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378;p37"/>
            <p:cNvSpPr/>
            <p:nvPr/>
          </p:nvSpPr>
          <p:spPr>
            <a:xfrm rot="5315400">
              <a:off x="8066160" y="12524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6" name="Google Shape;1379;p37"/>
            <p:cNvSpPr/>
            <p:nvPr/>
          </p:nvSpPr>
          <p:spPr>
            <a:xfrm rot="5315400">
              <a:off x="7908840" y="16030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7" name="Google Shape;1380;p37"/>
            <p:cNvSpPr/>
            <p:nvPr/>
          </p:nvSpPr>
          <p:spPr>
            <a:xfrm rot="5315400">
              <a:off x="7796160" y="162720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8" name="Google Shape;1381;p37"/>
            <p:cNvSpPr/>
            <p:nvPr/>
          </p:nvSpPr>
          <p:spPr>
            <a:xfrm rot="5315400">
              <a:off x="7627320" y="171540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09" name="Google Shape;1382;p37"/>
          <p:cNvSpPr/>
          <p:nvPr/>
        </p:nvSpPr>
        <p:spPr>
          <a:xfrm rot="17761200" flipH="1">
            <a:off x="2023560" y="79920"/>
            <a:ext cx="1544040" cy="776880"/>
          </a:xfrm>
          <a:custGeom>
            <a:avLst/>
            <a:gdLst>
              <a:gd name="textAreaLeft" fmla="*/ -360 w 1544040"/>
              <a:gd name="textAreaRight" fmla="*/ 1544040 w 1544040"/>
              <a:gd name="textAreaTop" fmla="*/ 0 h 776880"/>
              <a:gd name="textAreaBottom" fmla="*/ 777240 h 776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AND_TWO_COLUMNS_1_4_1_1_1_2">
    <p:bg>
      <p:bgPr>
        <a:solidFill>
          <a:schemeClr val="dk2"/>
        </a:solidFill>
        <a:effectLst/>
      </p:bgPr>
    </p:bg>
    <p:spTree>
      <p:nvGrpSpPr>
        <p:cNvPr id="1" name=""/>
        <p:cNvGrpSpPr/>
        <p:nvPr/>
      </p:nvGrpSpPr>
      <p:grpSpPr>
        <a:xfrm>
          <a:off x="0" y="0"/>
          <a:ext cx="0" cy="0"/>
          <a:chOff x="0" y="0"/>
          <a:chExt cx="0" cy="0"/>
        </a:xfrm>
      </p:grpSpPr>
      <p:sp>
        <p:nvSpPr>
          <p:cNvPr id="1832" name="PlaceHolder 1"/>
          <p:cNvSpPr>
            <a:spLocks noGrp="1"/>
          </p:cNvSpPr>
          <p:nvPr>
            <p:ph type="title"/>
          </p:nvPr>
        </p:nvSpPr>
        <p:spPr>
          <a:xfrm>
            <a:off x="714960" y="420840"/>
            <a:ext cx="77137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grpSp>
        <p:nvGrpSpPr>
          <p:cNvPr id="1833" name="Google Shape;2104;p52"/>
          <p:cNvGrpSpPr/>
          <p:nvPr/>
        </p:nvGrpSpPr>
        <p:grpSpPr>
          <a:xfrm>
            <a:off x="8494920" y="641520"/>
            <a:ext cx="535320" cy="552240"/>
            <a:chOff x="8494920" y="641520"/>
            <a:chExt cx="535320" cy="552240"/>
          </a:xfrm>
        </p:grpSpPr>
        <p:sp>
          <p:nvSpPr>
            <p:cNvPr id="1834" name="Google Shape;2105;p52"/>
            <p:cNvSpPr/>
            <p:nvPr/>
          </p:nvSpPr>
          <p:spPr>
            <a:xfrm>
              <a:off x="8979840" y="64152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5" name="Google Shape;2106;p52"/>
            <p:cNvSpPr/>
            <p:nvPr/>
          </p:nvSpPr>
          <p:spPr>
            <a:xfrm>
              <a:off x="8829720" y="795600"/>
              <a:ext cx="45360" cy="46080"/>
            </a:xfrm>
            <a:custGeom>
              <a:avLst/>
              <a:gdLst>
                <a:gd name="textAreaLeft" fmla="*/ 0 w 45360"/>
                <a:gd name="textAreaRight" fmla="*/ 45720 w 45360"/>
                <a:gd name="textAreaTop" fmla="*/ 0 h 46080"/>
                <a:gd name="textAreaBottom" fmla="*/ 46440 h 4608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6" name="Google Shape;2107;p52"/>
            <p:cNvSpPr/>
            <p:nvPr/>
          </p:nvSpPr>
          <p:spPr>
            <a:xfrm>
              <a:off x="8982360" y="814680"/>
              <a:ext cx="47880" cy="40320"/>
            </a:xfrm>
            <a:custGeom>
              <a:avLst/>
              <a:gdLst>
                <a:gd name="textAreaLeft" fmla="*/ 0 w 47880"/>
                <a:gd name="textAreaRight" fmla="*/ 48240 w 47880"/>
                <a:gd name="textAreaTop" fmla="*/ 0 h 40320"/>
                <a:gd name="textAreaBottom" fmla="*/ 40680 h 403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7" name="Google Shape;2108;p52"/>
            <p:cNvSpPr/>
            <p:nvPr/>
          </p:nvSpPr>
          <p:spPr>
            <a:xfrm>
              <a:off x="8816760" y="697680"/>
              <a:ext cx="42840" cy="31320"/>
            </a:xfrm>
            <a:custGeom>
              <a:avLst/>
              <a:gdLst>
                <a:gd name="textAreaLeft" fmla="*/ 0 w 42840"/>
                <a:gd name="textAreaRight" fmla="*/ 43200 w 42840"/>
                <a:gd name="textAreaTop" fmla="*/ 0 h 31320"/>
                <a:gd name="textAreaBottom" fmla="*/ 31680 h 3132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8" name="Google Shape;2109;p52"/>
            <p:cNvSpPr/>
            <p:nvPr/>
          </p:nvSpPr>
          <p:spPr>
            <a:xfrm>
              <a:off x="8793720" y="986760"/>
              <a:ext cx="48600" cy="32400"/>
            </a:xfrm>
            <a:custGeom>
              <a:avLst/>
              <a:gdLst>
                <a:gd name="textAreaLeft" fmla="*/ 0 w 48600"/>
                <a:gd name="textAreaRight" fmla="*/ 48960 w 48600"/>
                <a:gd name="textAreaTop" fmla="*/ 0 h 32400"/>
                <a:gd name="textAreaBottom" fmla="*/ 32760 h 324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9" name="Google Shape;2110;p52"/>
            <p:cNvSpPr/>
            <p:nvPr/>
          </p:nvSpPr>
          <p:spPr>
            <a:xfrm>
              <a:off x="8650080" y="8859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0" name="Google Shape;2111;p52"/>
            <p:cNvSpPr/>
            <p:nvPr/>
          </p:nvSpPr>
          <p:spPr>
            <a:xfrm>
              <a:off x="8667720" y="1029960"/>
              <a:ext cx="2160" cy="3600"/>
            </a:xfrm>
            <a:custGeom>
              <a:avLst/>
              <a:gdLst>
                <a:gd name="textAreaLeft" fmla="*/ 0 w 2160"/>
                <a:gd name="textAreaRight" fmla="*/ 2520 w 2160"/>
                <a:gd name="textAreaTop" fmla="*/ 0 h 3600"/>
                <a:gd name="textAreaBottom" fmla="*/ 3960 h 360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1" name="Google Shape;2112;p52"/>
            <p:cNvSpPr/>
            <p:nvPr/>
          </p:nvSpPr>
          <p:spPr>
            <a:xfrm>
              <a:off x="8494920" y="1168560"/>
              <a:ext cx="30240" cy="25200"/>
            </a:xfrm>
            <a:custGeom>
              <a:avLst/>
              <a:gdLst>
                <a:gd name="textAreaLeft" fmla="*/ 0 w 30240"/>
                <a:gd name="textAreaRight" fmla="*/ 30600 w 30240"/>
                <a:gd name="textAreaTop" fmla="*/ 0 h 25200"/>
                <a:gd name="textAreaBottom" fmla="*/ 25560 h 252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42" name="Google Shape;2113;p52"/>
          <p:cNvSpPr/>
          <p:nvPr/>
        </p:nvSpPr>
        <p:spPr>
          <a:xfrm flipH="1">
            <a:off x="-422280" y="-104040"/>
            <a:ext cx="2766600" cy="837000"/>
          </a:xfrm>
          <a:custGeom>
            <a:avLst/>
            <a:gdLst>
              <a:gd name="textAreaLeft" fmla="*/ -360 w 2766600"/>
              <a:gd name="textAreaRight" fmla="*/ 276660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3" name="Google Shape;2114;p52"/>
          <p:cNvSpPr/>
          <p:nvPr/>
        </p:nvSpPr>
        <p:spPr>
          <a:xfrm rot="1304400" flipH="1">
            <a:off x="1365840" y="156960"/>
            <a:ext cx="1134360" cy="282240"/>
          </a:xfrm>
          <a:custGeom>
            <a:avLst/>
            <a:gdLst>
              <a:gd name="textAreaLeft" fmla="*/ -360 w 1134360"/>
              <a:gd name="textAreaRight" fmla="*/ 1134360 w 1134360"/>
              <a:gd name="textAreaTop" fmla="*/ 0 h 282240"/>
              <a:gd name="textAreaBottom" fmla="*/ 282600 h 28224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4" name="Google Shape;2115;p52"/>
          <p:cNvSpPr/>
          <p:nvPr/>
        </p:nvSpPr>
        <p:spPr>
          <a:xfrm flipH="1">
            <a:off x="-789840" y="4357080"/>
            <a:ext cx="1853640" cy="1357920"/>
          </a:xfrm>
          <a:custGeom>
            <a:avLst/>
            <a:gdLst>
              <a:gd name="textAreaLeft" fmla="*/ -360 w 1853640"/>
              <a:gd name="textAreaRight" fmla="*/ 185364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5" name="Google Shape;2116;p52"/>
          <p:cNvSpPr/>
          <p:nvPr/>
        </p:nvSpPr>
        <p:spPr>
          <a:xfrm rot="16200000" flipH="1">
            <a:off x="-541440" y="243000"/>
            <a:ext cx="2126880" cy="1554840"/>
          </a:xfrm>
          <a:custGeom>
            <a:avLst/>
            <a:gdLst>
              <a:gd name="textAreaLeft" fmla="*/ 360 w 2126880"/>
              <a:gd name="textAreaRight" fmla="*/ 212760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46" name="Google Shape;2117;p52"/>
          <p:cNvGrpSpPr/>
          <p:nvPr/>
        </p:nvGrpSpPr>
        <p:grpSpPr>
          <a:xfrm>
            <a:off x="-317520" y="2829960"/>
            <a:ext cx="695880" cy="1015920"/>
            <a:chOff x="-317520" y="2829960"/>
            <a:chExt cx="695880" cy="1015920"/>
          </a:xfrm>
        </p:grpSpPr>
        <p:sp>
          <p:nvSpPr>
            <p:cNvPr id="1847" name="Google Shape;2118;p52"/>
            <p:cNvSpPr/>
            <p:nvPr/>
          </p:nvSpPr>
          <p:spPr>
            <a:xfrm rot="20502000" flipH="1">
              <a:off x="-277200" y="2837520"/>
              <a:ext cx="56160" cy="45360"/>
            </a:xfrm>
            <a:custGeom>
              <a:avLst/>
              <a:gdLst>
                <a:gd name="textAreaLeft" fmla="*/ -360 w 56160"/>
                <a:gd name="textAreaRight" fmla="*/ 5616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8" name="Google Shape;2119;p52"/>
            <p:cNvSpPr/>
            <p:nvPr/>
          </p:nvSpPr>
          <p:spPr>
            <a:xfrm rot="20502000" flipH="1">
              <a:off x="-311400" y="3084480"/>
              <a:ext cx="57960" cy="47160"/>
            </a:xfrm>
            <a:custGeom>
              <a:avLst/>
              <a:gdLst>
                <a:gd name="textAreaLeft" fmla="*/ 360 w 57960"/>
                <a:gd name="textAreaRight" fmla="*/ 5868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9" name="Google Shape;2120;p52"/>
            <p:cNvSpPr/>
            <p:nvPr/>
          </p:nvSpPr>
          <p:spPr>
            <a:xfrm rot="20502000" flipH="1">
              <a:off x="-89280" y="2928240"/>
              <a:ext cx="83880" cy="62280"/>
            </a:xfrm>
            <a:custGeom>
              <a:avLst/>
              <a:gdLst>
                <a:gd name="textAreaLeft" fmla="*/ 360 w 83880"/>
                <a:gd name="textAreaRight" fmla="*/ 8460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0" name="Google Shape;2121;p52"/>
            <p:cNvSpPr/>
            <p:nvPr/>
          </p:nvSpPr>
          <p:spPr>
            <a:xfrm rot="20502000" flipH="1">
              <a:off x="-110520" y="3201840"/>
              <a:ext cx="66960" cy="55080"/>
            </a:xfrm>
            <a:custGeom>
              <a:avLst/>
              <a:gdLst>
                <a:gd name="textAreaLeft" fmla="*/ -360 w 66960"/>
                <a:gd name="textAreaRight" fmla="*/ 66960 w 66960"/>
                <a:gd name="textAreaTop" fmla="*/ 0 h 55080"/>
                <a:gd name="textAreaBottom" fmla="*/ 55440 h 5508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1" name="Google Shape;2122;p52"/>
            <p:cNvSpPr/>
            <p:nvPr/>
          </p:nvSpPr>
          <p:spPr>
            <a:xfrm rot="20502000" flipH="1">
              <a:off x="70920" y="3212640"/>
              <a:ext cx="66960" cy="56520"/>
            </a:xfrm>
            <a:custGeom>
              <a:avLst/>
              <a:gdLst>
                <a:gd name="textAreaLeft" fmla="*/ 360 w 66960"/>
                <a:gd name="textAreaRight" fmla="*/ 67680 w 66960"/>
                <a:gd name="textAreaTop" fmla="*/ 0 h 56520"/>
                <a:gd name="textAreaBottom" fmla="*/ 56880 h 5652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2" name="Google Shape;2123;p52"/>
            <p:cNvSpPr/>
            <p:nvPr/>
          </p:nvSpPr>
          <p:spPr>
            <a:xfrm rot="20502000" flipH="1">
              <a:off x="37440" y="3359520"/>
              <a:ext cx="62280" cy="47520"/>
            </a:xfrm>
            <a:custGeom>
              <a:avLst/>
              <a:gdLst>
                <a:gd name="textAreaLeft" fmla="*/ -360 w 62280"/>
                <a:gd name="textAreaRight" fmla="*/ 62280 w 62280"/>
                <a:gd name="textAreaTop" fmla="*/ 0 h 47520"/>
                <a:gd name="textAreaBottom" fmla="*/ 47880 h 4752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3" name="Google Shape;2124;p52"/>
            <p:cNvSpPr/>
            <p:nvPr/>
          </p:nvSpPr>
          <p:spPr>
            <a:xfrm rot="20502000" flipH="1">
              <a:off x="149400" y="3484800"/>
              <a:ext cx="63720" cy="51480"/>
            </a:xfrm>
            <a:custGeom>
              <a:avLst/>
              <a:gdLst>
                <a:gd name="textAreaLeft" fmla="*/ -360 w 63720"/>
                <a:gd name="textAreaRight" fmla="*/ 63720 w 63720"/>
                <a:gd name="textAreaTop" fmla="*/ 0 h 51480"/>
                <a:gd name="textAreaBottom" fmla="*/ 51840 h 5148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4" name="Google Shape;2125;p52"/>
            <p:cNvSpPr/>
            <p:nvPr/>
          </p:nvSpPr>
          <p:spPr>
            <a:xfrm rot="20502000" flipH="1">
              <a:off x="243360" y="3632040"/>
              <a:ext cx="66960" cy="50040"/>
            </a:xfrm>
            <a:custGeom>
              <a:avLst/>
              <a:gdLst>
                <a:gd name="textAreaLeft" fmla="*/ 360 w 66960"/>
                <a:gd name="textAreaRight" fmla="*/ 6768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5" name="Google Shape;2126;p52"/>
            <p:cNvSpPr/>
            <p:nvPr/>
          </p:nvSpPr>
          <p:spPr>
            <a:xfrm rot="20502000" flipH="1">
              <a:off x="310320" y="3789720"/>
              <a:ext cx="62280" cy="47520"/>
            </a:xfrm>
            <a:custGeom>
              <a:avLst/>
              <a:gdLst>
                <a:gd name="textAreaLeft" fmla="*/ -360 w 62280"/>
                <a:gd name="textAreaRight" fmla="*/ 62280 w 62280"/>
                <a:gd name="textAreaTop" fmla="*/ 0 h 47520"/>
                <a:gd name="textAreaBottom" fmla="*/ 47880 h 4752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56" name="Google Shape;2127;p52"/>
          <p:cNvSpPr/>
          <p:nvPr/>
        </p:nvSpPr>
        <p:spPr>
          <a:xfrm rot="7398600" flipH="1">
            <a:off x="8199720" y="3512520"/>
            <a:ext cx="2126520" cy="1696680"/>
          </a:xfrm>
          <a:custGeom>
            <a:avLst/>
            <a:gdLst>
              <a:gd name="textAreaLeft" fmla="*/ -360 w 2126520"/>
              <a:gd name="textAreaRight" fmla="*/ 212652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7" name="Google Shape;2128;p52"/>
          <p:cNvSpPr/>
          <p:nvPr/>
        </p:nvSpPr>
        <p:spPr>
          <a:xfrm rot="2104800" flipH="1">
            <a:off x="8346960" y="308340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F4941"/>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858" name="Google Shape;2129;p52"/>
          <p:cNvGrpSpPr/>
          <p:nvPr/>
        </p:nvGrpSpPr>
        <p:grpSpPr>
          <a:xfrm>
            <a:off x="-200880" y="4006440"/>
            <a:ext cx="1338120" cy="1253880"/>
            <a:chOff x="-200880" y="4006440"/>
            <a:chExt cx="1338120" cy="1253880"/>
          </a:xfrm>
        </p:grpSpPr>
        <p:sp>
          <p:nvSpPr>
            <p:cNvPr id="1859" name="Google Shape;2130;p52"/>
            <p:cNvSpPr/>
            <p:nvPr/>
          </p:nvSpPr>
          <p:spPr>
            <a:xfrm rot="14137200" flipV="1">
              <a:off x="272160" y="4039560"/>
              <a:ext cx="392040" cy="1352880"/>
            </a:xfrm>
            <a:custGeom>
              <a:avLst/>
              <a:gdLst>
                <a:gd name="textAreaLeft" fmla="*/ 0 w 392040"/>
                <a:gd name="textAreaRight" fmla="*/ 392400 w 392040"/>
                <a:gd name="textAreaTop" fmla="*/ 360 h 1352880"/>
                <a:gd name="textAreaBottom" fmla="*/ 135360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0" name="Google Shape;2131;p52"/>
            <p:cNvSpPr/>
            <p:nvPr/>
          </p:nvSpPr>
          <p:spPr>
            <a:xfrm rot="14137200" flipV="1">
              <a:off x="308520" y="450180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1" name="Google Shape;2132;p52"/>
            <p:cNvSpPr/>
            <p:nvPr/>
          </p:nvSpPr>
          <p:spPr>
            <a:xfrm rot="14137200" flipV="1">
              <a:off x="169920" y="4543920"/>
              <a:ext cx="221400" cy="150120"/>
            </a:xfrm>
            <a:custGeom>
              <a:avLst/>
              <a:gdLst>
                <a:gd name="textAreaLeft" fmla="*/ 0 w 221400"/>
                <a:gd name="textAreaRight" fmla="*/ 221760 w 221400"/>
                <a:gd name="textAreaTop" fmla="*/ -360 h 150120"/>
                <a:gd name="textAreaBottom" fmla="*/ 15012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2" name="Google Shape;2133;p52"/>
            <p:cNvSpPr/>
            <p:nvPr/>
          </p:nvSpPr>
          <p:spPr>
            <a:xfrm rot="14137200" flipV="1">
              <a:off x="347040" y="4487400"/>
              <a:ext cx="93600" cy="404280"/>
            </a:xfrm>
            <a:custGeom>
              <a:avLst/>
              <a:gdLst>
                <a:gd name="textAreaLeft" fmla="*/ 0 w 93600"/>
                <a:gd name="textAreaRight" fmla="*/ 93960 w 93600"/>
                <a:gd name="textAreaTop" fmla="*/ -360 h 404280"/>
                <a:gd name="textAreaBottom" fmla="*/ 40428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3" name="Google Shape;2134;p52"/>
            <p:cNvSpPr/>
            <p:nvPr/>
          </p:nvSpPr>
          <p:spPr>
            <a:xfrm rot="14137200" flipV="1">
              <a:off x="57960" y="4659120"/>
              <a:ext cx="278280" cy="190800"/>
            </a:xfrm>
            <a:custGeom>
              <a:avLst/>
              <a:gdLst>
                <a:gd name="textAreaLeft" fmla="*/ 0 w 278280"/>
                <a:gd name="textAreaRight" fmla="*/ 278640 w 278280"/>
                <a:gd name="textAreaTop" fmla="*/ 360 h 190800"/>
                <a:gd name="textAreaBottom" fmla="*/ 19152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4" name="Google Shape;2135;p52"/>
            <p:cNvSpPr/>
            <p:nvPr/>
          </p:nvSpPr>
          <p:spPr>
            <a:xfrm rot="14137200" flipV="1">
              <a:off x="232920" y="4063680"/>
              <a:ext cx="409680" cy="513000"/>
            </a:xfrm>
            <a:custGeom>
              <a:avLst/>
              <a:gdLst>
                <a:gd name="textAreaLeft" fmla="*/ 0 w 409680"/>
                <a:gd name="textAreaRight" fmla="*/ 410040 w 409680"/>
                <a:gd name="textAreaTop" fmla="*/ -360 h 513000"/>
                <a:gd name="textAreaBottom" fmla="*/ 51300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5" name="Google Shape;2136;p52"/>
            <p:cNvSpPr/>
            <p:nvPr/>
          </p:nvSpPr>
          <p:spPr>
            <a:xfrm rot="14137200" flipV="1">
              <a:off x="308520" y="450180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66" name="Google Shape;2137;p52"/>
          <p:cNvGrpSpPr/>
          <p:nvPr/>
        </p:nvGrpSpPr>
        <p:grpSpPr>
          <a:xfrm>
            <a:off x="8620200" y="4600800"/>
            <a:ext cx="536040" cy="552240"/>
            <a:chOff x="8620200" y="4600800"/>
            <a:chExt cx="536040" cy="552240"/>
          </a:xfrm>
        </p:grpSpPr>
        <p:sp>
          <p:nvSpPr>
            <p:cNvPr id="1867" name="Google Shape;2138;p52"/>
            <p:cNvSpPr/>
            <p:nvPr/>
          </p:nvSpPr>
          <p:spPr>
            <a:xfrm flipH="1">
              <a:off x="8627400" y="4600800"/>
              <a:ext cx="42840" cy="34200"/>
            </a:xfrm>
            <a:custGeom>
              <a:avLst/>
              <a:gdLst>
                <a:gd name="textAreaLeft" fmla="*/ -360 w 42840"/>
                <a:gd name="textAreaRight" fmla="*/ 42840 w 42840"/>
                <a:gd name="textAreaTop" fmla="*/ 0 h 34200"/>
                <a:gd name="textAreaBottom" fmla="*/ 34560 h 3420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8" name="Google Shape;2139;p52"/>
            <p:cNvSpPr/>
            <p:nvPr/>
          </p:nvSpPr>
          <p:spPr>
            <a:xfrm flipH="1">
              <a:off x="8776080" y="4754880"/>
              <a:ext cx="45360" cy="46080"/>
            </a:xfrm>
            <a:custGeom>
              <a:avLst/>
              <a:gdLst>
                <a:gd name="textAreaLeft" fmla="*/ 360 w 45360"/>
                <a:gd name="textAreaRight" fmla="*/ 46080 w 45360"/>
                <a:gd name="textAreaTop" fmla="*/ 0 h 46080"/>
                <a:gd name="textAreaBottom" fmla="*/ 46440 h 4608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9" name="Google Shape;2140;p52"/>
            <p:cNvSpPr/>
            <p:nvPr/>
          </p:nvSpPr>
          <p:spPr>
            <a:xfrm flipH="1">
              <a:off x="8619840" y="4773960"/>
              <a:ext cx="47880" cy="40320"/>
            </a:xfrm>
            <a:custGeom>
              <a:avLst/>
              <a:gdLst>
                <a:gd name="textAreaLeft" fmla="*/ -360 w 47880"/>
                <a:gd name="textAreaRight" fmla="*/ 47880 w 47880"/>
                <a:gd name="textAreaTop" fmla="*/ 0 h 40320"/>
                <a:gd name="textAreaBottom" fmla="*/ 40680 h 403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0" name="Google Shape;2141;p52"/>
            <p:cNvSpPr/>
            <p:nvPr/>
          </p:nvSpPr>
          <p:spPr>
            <a:xfrm flipH="1">
              <a:off x="8790480" y="4656600"/>
              <a:ext cx="42840" cy="31320"/>
            </a:xfrm>
            <a:custGeom>
              <a:avLst/>
              <a:gdLst>
                <a:gd name="textAreaLeft" fmla="*/ -360 w 42840"/>
                <a:gd name="textAreaRight" fmla="*/ 42840 w 42840"/>
                <a:gd name="textAreaTop" fmla="*/ 0 h 31320"/>
                <a:gd name="textAreaBottom" fmla="*/ 31680 h 3132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1" name="Google Shape;2142;p52"/>
            <p:cNvSpPr/>
            <p:nvPr/>
          </p:nvSpPr>
          <p:spPr>
            <a:xfrm flipH="1">
              <a:off x="8807760" y="4946040"/>
              <a:ext cx="48600" cy="32400"/>
            </a:xfrm>
            <a:custGeom>
              <a:avLst/>
              <a:gdLst>
                <a:gd name="textAreaLeft" fmla="*/ -360 w 48600"/>
                <a:gd name="textAreaRight" fmla="*/ 48600 w 48600"/>
                <a:gd name="textAreaTop" fmla="*/ 0 h 32400"/>
                <a:gd name="textAreaBottom" fmla="*/ 32760 h 324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2" name="Google Shape;2143;p52"/>
            <p:cNvSpPr/>
            <p:nvPr/>
          </p:nvSpPr>
          <p:spPr>
            <a:xfrm flipH="1">
              <a:off x="8962200" y="484524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3" name="Google Shape;2144;p52"/>
            <p:cNvSpPr/>
            <p:nvPr/>
          </p:nvSpPr>
          <p:spPr>
            <a:xfrm flipH="1">
              <a:off x="8980920" y="4988880"/>
              <a:ext cx="2160" cy="3600"/>
            </a:xfrm>
            <a:custGeom>
              <a:avLst/>
              <a:gdLst>
                <a:gd name="textAreaLeft" fmla="*/ 360 w 2160"/>
                <a:gd name="textAreaRight" fmla="*/ 2880 w 2160"/>
                <a:gd name="textAreaTop" fmla="*/ 0 h 3600"/>
                <a:gd name="textAreaBottom" fmla="*/ 3960 h 360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4" name="Google Shape;2145;p52"/>
            <p:cNvSpPr/>
            <p:nvPr/>
          </p:nvSpPr>
          <p:spPr>
            <a:xfrm flipH="1">
              <a:off x="9126000" y="5127840"/>
              <a:ext cx="30240" cy="25200"/>
            </a:xfrm>
            <a:custGeom>
              <a:avLst/>
              <a:gdLst>
                <a:gd name="textAreaLeft" fmla="*/ 360 w 30240"/>
                <a:gd name="textAreaRight" fmla="*/ 30960 w 30240"/>
                <a:gd name="textAreaTop" fmla="*/ 0 h 25200"/>
                <a:gd name="textAreaBottom" fmla="*/ 25560 h 252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AND_TWO_COLUMNS_1_4_1_1">
    <p:bg>
      <p:bgPr>
        <a:solidFill>
          <a:schemeClr val="dk2"/>
        </a:solidFill>
        <a:effectLst/>
      </p:bgPr>
    </p:bg>
    <p:spTree>
      <p:nvGrpSpPr>
        <p:cNvPr id="1" name=""/>
        <p:cNvGrpSpPr/>
        <p:nvPr/>
      </p:nvGrpSpPr>
      <p:grpSpPr>
        <a:xfrm>
          <a:off x="0" y="0"/>
          <a:ext cx="0" cy="0"/>
          <a:chOff x="0" y="0"/>
          <a:chExt cx="0" cy="0"/>
        </a:xfrm>
      </p:grpSpPr>
      <p:sp>
        <p:nvSpPr>
          <p:cNvPr id="1911" name="Google Shape;2189;p54"/>
          <p:cNvSpPr/>
          <p:nvPr/>
        </p:nvSpPr>
        <p:spPr>
          <a:xfrm rot="11956800">
            <a:off x="-1106280" y="40474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2" name="PlaceHolder 1"/>
          <p:cNvSpPr>
            <a:spLocks noGrp="1"/>
          </p:cNvSpPr>
          <p:nvPr>
            <p:ph type="title"/>
          </p:nvPr>
        </p:nvSpPr>
        <p:spPr>
          <a:xfrm>
            <a:off x="714960" y="420840"/>
            <a:ext cx="77137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913" name="Google Shape;2203;p54"/>
          <p:cNvSpPr/>
          <p:nvPr/>
        </p:nvSpPr>
        <p:spPr>
          <a:xfrm rot="5400000">
            <a:off x="7556400" y="12096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4" name="Google Shape;2204;p54"/>
          <p:cNvSpPr/>
          <p:nvPr/>
        </p:nvSpPr>
        <p:spPr>
          <a:xfrm>
            <a:off x="8120880" y="212040"/>
            <a:ext cx="1134360" cy="282240"/>
          </a:xfrm>
          <a:custGeom>
            <a:avLst/>
            <a:gdLst>
              <a:gd name="textAreaLeft" fmla="*/ 0 w 1134360"/>
              <a:gd name="textAreaRight" fmla="*/ 1134720 w 1134360"/>
              <a:gd name="textAreaTop" fmla="*/ 0 h 282240"/>
              <a:gd name="textAreaBottom" fmla="*/ 282600 h 28224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15" name="Google Shape;2205;p54"/>
          <p:cNvGrpSpPr/>
          <p:nvPr/>
        </p:nvGrpSpPr>
        <p:grpSpPr>
          <a:xfrm>
            <a:off x="8494920" y="641520"/>
            <a:ext cx="535320" cy="552240"/>
            <a:chOff x="8494920" y="641520"/>
            <a:chExt cx="535320" cy="552240"/>
          </a:xfrm>
        </p:grpSpPr>
        <p:sp>
          <p:nvSpPr>
            <p:cNvPr id="1916" name="Google Shape;2206;p54"/>
            <p:cNvSpPr/>
            <p:nvPr/>
          </p:nvSpPr>
          <p:spPr>
            <a:xfrm>
              <a:off x="8979840" y="64152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7" name="Google Shape;2207;p54"/>
            <p:cNvSpPr/>
            <p:nvPr/>
          </p:nvSpPr>
          <p:spPr>
            <a:xfrm>
              <a:off x="8829720" y="795600"/>
              <a:ext cx="45360" cy="46080"/>
            </a:xfrm>
            <a:custGeom>
              <a:avLst/>
              <a:gdLst>
                <a:gd name="textAreaLeft" fmla="*/ 0 w 45360"/>
                <a:gd name="textAreaRight" fmla="*/ 45720 w 45360"/>
                <a:gd name="textAreaTop" fmla="*/ 0 h 46080"/>
                <a:gd name="textAreaBottom" fmla="*/ 46440 h 4608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8" name="Google Shape;2208;p54"/>
            <p:cNvSpPr/>
            <p:nvPr/>
          </p:nvSpPr>
          <p:spPr>
            <a:xfrm>
              <a:off x="8982360" y="814680"/>
              <a:ext cx="47880" cy="40320"/>
            </a:xfrm>
            <a:custGeom>
              <a:avLst/>
              <a:gdLst>
                <a:gd name="textAreaLeft" fmla="*/ 0 w 47880"/>
                <a:gd name="textAreaRight" fmla="*/ 48240 w 47880"/>
                <a:gd name="textAreaTop" fmla="*/ 0 h 40320"/>
                <a:gd name="textAreaBottom" fmla="*/ 40680 h 403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9" name="Google Shape;2209;p54"/>
            <p:cNvSpPr/>
            <p:nvPr/>
          </p:nvSpPr>
          <p:spPr>
            <a:xfrm>
              <a:off x="8816760" y="697680"/>
              <a:ext cx="42840" cy="31320"/>
            </a:xfrm>
            <a:custGeom>
              <a:avLst/>
              <a:gdLst>
                <a:gd name="textAreaLeft" fmla="*/ 0 w 42840"/>
                <a:gd name="textAreaRight" fmla="*/ 43200 w 42840"/>
                <a:gd name="textAreaTop" fmla="*/ 0 h 31320"/>
                <a:gd name="textAreaBottom" fmla="*/ 31680 h 3132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0" name="Google Shape;2210;p54"/>
            <p:cNvSpPr/>
            <p:nvPr/>
          </p:nvSpPr>
          <p:spPr>
            <a:xfrm>
              <a:off x="8793720" y="986760"/>
              <a:ext cx="48600" cy="32400"/>
            </a:xfrm>
            <a:custGeom>
              <a:avLst/>
              <a:gdLst>
                <a:gd name="textAreaLeft" fmla="*/ 0 w 48600"/>
                <a:gd name="textAreaRight" fmla="*/ 48960 w 48600"/>
                <a:gd name="textAreaTop" fmla="*/ 0 h 32400"/>
                <a:gd name="textAreaBottom" fmla="*/ 32760 h 324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1" name="Google Shape;2211;p54"/>
            <p:cNvSpPr/>
            <p:nvPr/>
          </p:nvSpPr>
          <p:spPr>
            <a:xfrm>
              <a:off x="8650080" y="8859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2" name="Google Shape;2212;p54"/>
            <p:cNvSpPr/>
            <p:nvPr/>
          </p:nvSpPr>
          <p:spPr>
            <a:xfrm>
              <a:off x="8667720" y="1029960"/>
              <a:ext cx="2160" cy="3600"/>
            </a:xfrm>
            <a:custGeom>
              <a:avLst/>
              <a:gdLst>
                <a:gd name="textAreaLeft" fmla="*/ 0 w 2160"/>
                <a:gd name="textAreaRight" fmla="*/ 2520 w 2160"/>
                <a:gd name="textAreaTop" fmla="*/ 0 h 3600"/>
                <a:gd name="textAreaBottom" fmla="*/ 3960 h 360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3" name="Google Shape;2213;p54"/>
            <p:cNvSpPr/>
            <p:nvPr/>
          </p:nvSpPr>
          <p:spPr>
            <a:xfrm>
              <a:off x="8494920" y="1168560"/>
              <a:ext cx="30240" cy="25200"/>
            </a:xfrm>
            <a:custGeom>
              <a:avLst/>
              <a:gdLst>
                <a:gd name="textAreaLeft" fmla="*/ 0 w 30240"/>
                <a:gd name="textAreaRight" fmla="*/ 30600 w 30240"/>
                <a:gd name="textAreaTop" fmla="*/ 0 h 25200"/>
                <a:gd name="textAreaBottom" fmla="*/ 25560 h 252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24" name="Google Shape;2214;p54"/>
          <p:cNvSpPr/>
          <p:nvPr/>
        </p:nvSpPr>
        <p:spPr>
          <a:xfrm rot="17444400">
            <a:off x="-348120" y="273888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25" name="Google Shape;2215;p54"/>
          <p:cNvSpPr/>
          <p:nvPr/>
        </p:nvSpPr>
        <p:spPr>
          <a:xfrm rot="7252800">
            <a:off x="7634880" y="433368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26" name="Google Shape;2216;p54"/>
          <p:cNvGrpSpPr/>
          <p:nvPr/>
        </p:nvGrpSpPr>
        <p:grpSpPr>
          <a:xfrm>
            <a:off x="-484560" y="-66600"/>
            <a:ext cx="1367280" cy="1211760"/>
            <a:chOff x="-484560" y="-66600"/>
            <a:chExt cx="1367280" cy="1211760"/>
          </a:xfrm>
        </p:grpSpPr>
        <p:sp>
          <p:nvSpPr>
            <p:cNvPr id="1927" name="Google Shape;2217;p54"/>
            <p:cNvSpPr/>
            <p:nvPr/>
          </p:nvSpPr>
          <p:spPr>
            <a:xfrm rot="4317600">
              <a:off x="-304200" y="118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8" name="Google Shape;2218;p54"/>
            <p:cNvSpPr/>
            <p:nvPr/>
          </p:nvSpPr>
          <p:spPr>
            <a:xfrm rot="4317600">
              <a:off x="361080" y="531360"/>
              <a:ext cx="32760" cy="118080"/>
            </a:xfrm>
            <a:custGeom>
              <a:avLst/>
              <a:gdLst>
                <a:gd name="textAreaLeft" fmla="*/ 0 w 32760"/>
                <a:gd name="textAreaRight" fmla="*/ 33120 w 32760"/>
                <a:gd name="textAreaTop" fmla="*/ 0 h 118080"/>
                <a:gd name="textAreaBottom" fmla="*/ 118440 h 11808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9040" bIns="59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9" name="Google Shape;2219;p54"/>
            <p:cNvSpPr/>
            <p:nvPr/>
          </p:nvSpPr>
          <p:spPr>
            <a:xfrm rot="4317600">
              <a:off x="302760" y="56124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0" name="Google Shape;2220;p54"/>
            <p:cNvSpPr/>
            <p:nvPr/>
          </p:nvSpPr>
          <p:spPr>
            <a:xfrm rot="4317600">
              <a:off x="36360" y="47916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1" name="Google Shape;2221;p54"/>
            <p:cNvSpPr/>
            <p:nvPr/>
          </p:nvSpPr>
          <p:spPr>
            <a:xfrm rot="4317600">
              <a:off x="196920" y="6505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2" name="Google Shape;2222;p54"/>
            <p:cNvSpPr/>
            <p:nvPr/>
          </p:nvSpPr>
          <p:spPr>
            <a:xfrm rot="4317600">
              <a:off x="434520" y="12960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33" name="Google Shape;2223;p54"/>
          <p:cNvSpPr/>
          <p:nvPr/>
        </p:nvSpPr>
        <p:spPr>
          <a:xfrm rot="14201400">
            <a:off x="-1285920" y="338904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accent2"/>
        </a:solidFill>
        <a:effectLst/>
      </p:bgPr>
    </p:bg>
    <p:spTree>
      <p:nvGrpSpPr>
        <p:cNvPr id="1" name=""/>
        <p:cNvGrpSpPr/>
        <p:nvPr/>
      </p:nvGrpSpPr>
      <p:grpSpPr>
        <a:xfrm>
          <a:off x="0" y="0"/>
          <a:ext cx="0" cy="0"/>
          <a:chOff x="0" y="0"/>
          <a:chExt cx="0" cy="0"/>
        </a:xfrm>
      </p:grpSpPr>
      <p:sp>
        <p:nvSpPr>
          <p:cNvPr id="2180" name="PlaceHolder 1"/>
          <p:cNvSpPr>
            <a:spLocks noGrp="1"/>
          </p:cNvSpPr>
          <p:nvPr>
            <p:ph type="title"/>
          </p:nvPr>
        </p:nvSpPr>
        <p:spPr>
          <a:xfrm>
            <a:off x="1500480" y="1036440"/>
            <a:ext cx="6142680" cy="2596680"/>
          </a:xfrm>
          <a:prstGeom prst="rect">
            <a:avLst/>
          </a:prstGeom>
          <a:noFill/>
          <a:ln w="0">
            <a:noFill/>
          </a:ln>
        </p:spPr>
        <p:txBody>
          <a:bodyPr lIns="91440" tIns="91440" rIns="91440" bIns="91440" anchor="t">
            <a:noAutofit/>
          </a:bodyPr>
          <a:lstStyle/>
          <a:p>
            <a:pPr indent="0">
              <a:buNone/>
            </a:pPr>
            <a:r>
              <a:rPr lang="fr-FR" sz="10000" b="0" u="none" strike="noStrike">
                <a:solidFill>
                  <a:schemeClr val="dk1"/>
                </a:solidFill>
                <a:effectLst/>
                <a:uFillTx/>
                <a:latin typeface="Arial"/>
              </a:rPr>
              <a:t>Click to edit the title text format</a:t>
            </a:r>
          </a:p>
        </p:txBody>
      </p:sp>
      <p:grpSp>
        <p:nvGrpSpPr>
          <p:cNvPr id="2181" name="Google Shape;270;p8"/>
          <p:cNvGrpSpPr/>
          <p:nvPr/>
        </p:nvGrpSpPr>
        <p:grpSpPr>
          <a:xfrm>
            <a:off x="7515360" y="2748600"/>
            <a:ext cx="1015920" cy="1054800"/>
            <a:chOff x="7515360" y="2748600"/>
            <a:chExt cx="1015920" cy="1054800"/>
          </a:xfrm>
        </p:grpSpPr>
        <p:sp>
          <p:nvSpPr>
            <p:cNvPr id="2182" name="Google Shape;271;p8"/>
            <p:cNvSpPr/>
            <p:nvPr/>
          </p:nvSpPr>
          <p:spPr>
            <a:xfrm>
              <a:off x="8184960" y="274860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3" name="Google Shape;272;p8"/>
            <p:cNvSpPr/>
            <p:nvPr/>
          </p:nvSpPr>
          <p:spPr>
            <a:xfrm>
              <a:off x="8188560" y="298764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4" name="Google Shape;273;p8"/>
            <p:cNvSpPr/>
            <p:nvPr/>
          </p:nvSpPr>
          <p:spPr>
            <a:xfrm>
              <a:off x="7959960" y="282600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5" name="Google Shape;274;p8"/>
            <p:cNvSpPr/>
            <p:nvPr/>
          </p:nvSpPr>
          <p:spPr>
            <a:xfrm>
              <a:off x="7928280" y="322524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6" name="Google Shape;275;p8"/>
            <p:cNvSpPr/>
            <p:nvPr/>
          </p:nvSpPr>
          <p:spPr>
            <a:xfrm>
              <a:off x="7729920" y="308592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7" name="Google Shape;276;p8"/>
            <p:cNvSpPr/>
            <p:nvPr/>
          </p:nvSpPr>
          <p:spPr>
            <a:xfrm>
              <a:off x="7754400" y="328464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8" name="Google Shape;277;p8"/>
            <p:cNvSpPr/>
            <p:nvPr/>
          </p:nvSpPr>
          <p:spPr>
            <a:xfrm>
              <a:off x="7515360" y="347616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9" name="Google Shape;278;p8"/>
            <p:cNvSpPr/>
            <p:nvPr/>
          </p:nvSpPr>
          <p:spPr>
            <a:xfrm>
              <a:off x="8461080" y="304092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0" name="Google Shape;279;p8"/>
            <p:cNvSpPr/>
            <p:nvPr/>
          </p:nvSpPr>
          <p:spPr>
            <a:xfrm>
              <a:off x="8253720" y="3253680"/>
              <a:ext cx="63000" cy="63720"/>
            </a:xfrm>
            <a:custGeom>
              <a:avLst/>
              <a:gdLst>
                <a:gd name="textAreaLeft" fmla="*/ 0 w 63000"/>
                <a:gd name="textAreaRight" fmla="*/ 63360 w 63000"/>
                <a:gd name="textAreaTop" fmla="*/ 0 h 63720"/>
                <a:gd name="textAreaBottom" fmla="*/ 64080 h 6372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1" name="Google Shape;280;p8"/>
            <p:cNvSpPr/>
            <p:nvPr/>
          </p:nvSpPr>
          <p:spPr>
            <a:xfrm>
              <a:off x="8464680" y="327996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2" name="Google Shape;281;p8"/>
            <p:cNvSpPr/>
            <p:nvPr/>
          </p:nvSpPr>
          <p:spPr>
            <a:xfrm>
              <a:off x="8236080" y="311832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3" name="Google Shape;282;p8"/>
            <p:cNvSpPr/>
            <p:nvPr/>
          </p:nvSpPr>
          <p:spPr>
            <a:xfrm>
              <a:off x="8204400" y="351756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4" name="Google Shape;283;p8"/>
            <p:cNvSpPr/>
            <p:nvPr/>
          </p:nvSpPr>
          <p:spPr>
            <a:xfrm>
              <a:off x="8005680" y="337824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5" name="Google Shape;284;p8"/>
            <p:cNvSpPr/>
            <p:nvPr/>
          </p:nvSpPr>
          <p:spPr>
            <a:xfrm>
              <a:off x="8030520" y="357696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6" name="Google Shape;285;p8"/>
            <p:cNvSpPr/>
            <p:nvPr/>
          </p:nvSpPr>
          <p:spPr>
            <a:xfrm>
              <a:off x="7791480" y="376848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97" name="Google Shape;286;p8"/>
          <p:cNvGrpSpPr/>
          <p:nvPr/>
        </p:nvGrpSpPr>
        <p:grpSpPr>
          <a:xfrm>
            <a:off x="7818120" y="2005920"/>
            <a:ext cx="1015920" cy="1054440"/>
            <a:chOff x="7818120" y="2005920"/>
            <a:chExt cx="1015920" cy="1054440"/>
          </a:xfrm>
        </p:grpSpPr>
        <p:sp>
          <p:nvSpPr>
            <p:cNvPr id="2198" name="Google Shape;287;p8"/>
            <p:cNvSpPr/>
            <p:nvPr/>
          </p:nvSpPr>
          <p:spPr>
            <a:xfrm>
              <a:off x="8487720" y="200592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9" name="Google Shape;288;p8"/>
            <p:cNvSpPr/>
            <p:nvPr/>
          </p:nvSpPr>
          <p:spPr>
            <a:xfrm>
              <a:off x="8491320" y="224496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0" name="Google Shape;289;p8"/>
            <p:cNvSpPr/>
            <p:nvPr/>
          </p:nvSpPr>
          <p:spPr>
            <a:xfrm>
              <a:off x="8262720" y="208296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1" name="Google Shape;290;p8"/>
            <p:cNvSpPr/>
            <p:nvPr/>
          </p:nvSpPr>
          <p:spPr>
            <a:xfrm>
              <a:off x="8231040" y="248256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2" name="Google Shape;291;p8"/>
            <p:cNvSpPr/>
            <p:nvPr/>
          </p:nvSpPr>
          <p:spPr>
            <a:xfrm>
              <a:off x="8032680" y="234324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3" name="Google Shape;292;p8"/>
            <p:cNvSpPr/>
            <p:nvPr/>
          </p:nvSpPr>
          <p:spPr>
            <a:xfrm>
              <a:off x="8057160" y="254196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4" name="Google Shape;293;p8"/>
            <p:cNvSpPr/>
            <p:nvPr/>
          </p:nvSpPr>
          <p:spPr>
            <a:xfrm>
              <a:off x="7818120" y="273348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5" name="Google Shape;294;p8"/>
            <p:cNvSpPr/>
            <p:nvPr/>
          </p:nvSpPr>
          <p:spPr>
            <a:xfrm>
              <a:off x="8763840" y="2297880"/>
              <a:ext cx="59400" cy="47160"/>
            </a:xfrm>
            <a:custGeom>
              <a:avLst/>
              <a:gdLst>
                <a:gd name="textAreaLeft" fmla="*/ 0 w 59400"/>
                <a:gd name="textAreaRight" fmla="*/ 59760 w 59400"/>
                <a:gd name="textAreaTop" fmla="*/ 0 h 47160"/>
                <a:gd name="textAreaBottom" fmla="*/ 47520 h 471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6" name="Google Shape;295;p8"/>
            <p:cNvSpPr/>
            <p:nvPr/>
          </p:nvSpPr>
          <p:spPr>
            <a:xfrm>
              <a:off x="8556480" y="2510640"/>
              <a:ext cx="63000" cy="63720"/>
            </a:xfrm>
            <a:custGeom>
              <a:avLst/>
              <a:gdLst>
                <a:gd name="textAreaLeft" fmla="*/ 0 w 63000"/>
                <a:gd name="textAreaRight" fmla="*/ 63360 w 63000"/>
                <a:gd name="textAreaTop" fmla="*/ 0 h 63720"/>
                <a:gd name="textAreaBottom" fmla="*/ 64080 h 6372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7" name="Google Shape;296;p8"/>
            <p:cNvSpPr/>
            <p:nvPr/>
          </p:nvSpPr>
          <p:spPr>
            <a:xfrm>
              <a:off x="8767440" y="2536920"/>
              <a:ext cx="66600" cy="55800"/>
            </a:xfrm>
            <a:custGeom>
              <a:avLst/>
              <a:gdLst>
                <a:gd name="textAreaLeft" fmla="*/ 0 w 66600"/>
                <a:gd name="textAreaRight" fmla="*/ 66960 w 66600"/>
                <a:gd name="textAreaTop" fmla="*/ 0 h 55800"/>
                <a:gd name="textAreaBottom" fmla="*/ 56160 h 5580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8" name="Google Shape;297;p8"/>
            <p:cNvSpPr/>
            <p:nvPr/>
          </p:nvSpPr>
          <p:spPr>
            <a:xfrm>
              <a:off x="8538840" y="2375280"/>
              <a:ext cx="59400" cy="43560"/>
            </a:xfrm>
            <a:custGeom>
              <a:avLst/>
              <a:gdLst>
                <a:gd name="textAreaLeft" fmla="*/ 0 w 59400"/>
                <a:gd name="textAreaRight" fmla="*/ 59760 w 59400"/>
                <a:gd name="textAreaTop" fmla="*/ 0 h 43560"/>
                <a:gd name="textAreaBottom" fmla="*/ 43920 h 435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9" name="Google Shape;298;p8"/>
            <p:cNvSpPr/>
            <p:nvPr/>
          </p:nvSpPr>
          <p:spPr>
            <a:xfrm>
              <a:off x="8507160" y="2774880"/>
              <a:ext cx="67320" cy="45000"/>
            </a:xfrm>
            <a:custGeom>
              <a:avLst/>
              <a:gdLst>
                <a:gd name="textAreaLeft" fmla="*/ 0 w 67320"/>
                <a:gd name="textAreaRight" fmla="*/ 67680 w 67320"/>
                <a:gd name="textAreaTop" fmla="*/ 0 h 45000"/>
                <a:gd name="textAreaBottom" fmla="*/ 45360 h 450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0" name="Google Shape;299;p8"/>
            <p:cNvSpPr/>
            <p:nvPr/>
          </p:nvSpPr>
          <p:spPr>
            <a:xfrm>
              <a:off x="8308800" y="2635560"/>
              <a:ext cx="52560" cy="39960"/>
            </a:xfrm>
            <a:custGeom>
              <a:avLst/>
              <a:gdLst>
                <a:gd name="textAreaLeft" fmla="*/ 0 w 52560"/>
                <a:gd name="textAreaRight" fmla="*/ 52920 w 52560"/>
                <a:gd name="textAreaTop" fmla="*/ 0 h 39960"/>
                <a:gd name="textAreaBottom" fmla="*/ 40320 h 3996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1" name="Google Shape;300;p8"/>
            <p:cNvSpPr/>
            <p:nvPr/>
          </p:nvSpPr>
          <p:spPr>
            <a:xfrm>
              <a:off x="8333280" y="2833920"/>
              <a:ext cx="3240" cy="5040"/>
            </a:xfrm>
            <a:custGeom>
              <a:avLst/>
              <a:gdLst>
                <a:gd name="textAreaLeft" fmla="*/ 0 w 3240"/>
                <a:gd name="textAreaRight" fmla="*/ 3600 w 3240"/>
                <a:gd name="textAreaTop" fmla="*/ 0 h 5040"/>
                <a:gd name="textAreaBottom" fmla="*/ 5400 h 504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 bIns="2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2" name="Google Shape;301;p8"/>
            <p:cNvSpPr/>
            <p:nvPr/>
          </p:nvSpPr>
          <p:spPr>
            <a:xfrm>
              <a:off x="8094240" y="3025440"/>
              <a:ext cx="41760" cy="34920"/>
            </a:xfrm>
            <a:custGeom>
              <a:avLst/>
              <a:gdLst>
                <a:gd name="textAreaLeft" fmla="*/ 0 w 41760"/>
                <a:gd name="textAreaRight" fmla="*/ 42120 w 41760"/>
                <a:gd name="textAreaTop" fmla="*/ 0 h 34920"/>
                <a:gd name="textAreaBottom" fmla="*/ 35280 h 349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13" name="Google Shape;302;p8"/>
          <p:cNvSpPr/>
          <p:nvPr/>
        </p:nvSpPr>
        <p:spPr>
          <a:xfrm rot="20367600">
            <a:off x="7064640" y="4078800"/>
            <a:ext cx="1853640" cy="932400"/>
          </a:xfrm>
          <a:custGeom>
            <a:avLst/>
            <a:gdLst>
              <a:gd name="textAreaLeft" fmla="*/ 0 w 1853640"/>
              <a:gd name="textAreaRight" fmla="*/ 1854000 w 1853640"/>
              <a:gd name="textAreaTop" fmla="*/ 0 h 932400"/>
              <a:gd name="textAreaBottom" fmla="*/ 932760 h 93240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4" name="Google Shape;303;p8"/>
          <p:cNvSpPr/>
          <p:nvPr/>
        </p:nvSpPr>
        <p:spPr>
          <a:xfrm>
            <a:off x="-63360" y="4164480"/>
            <a:ext cx="4559760" cy="978480"/>
          </a:xfrm>
          <a:custGeom>
            <a:avLst/>
            <a:gdLst>
              <a:gd name="textAreaLeft" fmla="*/ 0 w 4559760"/>
              <a:gd name="textAreaRight" fmla="*/ 4560120 w 4559760"/>
              <a:gd name="textAreaTop" fmla="*/ 0 h 978480"/>
              <a:gd name="textAreaBottom" fmla="*/ 978840 h 97848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5" name="Google Shape;304;p8"/>
          <p:cNvSpPr/>
          <p:nvPr/>
        </p:nvSpPr>
        <p:spPr>
          <a:xfrm rot="8834400">
            <a:off x="4366440" y="374256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16" name="Google Shape;305;p8"/>
          <p:cNvSpPr/>
          <p:nvPr/>
        </p:nvSpPr>
        <p:spPr>
          <a:xfrm rot="3113400">
            <a:off x="7229520" y="-601560"/>
            <a:ext cx="2701440" cy="2155320"/>
          </a:xfrm>
          <a:custGeom>
            <a:avLst/>
            <a:gdLst>
              <a:gd name="textAreaLeft" fmla="*/ 0 w 2701440"/>
              <a:gd name="textAreaRight" fmla="*/ 2701800 w 2701440"/>
              <a:gd name="textAreaTop" fmla="*/ 0 h 2155320"/>
              <a:gd name="textAreaBottom" fmla="*/ 2155680 h 215532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17" name="Google Shape;306;p8"/>
          <p:cNvGrpSpPr/>
          <p:nvPr/>
        </p:nvGrpSpPr>
        <p:grpSpPr>
          <a:xfrm>
            <a:off x="1407600" y="25200"/>
            <a:ext cx="1385640" cy="672480"/>
            <a:chOff x="1407600" y="25200"/>
            <a:chExt cx="1385640" cy="672480"/>
          </a:xfrm>
        </p:grpSpPr>
        <p:sp>
          <p:nvSpPr>
            <p:cNvPr id="2218" name="Google Shape;307;p8"/>
            <p:cNvSpPr/>
            <p:nvPr/>
          </p:nvSpPr>
          <p:spPr>
            <a:xfrm rot="2993400" flipH="1">
              <a:off x="2265120" y="163800"/>
              <a:ext cx="48600" cy="45360"/>
            </a:xfrm>
            <a:custGeom>
              <a:avLst/>
              <a:gdLst>
                <a:gd name="textAreaLeft" fmla="*/ -360 w 48600"/>
                <a:gd name="textAreaRight" fmla="*/ 4860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9" name="Google Shape;308;p8"/>
            <p:cNvSpPr/>
            <p:nvPr/>
          </p:nvSpPr>
          <p:spPr>
            <a:xfrm rot="2993400" flipH="1">
              <a:off x="2378520" y="176040"/>
              <a:ext cx="39240" cy="31320"/>
            </a:xfrm>
            <a:custGeom>
              <a:avLst/>
              <a:gdLst>
                <a:gd name="textAreaLeft" fmla="*/ -360 w 39240"/>
                <a:gd name="textAreaRight" fmla="*/ 3924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0" name="Google Shape;309;p8"/>
            <p:cNvSpPr/>
            <p:nvPr/>
          </p:nvSpPr>
          <p:spPr>
            <a:xfrm rot="2993400" flipH="1">
              <a:off x="2382120" y="34560"/>
              <a:ext cx="40680" cy="34200"/>
            </a:xfrm>
            <a:custGeom>
              <a:avLst/>
              <a:gdLst>
                <a:gd name="textAreaLeft" fmla="*/ -360 w 40680"/>
                <a:gd name="textAreaRight" fmla="*/ 40680 w 40680"/>
                <a:gd name="textAreaTop" fmla="*/ 0 h 34200"/>
                <a:gd name="textAreaBottom" fmla="*/ 34560 h 3420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1" name="Google Shape;310;p8"/>
            <p:cNvSpPr/>
            <p:nvPr/>
          </p:nvSpPr>
          <p:spPr>
            <a:xfrm rot="2993400" flipH="1">
              <a:off x="2581200" y="145800"/>
              <a:ext cx="35640" cy="26640"/>
            </a:xfrm>
            <a:custGeom>
              <a:avLst/>
              <a:gdLst>
                <a:gd name="textAreaLeft" fmla="*/ -360 w 35640"/>
                <a:gd name="textAreaRight" fmla="*/ 35640 w 3564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2" name="Google Shape;311;p8"/>
            <p:cNvSpPr/>
            <p:nvPr/>
          </p:nvSpPr>
          <p:spPr>
            <a:xfrm rot="2993400" flipH="1">
              <a:off x="2732040" y="94680"/>
              <a:ext cx="55080" cy="40680"/>
            </a:xfrm>
            <a:custGeom>
              <a:avLst/>
              <a:gdLst>
                <a:gd name="textAreaLeft" fmla="*/ -360 w 55080"/>
                <a:gd name="textAreaRight" fmla="*/ 5508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3" name="Google Shape;312;p8"/>
            <p:cNvSpPr/>
            <p:nvPr/>
          </p:nvSpPr>
          <p:spPr>
            <a:xfrm rot="2993400" flipH="1">
              <a:off x="2032560" y="215280"/>
              <a:ext cx="50400" cy="42480"/>
            </a:xfrm>
            <a:custGeom>
              <a:avLst/>
              <a:gdLst>
                <a:gd name="textAreaLeft" fmla="*/ 360 w 50400"/>
                <a:gd name="textAreaRight" fmla="*/ 5112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4" name="Google Shape;313;p8"/>
            <p:cNvSpPr/>
            <p:nvPr/>
          </p:nvSpPr>
          <p:spPr>
            <a:xfrm rot="2993400" flipH="1">
              <a:off x="2076480" y="434160"/>
              <a:ext cx="53280" cy="53280"/>
            </a:xfrm>
            <a:custGeom>
              <a:avLst/>
              <a:gdLst>
                <a:gd name="textAreaLeft" fmla="*/ 360 w 53280"/>
                <a:gd name="textAreaRight" fmla="*/ 5400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5" name="Google Shape;314;p8"/>
            <p:cNvSpPr/>
            <p:nvPr/>
          </p:nvSpPr>
          <p:spPr>
            <a:xfrm rot="2993400" flipH="1">
              <a:off x="1885320" y="349560"/>
              <a:ext cx="51840" cy="39240"/>
            </a:xfrm>
            <a:custGeom>
              <a:avLst/>
              <a:gdLst>
                <a:gd name="textAreaLeft" fmla="*/ 360 w 51840"/>
                <a:gd name="textAreaRight" fmla="*/ 5256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6" name="Google Shape;315;p8"/>
            <p:cNvSpPr/>
            <p:nvPr/>
          </p:nvSpPr>
          <p:spPr>
            <a:xfrm rot="2993400" flipH="1">
              <a:off x="1874880" y="556200"/>
              <a:ext cx="57960" cy="43560"/>
            </a:xfrm>
            <a:custGeom>
              <a:avLst/>
              <a:gdLst>
                <a:gd name="textAreaLeft" fmla="*/ -360 w 57960"/>
                <a:gd name="textAreaRight" fmla="*/ 57960 w 57960"/>
                <a:gd name="textAreaTop" fmla="*/ 0 h 43560"/>
                <a:gd name="textAreaBottom" fmla="*/ 43920 h 4356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7" name="Google Shape;316;p8"/>
            <p:cNvSpPr/>
            <p:nvPr/>
          </p:nvSpPr>
          <p:spPr>
            <a:xfrm rot="2993400" flipH="1">
              <a:off x="1738080" y="520200"/>
              <a:ext cx="56520" cy="42480"/>
            </a:xfrm>
            <a:custGeom>
              <a:avLst/>
              <a:gdLst>
                <a:gd name="textAreaLeft" fmla="*/ -360 w 56520"/>
                <a:gd name="textAreaRight" fmla="*/ 5652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8" name="Google Shape;317;p8"/>
            <p:cNvSpPr/>
            <p:nvPr/>
          </p:nvSpPr>
          <p:spPr>
            <a:xfrm rot="2993400" flipH="1">
              <a:off x="1638720" y="576000"/>
              <a:ext cx="34560" cy="26280"/>
            </a:xfrm>
            <a:custGeom>
              <a:avLst/>
              <a:gdLst>
                <a:gd name="textAreaLeft" fmla="*/ 360 w 34560"/>
                <a:gd name="textAreaRight" fmla="*/ 35280 w 34560"/>
                <a:gd name="textAreaTop" fmla="*/ 0 h 26280"/>
                <a:gd name="textAreaBottom" fmla="*/ 26640 h 2628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9" name="Google Shape;318;p8"/>
            <p:cNvSpPr/>
            <p:nvPr/>
          </p:nvSpPr>
          <p:spPr>
            <a:xfrm rot="2993400" flipH="1">
              <a:off x="1413720" y="651600"/>
              <a:ext cx="42480" cy="36000"/>
            </a:xfrm>
            <a:custGeom>
              <a:avLst/>
              <a:gdLst>
                <a:gd name="textAreaLeft" fmla="*/ 360 w 42480"/>
                <a:gd name="textAreaRight" fmla="*/ 4320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30" name="Google Shape;319;p8"/>
          <p:cNvSpPr/>
          <p:nvPr/>
        </p:nvSpPr>
        <p:spPr>
          <a:xfrm>
            <a:off x="7657200" y="-63360"/>
            <a:ext cx="1440720" cy="328320"/>
          </a:xfrm>
          <a:custGeom>
            <a:avLst/>
            <a:gdLst>
              <a:gd name="textAreaLeft" fmla="*/ 0 w 1440720"/>
              <a:gd name="textAreaRight" fmla="*/ 1441080 w 1440720"/>
              <a:gd name="textAreaTop" fmla="*/ 0 h 328320"/>
              <a:gd name="textAreaBottom" fmla="*/ 328680 h 3283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1" name="Google Shape;320;p8"/>
          <p:cNvSpPr/>
          <p:nvPr/>
        </p:nvSpPr>
        <p:spPr>
          <a:xfrm rot="14858400" flipH="1">
            <a:off x="-338400" y="96840"/>
            <a:ext cx="1491480" cy="885240"/>
          </a:xfrm>
          <a:custGeom>
            <a:avLst/>
            <a:gdLst>
              <a:gd name="textAreaLeft" fmla="*/ -360 w 1491480"/>
              <a:gd name="textAreaRight" fmla="*/ 1491480 w 1491480"/>
              <a:gd name="textAreaTop" fmla="*/ 0 h 885240"/>
              <a:gd name="textAreaBottom" fmla="*/ 885600 h 8852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32" name="Google Shape;321;p8"/>
          <p:cNvGrpSpPr/>
          <p:nvPr/>
        </p:nvGrpSpPr>
        <p:grpSpPr>
          <a:xfrm>
            <a:off x="352800" y="2955240"/>
            <a:ext cx="977760" cy="1396080"/>
            <a:chOff x="352800" y="2955240"/>
            <a:chExt cx="977760" cy="1396080"/>
          </a:xfrm>
        </p:grpSpPr>
        <p:sp>
          <p:nvSpPr>
            <p:cNvPr id="2233" name="Google Shape;322;p8"/>
            <p:cNvSpPr/>
            <p:nvPr/>
          </p:nvSpPr>
          <p:spPr>
            <a:xfrm rot="20172600">
              <a:off x="608760" y="297648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4" name="Google Shape;323;p8"/>
            <p:cNvSpPr/>
            <p:nvPr/>
          </p:nvSpPr>
          <p:spPr>
            <a:xfrm rot="20172600">
              <a:off x="937800" y="352188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5" name="Google Shape;324;p8"/>
            <p:cNvSpPr/>
            <p:nvPr/>
          </p:nvSpPr>
          <p:spPr>
            <a:xfrm rot="20172600">
              <a:off x="904320" y="35942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6" name="Google Shape;325;p8"/>
            <p:cNvSpPr/>
            <p:nvPr/>
          </p:nvSpPr>
          <p:spPr>
            <a:xfrm rot="20172600">
              <a:off x="834840" y="346716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7" name="Google Shape;326;p8"/>
            <p:cNvSpPr/>
            <p:nvPr/>
          </p:nvSpPr>
          <p:spPr>
            <a:xfrm rot="20172600">
              <a:off x="875880" y="373320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8" name="Google Shape;327;p8"/>
            <p:cNvSpPr/>
            <p:nvPr/>
          </p:nvSpPr>
          <p:spPr>
            <a:xfrm rot="20172600">
              <a:off x="834840" y="307512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9" name="Google Shape;328;p8"/>
            <p:cNvSpPr/>
            <p:nvPr/>
          </p:nvSpPr>
          <p:spPr>
            <a:xfrm rot="20172600">
              <a:off x="937800" y="352188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40" name="Google Shape;329;p8"/>
          <p:cNvSpPr/>
          <p:nvPr/>
        </p:nvSpPr>
        <p:spPr>
          <a:xfrm rot="21430800">
            <a:off x="3780000" y="-7200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2_1">
    <p:bg>
      <p:bgPr>
        <a:solidFill>
          <a:schemeClr val="dk2"/>
        </a:solidFill>
        <a:effectLst/>
      </p:bgPr>
    </p:bg>
    <p:spTree>
      <p:nvGrpSpPr>
        <p:cNvPr id="1" name=""/>
        <p:cNvGrpSpPr/>
        <p:nvPr/>
      </p:nvGrpSpPr>
      <p:grpSpPr>
        <a:xfrm>
          <a:off x="0" y="0"/>
          <a:ext cx="0" cy="0"/>
          <a:chOff x="0" y="0"/>
          <a:chExt cx="0" cy="0"/>
        </a:xfrm>
      </p:grpSpPr>
      <p:sp>
        <p:nvSpPr>
          <p:cNvPr id="90" name="Google Shape;399;p13"/>
          <p:cNvSpPr/>
          <p:nvPr/>
        </p:nvSpPr>
        <p:spPr>
          <a:xfrm rot="3446400">
            <a:off x="8364960" y="1682280"/>
            <a:ext cx="1381680" cy="600120"/>
          </a:xfrm>
          <a:custGeom>
            <a:avLst/>
            <a:gdLst>
              <a:gd name="textAreaLeft" fmla="*/ 0 w 1381680"/>
              <a:gd name="textAreaRight" fmla="*/ 1382040 w 1381680"/>
              <a:gd name="textAreaTop" fmla="*/ 0 h 600120"/>
              <a:gd name="textAreaBottom" fmla="*/ 600480 h 60012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 name="PlaceHolder 1"/>
          <p:cNvSpPr>
            <a:spLocks noGrp="1"/>
          </p:cNvSpPr>
          <p:nvPr>
            <p:ph type="title"/>
          </p:nvPr>
        </p:nvSpPr>
        <p:spPr>
          <a:xfrm>
            <a:off x="1908360" y="1492200"/>
            <a:ext cx="2713320" cy="5774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92" name="PlaceHolder 2"/>
          <p:cNvSpPr>
            <a:spLocks noGrp="1"/>
          </p:cNvSpPr>
          <p:nvPr>
            <p:ph type="title"/>
          </p:nvPr>
        </p:nvSpPr>
        <p:spPr>
          <a:xfrm>
            <a:off x="874440" y="1936440"/>
            <a:ext cx="978120" cy="575640"/>
          </a:xfrm>
          <a:prstGeom prst="rect">
            <a:avLst/>
          </a:prstGeom>
          <a:noFill/>
          <a:ln w="0">
            <a:noFill/>
          </a:ln>
        </p:spPr>
        <p:txBody>
          <a:bodyPr lIns="91440" tIns="91440" rIns="91440" bIns="91440" anchor="t">
            <a:noAutofit/>
          </a:bodyPr>
          <a:lstStyle/>
          <a:p>
            <a:pPr indent="0" algn="ctr">
              <a:lnSpc>
                <a:spcPct val="100000"/>
              </a:lnSpc>
              <a:buNone/>
            </a:pPr>
            <a:r>
              <a:rPr lang="fr-FR" sz="4100" b="0" u="none" strike="noStrike">
                <a:solidFill>
                  <a:schemeClr val="lt1"/>
                </a:solidFill>
                <a:effectLst/>
                <a:uFillTx/>
                <a:latin typeface="Calistoga"/>
                <a:ea typeface="Calistoga"/>
              </a:rPr>
              <a:t>xx%</a:t>
            </a:r>
            <a:endParaRPr lang="fr-FR" sz="4100" b="0" u="none" strike="noStrike">
              <a:solidFill>
                <a:schemeClr val="dk1"/>
              </a:solidFill>
              <a:effectLst/>
              <a:uFillTx/>
              <a:latin typeface="Arial"/>
            </a:endParaRPr>
          </a:p>
        </p:txBody>
      </p:sp>
      <p:sp>
        <p:nvSpPr>
          <p:cNvPr id="93" name="PlaceHolder 3"/>
          <p:cNvSpPr>
            <a:spLocks noGrp="1"/>
          </p:cNvSpPr>
          <p:nvPr>
            <p:ph type="title"/>
          </p:nvPr>
        </p:nvSpPr>
        <p:spPr>
          <a:xfrm>
            <a:off x="5716800" y="1492200"/>
            <a:ext cx="2713320" cy="5774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94" name="PlaceHolder 4"/>
          <p:cNvSpPr>
            <a:spLocks noGrp="1"/>
          </p:cNvSpPr>
          <p:nvPr>
            <p:ph type="title"/>
          </p:nvPr>
        </p:nvSpPr>
        <p:spPr>
          <a:xfrm>
            <a:off x="4688640" y="1936440"/>
            <a:ext cx="974520" cy="575640"/>
          </a:xfrm>
          <a:prstGeom prst="rect">
            <a:avLst/>
          </a:prstGeom>
          <a:noFill/>
          <a:ln w="0">
            <a:noFill/>
          </a:ln>
        </p:spPr>
        <p:txBody>
          <a:bodyPr lIns="91440" tIns="91440" rIns="91440" bIns="91440" anchor="t">
            <a:noAutofit/>
          </a:bodyPr>
          <a:lstStyle/>
          <a:p>
            <a:pPr indent="0" algn="ctr">
              <a:lnSpc>
                <a:spcPct val="100000"/>
              </a:lnSpc>
              <a:buNone/>
            </a:pPr>
            <a:r>
              <a:rPr lang="fr-FR" sz="4100" b="0" u="none" strike="noStrike">
                <a:solidFill>
                  <a:schemeClr val="lt1"/>
                </a:solidFill>
                <a:effectLst/>
                <a:uFillTx/>
                <a:latin typeface="Calistoga"/>
                <a:ea typeface="Calistoga"/>
              </a:rPr>
              <a:t>xx%</a:t>
            </a:r>
            <a:endParaRPr lang="fr-FR" sz="4100" b="0" u="none" strike="noStrike">
              <a:solidFill>
                <a:schemeClr val="dk1"/>
              </a:solidFill>
              <a:effectLst/>
              <a:uFillTx/>
              <a:latin typeface="Arial"/>
            </a:endParaRPr>
          </a:p>
        </p:txBody>
      </p:sp>
      <p:sp>
        <p:nvSpPr>
          <p:cNvPr id="95" name="PlaceHolder 5"/>
          <p:cNvSpPr>
            <a:spLocks noGrp="1"/>
          </p:cNvSpPr>
          <p:nvPr>
            <p:ph type="title"/>
          </p:nvPr>
        </p:nvSpPr>
        <p:spPr>
          <a:xfrm>
            <a:off x="1908360" y="2963520"/>
            <a:ext cx="2713320" cy="5774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96" name="PlaceHolder 6"/>
          <p:cNvSpPr>
            <a:spLocks noGrp="1"/>
          </p:cNvSpPr>
          <p:nvPr>
            <p:ph type="title"/>
          </p:nvPr>
        </p:nvSpPr>
        <p:spPr>
          <a:xfrm>
            <a:off x="872280" y="3407760"/>
            <a:ext cx="978120" cy="575640"/>
          </a:xfrm>
          <a:prstGeom prst="rect">
            <a:avLst/>
          </a:prstGeom>
          <a:noFill/>
          <a:ln w="0">
            <a:noFill/>
          </a:ln>
        </p:spPr>
        <p:txBody>
          <a:bodyPr lIns="91440" tIns="91440" rIns="91440" bIns="91440" anchor="t">
            <a:noAutofit/>
          </a:bodyPr>
          <a:lstStyle/>
          <a:p>
            <a:pPr indent="0" algn="ctr">
              <a:lnSpc>
                <a:spcPct val="100000"/>
              </a:lnSpc>
              <a:buNone/>
            </a:pPr>
            <a:r>
              <a:rPr lang="fr-FR" sz="4100" b="0" u="none" strike="noStrike">
                <a:solidFill>
                  <a:schemeClr val="lt1"/>
                </a:solidFill>
                <a:effectLst/>
                <a:uFillTx/>
                <a:latin typeface="Calistoga"/>
                <a:ea typeface="Calistoga"/>
              </a:rPr>
              <a:t>xx%</a:t>
            </a:r>
            <a:endParaRPr lang="fr-FR" sz="4100" b="0" u="none" strike="noStrike">
              <a:solidFill>
                <a:schemeClr val="dk1"/>
              </a:solidFill>
              <a:effectLst/>
              <a:uFillTx/>
              <a:latin typeface="Arial"/>
            </a:endParaRPr>
          </a:p>
        </p:txBody>
      </p:sp>
      <p:sp>
        <p:nvSpPr>
          <p:cNvPr id="97" name="PlaceHolder 7"/>
          <p:cNvSpPr>
            <a:spLocks noGrp="1"/>
          </p:cNvSpPr>
          <p:nvPr>
            <p:ph type="title"/>
          </p:nvPr>
        </p:nvSpPr>
        <p:spPr>
          <a:xfrm>
            <a:off x="5716800" y="2963520"/>
            <a:ext cx="2713320" cy="5774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98" name="PlaceHolder 8"/>
          <p:cNvSpPr>
            <a:spLocks noGrp="1"/>
          </p:cNvSpPr>
          <p:nvPr>
            <p:ph type="title"/>
          </p:nvPr>
        </p:nvSpPr>
        <p:spPr>
          <a:xfrm>
            <a:off x="4685040" y="3407760"/>
            <a:ext cx="974520" cy="575640"/>
          </a:xfrm>
          <a:prstGeom prst="rect">
            <a:avLst/>
          </a:prstGeom>
          <a:noFill/>
          <a:ln w="0">
            <a:noFill/>
          </a:ln>
        </p:spPr>
        <p:txBody>
          <a:bodyPr lIns="91440" tIns="91440" rIns="91440" bIns="91440" anchor="t">
            <a:noAutofit/>
          </a:bodyPr>
          <a:lstStyle/>
          <a:p>
            <a:pPr indent="0" algn="ctr">
              <a:lnSpc>
                <a:spcPct val="100000"/>
              </a:lnSpc>
              <a:buNone/>
            </a:pPr>
            <a:r>
              <a:rPr lang="fr-FR" sz="4100" b="0" u="none" strike="noStrike">
                <a:solidFill>
                  <a:schemeClr val="lt1"/>
                </a:solidFill>
                <a:effectLst/>
                <a:uFillTx/>
                <a:latin typeface="Calistoga"/>
                <a:ea typeface="Calistoga"/>
              </a:rPr>
              <a:t>xx%</a:t>
            </a:r>
            <a:endParaRPr lang="fr-FR" sz="4100" b="0" u="none" strike="noStrike">
              <a:solidFill>
                <a:schemeClr val="dk1"/>
              </a:solidFill>
              <a:effectLst/>
              <a:uFillTx/>
              <a:latin typeface="Arial"/>
            </a:endParaRPr>
          </a:p>
        </p:txBody>
      </p:sp>
      <p:sp>
        <p:nvSpPr>
          <p:cNvPr id="99" name="PlaceHolder 9"/>
          <p:cNvSpPr>
            <a:spLocks noGrp="1"/>
          </p:cNvSpPr>
          <p:nvPr>
            <p:ph type="title"/>
          </p:nvPr>
        </p:nvSpPr>
        <p:spPr>
          <a:xfrm>
            <a:off x="713160" y="420480"/>
            <a:ext cx="7717320" cy="5774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00" name="Google Shape;413;p13"/>
          <p:cNvSpPr/>
          <p:nvPr/>
        </p:nvSpPr>
        <p:spPr>
          <a:xfrm>
            <a:off x="-428400" y="123876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4"/>
          </a:solidFill>
          <a:ln w="9525">
            <a:solidFill>
              <a:srgbClr val="3F4941"/>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 name="Google Shape;414;p13"/>
          <p:cNvSpPr/>
          <p:nvPr/>
        </p:nvSpPr>
        <p:spPr>
          <a:xfrm>
            <a:off x="0" y="3740760"/>
            <a:ext cx="977760" cy="1423440"/>
          </a:xfrm>
          <a:custGeom>
            <a:avLst/>
            <a:gdLst>
              <a:gd name="textAreaLeft" fmla="*/ 0 w 977760"/>
              <a:gd name="textAreaRight" fmla="*/ 978120 w 977760"/>
              <a:gd name="textAreaTop" fmla="*/ 0 h 1423440"/>
              <a:gd name="textAreaBottom" fmla="*/ 1423800 h 142344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02" name="Google Shape;415;p13"/>
          <p:cNvGrpSpPr/>
          <p:nvPr/>
        </p:nvGrpSpPr>
        <p:grpSpPr>
          <a:xfrm>
            <a:off x="510840" y="3999960"/>
            <a:ext cx="740880" cy="1194840"/>
            <a:chOff x="510840" y="3999960"/>
            <a:chExt cx="740880" cy="1194840"/>
          </a:xfrm>
        </p:grpSpPr>
        <p:sp>
          <p:nvSpPr>
            <p:cNvPr id="103" name="Google Shape;416;p13"/>
            <p:cNvSpPr/>
            <p:nvPr/>
          </p:nvSpPr>
          <p:spPr>
            <a:xfrm rot="3521400">
              <a:off x="718920" y="460260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417;p13"/>
            <p:cNvSpPr/>
            <p:nvPr/>
          </p:nvSpPr>
          <p:spPr>
            <a:xfrm rot="3521400">
              <a:off x="750240" y="470556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 name="Google Shape;418;p13"/>
            <p:cNvSpPr/>
            <p:nvPr/>
          </p:nvSpPr>
          <p:spPr>
            <a:xfrm rot="3521400">
              <a:off x="792720" y="461088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 name="Google Shape;419;p13"/>
            <p:cNvSpPr/>
            <p:nvPr/>
          </p:nvSpPr>
          <p:spPr>
            <a:xfrm rot="3521400">
              <a:off x="968400" y="47671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420;p13"/>
            <p:cNvSpPr/>
            <p:nvPr/>
          </p:nvSpPr>
          <p:spPr>
            <a:xfrm rot="3521400">
              <a:off x="814680" y="474588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421;p13"/>
            <p:cNvSpPr/>
            <p:nvPr/>
          </p:nvSpPr>
          <p:spPr>
            <a:xfrm rot="3521400">
              <a:off x="698760" y="493128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 name="Google Shape;422;p13"/>
            <p:cNvSpPr/>
            <p:nvPr/>
          </p:nvSpPr>
          <p:spPr>
            <a:xfrm rot="3521400">
              <a:off x="869040" y="462852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 name="Google Shape;423;p13"/>
            <p:cNvSpPr/>
            <p:nvPr/>
          </p:nvSpPr>
          <p:spPr>
            <a:xfrm rot="3521400">
              <a:off x="958680" y="44676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 name="Google Shape;424;p13"/>
            <p:cNvSpPr/>
            <p:nvPr/>
          </p:nvSpPr>
          <p:spPr>
            <a:xfrm rot="3521400">
              <a:off x="1071720" y="447516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 name="Google Shape;425;p13"/>
            <p:cNvSpPr/>
            <p:nvPr/>
          </p:nvSpPr>
          <p:spPr>
            <a:xfrm rot="3521400">
              <a:off x="829080" y="439308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 name="Google Shape;426;p13"/>
            <p:cNvSpPr/>
            <p:nvPr/>
          </p:nvSpPr>
          <p:spPr>
            <a:xfrm rot="3521400">
              <a:off x="1015920" y="435816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 name="Google Shape;427;p13"/>
            <p:cNvSpPr/>
            <p:nvPr/>
          </p:nvSpPr>
          <p:spPr>
            <a:xfrm rot="3521400">
              <a:off x="1029960" y="42433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 name="Google Shape;428;p13"/>
            <p:cNvSpPr/>
            <p:nvPr/>
          </p:nvSpPr>
          <p:spPr>
            <a:xfrm rot="3521400">
              <a:off x="1160280" y="408276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 name="Google Shape;429;p13"/>
            <p:cNvSpPr/>
            <p:nvPr/>
          </p:nvSpPr>
          <p:spPr>
            <a:xfrm rot="3521400">
              <a:off x="1224360" y="40057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 name="Google Shape;430;p13"/>
            <p:cNvSpPr/>
            <p:nvPr/>
          </p:nvSpPr>
          <p:spPr>
            <a:xfrm rot="3521400">
              <a:off x="853200" y="492264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 name="Google Shape;431;p13"/>
            <p:cNvSpPr/>
            <p:nvPr/>
          </p:nvSpPr>
          <p:spPr>
            <a:xfrm rot="3521400">
              <a:off x="565560" y="46875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 name="Google Shape;432;p13"/>
            <p:cNvSpPr/>
            <p:nvPr/>
          </p:nvSpPr>
          <p:spPr>
            <a:xfrm rot="3521400">
              <a:off x="599400" y="507960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 name="Google Shape;433;p13"/>
            <p:cNvSpPr/>
            <p:nvPr/>
          </p:nvSpPr>
          <p:spPr>
            <a:xfrm rot="3521400">
              <a:off x="513720" y="515664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1" name="Google Shape;434;p13"/>
          <p:cNvSpPr/>
          <p:nvPr/>
        </p:nvSpPr>
        <p:spPr>
          <a:xfrm>
            <a:off x="7340760" y="461520"/>
            <a:ext cx="1853640" cy="1357920"/>
          </a:xfrm>
          <a:custGeom>
            <a:avLst/>
            <a:gdLst>
              <a:gd name="textAreaLeft" fmla="*/ 0 w 1853640"/>
              <a:gd name="textAreaRight" fmla="*/ 185400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435;p13"/>
          <p:cNvSpPr/>
          <p:nvPr/>
        </p:nvSpPr>
        <p:spPr>
          <a:xfrm>
            <a:off x="8520120" y="297720"/>
            <a:ext cx="673920" cy="483120"/>
          </a:xfrm>
          <a:custGeom>
            <a:avLst/>
            <a:gdLst>
              <a:gd name="textAreaLeft" fmla="*/ 0 w 673920"/>
              <a:gd name="textAreaRight" fmla="*/ 674280 w 673920"/>
              <a:gd name="textAreaTop" fmla="*/ 0 h 483120"/>
              <a:gd name="textAreaBottom" fmla="*/ 483480 h 48312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3" name="Google Shape;436;p13"/>
          <p:cNvGrpSpPr/>
          <p:nvPr/>
        </p:nvGrpSpPr>
        <p:grpSpPr>
          <a:xfrm>
            <a:off x="6988320" y="272880"/>
            <a:ext cx="696240" cy="1015560"/>
            <a:chOff x="6988320" y="272880"/>
            <a:chExt cx="696240" cy="1015560"/>
          </a:xfrm>
        </p:grpSpPr>
        <p:sp>
          <p:nvSpPr>
            <p:cNvPr id="124" name="Google Shape;437;p13"/>
            <p:cNvSpPr/>
            <p:nvPr/>
          </p:nvSpPr>
          <p:spPr>
            <a:xfrm rot="1098000">
              <a:off x="7588080" y="28044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 name="Google Shape;438;p13"/>
            <p:cNvSpPr/>
            <p:nvPr/>
          </p:nvSpPr>
          <p:spPr>
            <a:xfrm rot="1098000">
              <a:off x="7620480" y="52704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 name="Google Shape;439;p13"/>
            <p:cNvSpPr/>
            <p:nvPr/>
          </p:nvSpPr>
          <p:spPr>
            <a:xfrm rot="1098000">
              <a:off x="7372080" y="37116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440;p13"/>
            <p:cNvSpPr/>
            <p:nvPr/>
          </p:nvSpPr>
          <p:spPr>
            <a:xfrm rot="1098000">
              <a:off x="7409880" y="6444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 name="Google Shape;441;p13"/>
            <p:cNvSpPr/>
            <p:nvPr/>
          </p:nvSpPr>
          <p:spPr>
            <a:xfrm rot="1098000">
              <a:off x="7228440" y="65556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 name="Google Shape;442;p13"/>
            <p:cNvSpPr/>
            <p:nvPr/>
          </p:nvSpPr>
          <p:spPr>
            <a:xfrm rot="1098000">
              <a:off x="7266960" y="8024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 name="Google Shape;443;p13"/>
            <p:cNvSpPr/>
            <p:nvPr/>
          </p:nvSpPr>
          <p:spPr>
            <a:xfrm rot="1098000">
              <a:off x="7152120" y="9277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 name="Google Shape;444;p13"/>
            <p:cNvSpPr/>
            <p:nvPr/>
          </p:nvSpPr>
          <p:spPr>
            <a:xfrm rot="1098000">
              <a:off x="7055640" y="107496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445;p13"/>
            <p:cNvSpPr/>
            <p:nvPr/>
          </p:nvSpPr>
          <p:spPr>
            <a:xfrm rot="1098000">
              <a:off x="6994080" y="123228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3" name="Google Shape;446;p13"/>
          <p:cNvGrpSpPr/>
          <p:nvPr/>
        </p:nvGrpSpPr>
        <p:grpSpPr>
          <a:xfrm>
            <a:off x="7974720" y="3871080"/>
            <a:ext cx="1189080" cy="1346760"/>
            <a:chOff x="7974720" y="3871080"/>
            <a:chExt cx="1189080" cy="1346760"/>
          </a:xfrm>
        </p:grpSpPr>
        <p:sp>
          <p:nvSpPr>
            <p:cNvPr id="134" name="Google Shape;447;p13"/>
            <p:cNvSpPr/>
            <p:nvPr/>
          </p:nvSpPr>
          <p:spPr>
            <a:xfrm rot="975000">
              <a:off x="8103600" y="405360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448;p13"/>
            <p:cNvSpPr/>
            <p:nvPr/>
          </p:nvSpPr>
          <p:spPr>
            <a:xfrm rot="975000">
              <a:off x="8716680" y="437184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449;p13"/>
            <p:cNvSpPr/>
            <p:nvPr/>
          </p:nvSpPr>
          <p:spPr>
            <a:xfrm rot="975000">
              <a:off x="8766720" y="44035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450;p13"/>
            <p:cNvSpPr/>
            <p:nvPr/>
          </p:nvSpPr>
          <p:spPr>
            <a:xfrm rot="975000">
              <a:off x="8476560" y="445752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451;p13"/>
            <p:cNvSpPr/>
            <p:nvPr/>
          </p:nvSpPr>
          <p:spPr>
            <a:xfrm rot="975000">
              <a:off x="8806320" y="45205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452;p13"/>
            <p:cNvSpPr/>
            <p:nvPr/>
          </p:nvSpPr>
          <p:spPr>
            <a:xfrm rot="975000">
              <a:off x="8588160" y="389160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0" name="Google Shape;453;p13"/>
          <p:cNvSpPr/>
          <p:nvPr/>
        </p:nvSpPr>
        <p:spPr>
          <a:xfrm rot="4151400">
            <a:off x="7560720" y="6278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dk2"/>
        </a:solidFill>
        <a:effectLst/>
      </p:bgPr>
    </p:bg>
    <p:spTree>
      <p:nvGrpSpPr>
        <p:cNvPr id="1" name=""/>
        <p:cNvGrpSpPr/>
        <p:nvPr/>
      </p:nvGrpSpPr>
      <p:grpSpPr>
        <a:xfrm>
          <a:off x="0" y="0"/>
          <a:ext cx="0" cy="0"/>
          <a:chOff x="0" y="0"/>
          <a:chExt cx="0" cy="0"/>
        </a:xfrm>
      </p:grpSpPr>
      <p:sp>
        <p:nvSpPr>
          <p:cNvPr id="187" name="PlaceHolder 1"/>
          <p:cNvSpPr>
            <a:spLocks noGrp="1"/>
          </p:cNvSpPr>
          <p:nvPr>
            <p:ph type="title"/>
          </p:nvPr>
        </p:nvSpPr>
        <p:spPr>
          <a:xfrm>
            <a:off x="1936440" y="3479400"/>
            <a:ext cx="3309840" cy="48132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188" name="Google Shape;509;p15"/>
          <p:cNvSpPr/>
          <p:nvPr/>
        </p:nvSpPr>
        <p:spPr>
          <a:xfrm>
            <a:off x="-74160" y="2702520"/>
            <a:ext cx="1080" cy="1080"/>
          </a:xfrm>
          <a:custGeom>
            <a:avLst/>
            <a:gdLst>
              <a:gd name="textAreaLeft" fmla="*/ 0 w 1080"/>
              <a:gd name="textAreaRight" fmla="*/ 1440 w 1080"/>
              <a:gd name="textAreaTop" fmla="*/ 0 h 1080"/>
              <a:gd name="textAreaBottom" fmla="*/ 1440 h 1080"/>
            </a:gdLst>
            <a:ahLst/>
            <a:cxnLst/>
            <a:rect l="textAreaLeft" t="textAreaTop" r="textAreaRight" b="textAreaBottom"/>
            <a:pathLst>
              <a:path w="64" h="64">
                <a:moveTo>
                  <a:pt x="63" y="0"/>
                </a:moveTo>
                <a:cubicBezTo>
                  <a:pt x="21" y="21"/>
                  <a:pt x="0" y="21"/>
                  <a:pt x="0" y="63"/>
                </a:cubicBezTo>
                <a:cubicBezTo>
                  <a:pt x="42" y="63"/>
                  <a:pt x="63" y="21"/>
                  <a:pt x="63" y="0"/>
                </a:cubicBezTo>
                <a:close/>
              </a:path>
            </a:pathLst>
          </a:custGeom>
          <a:solidFill>
            <a:srgbClr val="D7EAEA"/>
          </a:solidFill>
          <a:ln w="0">
            <a:noFill/>
          </a:ln>
        </p:spPr>
        <p:style>
          <a:lnRef idx="0">
            <a:scrgbClr r="0" g="0" b="0"/>
          </a:lnRef>
          <a:fillRef idx="0">
            <a:scrgbClr r="0" g="0" b="0"/>
          </a:fillRef>
          <a:effectRef idx="0">
            <a:scrgbClr r="0" g="0" b="0"/>
          </a:effectRef>
          <a:fontRef idx="minor"/>
        </p:style>
        <p:txBody>
          <a:bodyPr tIns="720" bIns="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 name="Google Shape;510;p15"/>
          <p:cNvSpPr/>
          <p:nvPr/>
        </p:nvSpPr>
        <p:spPr>
          <a:xfrm>
            <a:off x="-72720" y="270252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lnTo>
                  <a:pt x="0" y="0"/>
                </a:lnTo>
                <a:close/>
              </a:path>
            </a:pathLst>
          </a:custGeom>
          <a:solidFill>
            <a:srgbClr val="D7EAE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511;p15"/>
          <p:cNvSpPr/>
          <p:nvPr/>
        </p:nvSpPr>
        <p:spPr>
          <a:xfrm>
            <a:off x="-57960" y="438840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1" name="Google Shape;512;p15"/>
          <p:cNvGrpSpPr/>
          <p:nvPr/>
        </p:nvGrpSpPr>
        <p:grpSpPr>
          <a:xfrm>
            <a:off x="90720" y="87480"/>
            <a:ext cx="861480" cy="954720"/>
            <a:chOff x="90720" y="87480"/>
            <a:chExt cx="861480" cy="954720"/>
          </a:xfrm>
        </p:grpSpPr>
        <p:sp>
          <p:nvSpPr>
            <p:cNvPr id="192" name="Google Shape;513;p15"/>
            <p:cNvSpPr/>
            <p:nvPr/>
          </p:nvSpPr>
          <p:spPr>
            <a:xfrm>
              <a:off x="452520" y="498600"/>
              <a:ext cx="27720" cy="20520"/>
            </a:xfrm>
            <a:custGeom>
              <a:avLst/>
              <a:gdLst>
                <a:gd name="textAreaLeft" fmla="*/ 0 w 27720"/>
                <a:gd name="textAreaRight" fmla="*/ 28080 w 27720"/>
                <a:gd name="textAreaTop" fmla="*/ 0 h 20520"/>
                <a:gd name="textAreaBottom" fmla="*/ 20880 h 20520"/>
              </a:gdLst>
              <a:ahLst/>
              <a:cxnLst/>
              <a:rect l="textAreaLeft" t="textAreaTop" r="textAreaRight" b="textAreaBottom"/>
              <a:pathLst>
                <a:path w="588" h="441">
                  <a:moveTo>
                    <a:pt x="294" y="0"/>
                  </a:moveTo>
                  <a:cubicBezTo>
                    <a:pt x="1" y="0"/>
                    <a:pt x="1" y="440"/>
                    <a:pt x="294" y="440"/>
                  </a:cubicBezTo>
                  <a:cubicBezTo>
                    <a:pt x="587" y="440"/>
                    <a:pt x="587" y="0"/>
                    <a:pt x="29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514;p15"/>
            <p:cNvSpPr/>
            <p:nvPr/>
          </p:nvSpPr>
          <p:spPr>
            <a:xfrm>
              <a:off x="503280" y="689040"/>
              <a:ext cx="31320" cy="27720"/>
            </a:xfrm>
            <a:custGeom>
              <a:avLst/>
              <a:gdLst>
                <a:gd name="textAreaLeft" fmla="*/ 0 w 31320"/>
                <a:gd name="textAreaRight" fmla="*/ 31680 w 31320"/>
                <a:gd name="textAreaTop" fmla="*/ 0 h 27720"/>
                <a:gd name="textAreaBottom" fmla="*/ 28080 h 27720"/>
              </a:gdLst>
              <a:ahLst/>
              <a:cxnLst/>
              <a:rect l="textAreaLeft" t="textAreaTop" r="textAreaRight" b="textAreaBottom"/>
              <a:pathLst>
                <a:path w="661" h="587">
                  <a:moveTo>
                    <a:pt x="331" y="0"/>
                  </a:moveTo>
                  <a:cubicBezTo>
                    <a:pt x="1" y="37"/>
                    <a:pt x="1" y="513"/>
                    <a:pt x="331" y="587"/>
                  </a:cubicBezTo>
                  <a:cubicBezTo>
                    <a:pt x="661" y="513"/>
                    <a:pt x="661" y="37"/>
                    <a:pt x="33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4" name="Google Shape;515;p15"/>
            <p:cNvSpPr/>
            <p:nvPr/>
          </p:nvSpPr>
          <p:spPr>
            <a:xfrm>
              <a:off x="664200" y="687240"/>
              <a:ext cx="41760" cy="29520"/>
            </a:xfrm>
            <a:custGeom>
              <a:avLst/>
              <a:gdLst>
                <a:gd name="textAreaLeft" fmla="*/ 0 w 41760"/>
                <a:gd name="textAreaRight" fmla="*/ 42120 w 41760"/>
                <a:gd name="textAreaTop" fmla="*/ 0 h 29520"/>
                <a:gd name="textAreaBottom" fmla="*/ 29880 h 29520"/>
              </a:gdLst>
              <a:ahLst/>
              <a:cxnLst/>
              <a:rect l="textAreaLeft" t="textAreaTop" r="textAreaRight" b="textAreaBottom"/>
              <a:pathLst>
                <a:path w="881" h="624">
                  <a:moveTo>
                    <a:pt x="440" y="1"/>
                  </a:moveTo>
                  <a:cubicBezTo>
                    <a:pt x="1" y="1"/>
                    <a:pt x="1" y="624"/>
                    <a:pt x="440" y="624"/>
                  </a:cubicBezTo>
                  <a:cubicBezTo>
                    <a:pt x="880" y="624"/>
                    <a:pt x="880" y="1"/>
                    <a:pt x="44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516;p15"/>
            <p:cNvSpPr/>
            <p:nvPr/>
          </p:nvSpPr>
          <p:spPr>
            <a:xfrm>
              <a:off x="658800" y="830880"/>
              <a:ext cx="27720" cy="39960"/>
            </a:xfrm>
            <a:custGeom>
              <a:avLst/>
              <a:gdLst>
                <a:gd name="textAreaLeft" fmla="*/ 0 w 27720"/>
                <a:gd name="textAreaRight" fmla="*/ 28080 w 27720"/>
                <a:gd name="textAreaTop" fmla="*/ 0 h 39960"/>
                <a:gd name="textAreaBottom" fmla="*/ 40320 h 39960"/>
              </a:gdLst>
              <a:ahLst/>
              <a:cxnLst/>
              <a:rect l="textAreaLeft" t="textAreaTop" r="textAreaRight" b="textAreaBottom"/>
              <a:pathLst>
                <a:path w="588" h="844">
                  <a:moveTo>
                    <a:pt x="220" y="0"/>
                  </a:moveTo>
                  <a:cubicBezTo>
                    <a:pt x="184" y="0"/>
                    <a:pt x="147" y="37"/>
                    <a:pt x="111" y="74"/>
                  </a:cubicBezTo>
                  <a:lnTo>
                    <a:pt x="74" y="147"/>
                  </a:lnTo>
                  <a:cubicBezTo>
                    <a:pt x="37" y="184"/>
                    <a:pt x="1" y="220"/>
                    <a:pt x="1" y="294"/>
                  </a:cubicBezTo>
                  <a:lnTo>
                    <a:pt x="1" y="550"/>
                  </a:lnTo>
                  <a:cubicBezTo>
                    <a:pt x="1" y="587"/>
                    <a:pt x="1" y="624"/>
                    <a:pt x="37" y="660"/>
                  </a:cubicBezTo>
                  <a:cubicBezTo>
                    <a:pt x="37" y="734"/>
                    <a:pt x="111" y="807"/>
                    <a:pt x="184" y="807"/>
                  </a:cubicBezTo>
                  <a:cubicBezTo>
                    <a:pt x="220" y="844"/>
                    <a:pt x="257" y="844"/>
                    <a:pt x="294" y="844"/>
                  </a:cubicBezTo>
                  <a:lnTo>
                    <a:pt x="367" y="844"/>
                  </a:lnTo>
                  <a:cubicBezTo>
                    <a:pt x="440" y="844"/>
                    <a:pt x="477" y="807"/>
                    <a:pt x="514" y="770"/>
                  </a:cubicBezTo>
                  <a:lnTo>
                    <a:pt x="550" y="697"/>
                  </a:lnTo>
                  <a:cubicBezTo>
                    <a:pt x="587" y="660"/>
                    <a:pt x="587" y="624"/>
                    <a:pt x="587" y="550"/>
                  </a:cubicBezTo>
                  <a:lnTo>
                    <a:pt x="587" y="294"/>
                  </a:lnTo>
                  <a:cubicBezTo>
                    <a:pt x="587" y="257"/>
                    <a:pt x="587" y="220"/>
                    <a:pt x="587" y="184"/>
                  </a:cubicBezTo>
                  <a:cubicBezTo>
                    <a:pt x="550" y="147"/>
                    <a:pt x="550" y="110"/>
                    <a:pt x="514" y="74"/>
                  </a:cubicBezTo>
                  <a:cubicBezTo>
                    <a:pt x="477" y="37"/>
                    <a:pt x="440" y="37"/>
                    <a:pt x="4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 name="Google Shape;517;p15"/>
            <p:cNvSpPr/>
            <p:nvPr/>
          </p:nvSpPr>
          <p:spPr>
            <a:xfrm>
              <a:off x="569880" y="942840"/>
              <a:ext cx="76680" cy="59040"/>
            </a:xfrm>
            <a:custGeom>
              <a:avLst/>
              <a:gdLst>
                <a:gd name="textAreaLeft" fmla="*/ 0 w 76680"/>
                <a:gd name="textAreaRight" fmla="*/ 77040 w 76680"/>
                <a:gd name="textAreaTop" fmla="*/ 0 h 59040"/>
                <a:gd name="textAreaBottom" fmla="*/ 59400 h 59040"/>
              </a:gdLst>
              <a:ahLst/>
              <a:cxnLst/>
              <a:rect l="textAreaLeft" t="textAreaTop" r="textAreaRight" b="textAreaBottom"/>
              <a:pathLst>
                <a:path w="1614" h="1247">
                  <a:moveTo>
                    <a:pt x="807" y="1"/>
                  </a:moveTo>
                  <a:cubicBezTo>
                    <a:pt x="1" y="1"/>
                    <a:pt x="1" y="1247"/>
                    <a:pt x="807" y="1247"/>
                  </a:cubicBezTo>
                  <a:cubicBezTo>
                    <a:pt x="1614" y="1247"/>
                    <a:pt x="1614" y="1"/>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 name="Google Shape;518;p15"/>
            <p:cNvSpPr/>
            <p:nvPr/>
          </p:nvSpPr>
          <p:spPr>
            <a:xfrm>
              <a:off x="793800" y="939240"/>
              <a:ext cx="41760" cy="41760"/>
            </a:xfrm>
            <a:custGeom>
              <a:avLst/>
              <a:gdLst>
                <a:gd name="textAreaLeft" fmla="*/ 0 w 41760"/>
                <a:gd name="textAreaRight" fmla="*/ 42120 w 41760"/>
                <a:gd name="textAreaTop" fmla="*/ 0 h 41760"/>
                <a:gd name="textAreaBottom" fmla="*/ 42120 h 41760"/>
              </a:gdLst>
              <a:ahLst/>
              <a:cxnLst/>
              <a:rect l="textAreaLeft" t="textAreaTop" r="textAreaRight" b="textAreaBottom"/>
              <a:pathLst>
                <a:path w="881" h="881">
                  <a:moveTo>
                    <a:pt x="440" y="0"/>
                  </a:moveTo>
                  <a:cubicBezTo>
                    <a:pt x="0" y="110"/>
                    <a:pt x="0" y="733"/>
                    <a:pt x="440" y="880"/>
                  </a:cubicBezTo>
                  <a:cubicBezTo>
                    <a:pt x="880" y="733"/>
                    <a:pt x="880" y="110"/>
                    <a:pt x="4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 name="Google Shape;519;p15"/>
            <p:cNvSpPr/>
            <p:nvPr/>
          </p:nvSpPr>
          <p:spPr>
            <a:xfrm>
              <a:off x="498240" y="806400"/>
              <a:ext cx="66240" cy="50400"/>
            </a:xfrm>
            <a:custGeom>
              <a:avLst/>
              <a:gdLst>
                <a:gd name="textAreaLeft" fmla="*/ 0 w 66240"/>
                <a:gd name="textAreaRight" fmla="*/ 66600 w 66240"/>
                <a:gd name="textAreaTop" fmla="*/ 0 h 50400"/>
                <a:gd name="textAreaBottom" fmla="*/ 50760 h 50400"/>
              </a:gdLst>
              <a:ahLst/>
              <a:cxnLst/>
              <a:rect l="textAreaLeft" t="textAreaTop" r="textAreaRight" b="textAreaBottom"/>
              <a:pathLst>
                <a:path w="1393" h="1064">
                  <a:moveTo>
                    <a:pt x="697" y="0"/>
                  </a:moveTo>
                  <a:cubicBezTo>
                    <a:pt x="0" y="0"/>
                    <a:pt x="0" y="1063"/>
                    <a:pt x="697" y="1063"/>
                  </a:cubicBezTo>
                  <a:cubicBezTo>
                    <a:pt x="1393" y="1063"/>
                    <a:pt x="1393" y="0"/>
                    <a:pt x="6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9" name="Google Shape;520;p15"/>
            <p:cNvSpPr/>
            <p:nvPr/>
          </p:nvSpPr>
          <p:spPr>
            <a:xfrm>
              <a:off x="492840" y="684000"/>
              <a:ext cx="52200" cy="38160"/>
            </a:xfrm>
            <a:custGeom>
              <a:avLst/>
              <a:gdLst>
                <a:gd name="textAreaLeft" fmla="*/ 0 w 52200"/>
                <a:gd name="textAreaRight" fmla="*/ 52560 w 52200"/>
                <a:gd name="textAreaTop" fmla="*/ 0 h 38160"/>
                <a:gd name="textAreaBottom" fmla="*/ 38520 h 38160"/>
              </a:gdLst>
              <a:ahLst/>
              <a:cxnLst/>
              <a:rect l="textAreaLeft" t="textAreaTop" r="textAreaRight" b="textAreaBottom"/>
              <a:pathLst>
                <a:path w="1100" h="808">
                  <a:moveTo>
                    <a:pt x="584" y="0"/>
                  </a:moveTo>
                  <a:cubicBezTo>
                    <a:pt x="573" y="0"/>
                    <a:pt x="562" y="0"/>
                    <a:pt x="550" y="1"/>
                  </a:cubicBezTo>
                  <a:cubicBezTo>
                    <a:pt x="0" y="1"/>
                    <a:pt x="0" y="808"/>
                    <a:pt x="550" y="808"/>
                  </a:cubicBezTo>
                  <a:cubicBezTo>
                    <a:pt x="1088" y="808"/>
                    <a:pt x="1100" y="0"/>
                    <a:pt x="58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521;p15"/>
            <p:cNvSpPr/>
            <p:nvPr/>
          </p:nvSpPr>
          <p:spPr>
            <a:xfrm>
              <a:off x="403560" y="466920"/>
              <a:ext cx="55800" cy="54360"/>
            </a:xfrm>
            <a:custGeom>
              <a:avLst/>
              <a:gdLst>
                <a:gd name="textAreaLeft" fmla="*/ 0 w 55800"/>
                <a:gd name="textAreaRight" fmla="*/ 56160 w 55800"/>
                <a:gd name="textAreaTop" fmla="*/ 0 h 54360"/>
                <a:gd name="textAreaBottom" fmla="*/ 54720 h 54360"/>
              </a:gdLst>
              <a:ahLst/>
              <a:cxnLst/>
              <a:rect l="textAreaLeft" t="textAreaTop" r="textAreaRight" b="textAreaBottom"/>
              <a:pathLst>
                <a:path w="1174" h="1145">
                  <a:moveTo>
                    <a:pt x="697" y="1"/>
                  </a:moveTo>
                  <a:cubicBezTo>
                    <a:pt x="660" y="1"/>
                    <a:pt x="633" y="10"/>
                    <a:pt x="610" y="23"/>
                  </a:cubicBezTo>
                  <a:lnTo>
                    <a:pt x="610" y="23"/>
                  </a:lnTo>
                  <a:cubicBezTo>
                    <a:pt x="578" y="25"/>
                    <a:pt x="546" y="29"/>
                    <a:pt x="514" y="37"/>
                  </a:cubicBezTo>
                  <a:cubicBezTo>
                    <a:pt x="477" y="74"/>
                    <a:pt x="440" y="74"/>
                    <a:pt x="367" y="111"/>
                  </a:cubicBezTo>
                  <a:lnTo>
                    <a:pt x="257" y="184"/>
                  </a:lnTo>
                  <a:cubicBezTo>
                    <a:pt x="74" y="257"/>
                    <a:pt x="0" y="441"/>
                    <a:pt x="0" y="624"/>
                  </a:cubicBezTo>
                  <a:cubicBezTo>
                    <a:pt x="0" y="770"/>
                    <a:pt x="37" y="917"/>
                    <a:pt x="147" y="990"/>
                  </a:cubicBezTo>
                  <a:cubicBezTo>
                    <a:pt x="257" y="1100"/>
                    <a:pt x="367" y="1137"/>
                    <a:pt x="514" y="1137"/>
                  </a:cubicBezTo>
                  <a:cubicBezTo>
                    <a:pt x="537" y="1142"/>
                    <a:pt x="561" y="1144"/>
                    <a:pt x="585" y="1144"/>
                  </a:cubicBezTo>
                  <a:cubicBezTo>
                    <a:pt x="743" y="1144"/>
                    <a:pt x="894" y="1040"/>
                    <a:pt x="990" y="880"/>
                  </a:cubicBezTo>
                  <a:lnTo>
                    <a:pt x="1027" y="770"/>
                  </a:lnTo>
                  <a:cubicBezTo>
                    <a:pt x="1064" y="697"/>
                    <a:pt x="1100" y="660"/>
                    <a:pt x="1100" y="624"/>
                  </a:cubicBezTo>
                  <a:cubicBezTo>
                    <a:pt x="1111" y="582"/>
                    <a:pt x="1115" y="543"/>
                    <a:pt x="1115" y="506"/>
                  </a:cubicBezTo>
                  <a:lnTo>
                    <a:pt x="1115" y="506"/>
                  </a:lnTo>
                  <a:cubicBezTo>
                    <a:pt x="1134" y="456"/>
                    <a:pt x="1154" y="407"/>
                    <a:pt x="1174" y="367"/>
                  </a:cubicBezTo>
                  <a:cubicBezTo>
                    <a:pt x="1137" y="257"/>
                    <a:pt x="1100" y="184"/>
                    <a:pt x="1064" y="111"/>
                  </a:cubicBezTo>
                  <a:cubicBezTo>
                    <a:pt x="990" y="37"/>
                    <a:pt x="880" y="1"/>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 name="Google Shape;522;p15"/>
            <p:cNvSpPr/>
            <p:nvPr/>
          </p:nvSpPr>
          <p:spPr>
            <a:xfrm>
              <a:off x="281160" y="605160"/>
              <a:ext cx="57240" cy="39960"/>
            </a:xfrm>
            <a:custGeom>
              <a:avLst/>
              <a:gdLst>
                <a:gd name="textAreaLeft" fmla="*/ 0 w 57240"/>
                <a:gd name="textAreaRight" fmla="*/ 57600 w 57240"/>
                <a:gd name="textAreaTop" fmla="*/ 0 h 39960"/>
                <a:gd name="textAreaBottom" fmla="*/ 40320 h 39960"/>
              </a:gdLst>
              <a:ahLst/>
              <a:cxnLst/>
              <a:rect l="textAreaLeft" t="textAreaTop" r="textAreaRight" b="textAreaBottom"/>
              <a:pathLst>
                <a:path w="1211" h="844">
                  <a:moveTo>
                    <a:pt x="404" y="1"/>
                  </a:moveTo>
                  <a:cubicBezTo>
                    <a:pt x="184" y="1"/>
                    <a:pt x="0" y="184"/>
                    <a:pt x="0" y="440"/>
                  </a:cubicBezTo>
                  <a:cubicBezTo>
                    <a:pt x="0" y="660"/>
                    <a:pt x="184" y="844"/>
                    <a:pt x="404" y="844"/>
                  </a:cubicBezTo>
                  <a:lnTo>
                    <a:pt x="660" y="844"/>
                  </a:lnTo>
                  <a:cubicBezTo>
                    <a:pt x="1210" y="844"/>
                    <a:pt x="1210" y="37"/>
                    <a:pt x="660" y="37"/>
                  </a:cubicBezTo>
                  <a:lnTo>
                    <a:pt x="660"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 name="Google Shape;523;p15"/>
            <p:cNvSpPr/>
            <p:nvPr/>
          </p:nvSpPr>
          <p:spPr>
            <a:xfrm>
              <a:off x="276120" y="405720"/>
              <a:ext cx="41760" cy="25920"/>
            </a:xfrm>
            <a:custGeom>
              <a:avLst/>
              <a:gdLst>
                <a:gd name="textAreaLeft" fmla="*/ 0 w 41760"/>
                <a:gd name="textAreaRight" fmla="*/ 42120 w 41760"/>
                <a:gd name="textAreaTop" fmla="*/ 0 h 25920"/>
                <a:gd name="textAreaBottom" fmla="*/ 26280 h 25920"/>
              </a:gdLst>
              <a:ahLst/>
              <a:cxnLst/>
              <a:rect l="textAreaLeft" t="textAreaTop" r="textAreaRight" b="textAreaBottom"/>
              <a:pathLst>
                <a:path w="881" h="551">
                  <a:moveTo>
                    <a:pt x="514" y="1"/>
                  </a:moveTo>
                  <a:lnTo>
                    <a:pt x="514" y="37"/>
                  </a:lnTo>
                  <a:lnTo>
                    <a:pt x="257" y="37"/>
                  </a:lnTo>
                  <a:cubicBezTo>
                    <a:pt x="242" y="33"/>
                    <a:pt x="226" y="32"/>
                    <a:pt x="212" y="32"/>
                  </a:cubicBezTo>
                  <a:cubicBezTo>
                    <a:pt x="88" y="32"/>
                    <a:pt x="0" y="163"/>
                    <a:pt x="0" y="294"/>
                  </a:cubicBezTo>
                  <a:cubicBezTo>
                    <a:pt x="0" y="404"/>
                    <a:pt x="110" y="514"/>
                    <a:pt x="257" y="550"/>
                  </a:cubicBezTo>
                  <a:lnTo>
                    <a:pt x="514" y="550"/>
                  </a:lnTo>
                  <a:cubicBezTo>
                    <a:pt x="880" y="550"/>
                    <a:pt x="880" y="1"/>
                    <a:pt x="51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 name="Google Shape;524;p15"/>
            <p:cNvSpPr/>
            <p:nvPr/>
          </p:nvSpPr>
          <p:spPr>
            <a:xfrm>
              <a:off x="174600" y="234360"/>
              <a:ext cx="45000" cy="36360"/>
            </a:xfrm>
            <a:custGeom>
              <a:avLst/>
              <a:gdLst>
                <a:gd name="textAreaLeft" fmla="*/ 0 w 45000"/>
                <a:gd name="textAreaRight" fmla="*/ 45360 w 45000"/>
                <a:gd name="textAreaTop" fmla="*/ 0 h 36360"/>
                <a:gd name="textAreaBottom" fmla="*/ 36720 h 36360"/>
              </a:gdLst>
              <a:ahLst/>
              <a:cxnLst/>
              <a:rect l="textAreaLeft" t="textAreaTop" r="textAreaRight" b="textAreaBottom"/>
              <a:pathLst>
                <a:path w="954" h="770">
                  <a:moveTo>
                    <a:pt x="477" y="0"/>
                  </a:moveTo>
                  <a:cubicBezTo>
                    <a:pt x="0" y="37"/>
                    <a:pt x="0" y="733"/>
                    <a:pt x="477" y="770"/>
                  </a:cubicBezTo>
                  <a:cubicBezTo>
                    <a:pt x="953" y="733"/>
                    <a:pt x="953" y="37"/>
                    <a:pt x="47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4" name="Google Shape;525;p15"/>
            <p:cNvSpPr/>
            <p:nvPr/>
          </p:nvSpPr>
          <p:spPr>
            <a:xfrm>
              <a:off x="90720" y="87480"/>
              <a:ext cx="57240" cy="46800"/>
            </a:xfrm>
            <a:custGeom>
              <a:avLst/>
              <a:gdLst>
                <a:gd name="textAreaLeft" fmla="*/ 0 w 57240"/>
                <a:gd name="textAreaRight" fmla="*/ 57600 w 57240"/>
                <a:gd name="textAreaTop" fmla="*/ 0 h 46800"/>
                <a:gd name="textAreaBottom" fmla="*/ 47160 h 46800"/>
              </a:gdLst>
              <a:ahLst/>
              <a:cxnLst/>
              <a:rect l="textAreaLeft" t="textAreaTop" r="textAreaRight" b="textAreaBottom"/>
              <a:pathLst>
                <a:path w="1211" h="991">
                  <a:moveTo>
                    <a:pt x="624" y="1"/>
                  </a:moveTo>
                  <a:cubicBezTo>
                    <a:pt x="1" y="74"/>
                    <a:pt x="1" y="917"/>
                    <a:pt x="624" y="991"/>
                  </a:cubicBezTo>
                  <a:cubicBezTo>
                    <a:pt x="1210" y="917"/>
                    <a:pt x="1210" y="74"/>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526;p15"/>
            <p:cNvSpPr/>
            <p:nvPr/>
          </p:nvSpPr>
          <p:spPr>
            <a:xfrm>
              <a:off x="907200" y="1005840"/>
              <a:ext cx="45000" cy="36360"/>
            </a:xfrm>
            <a:custGeom>
              <a:avLst/>
              <a:gdLst>
                <a:gd name="textAreaLeft" fmla="*/ 0 w 45000"/>
                <a:gd name="textAreaRight" fmla="*/ 45360 w 45000"/>
                <a:gd name="textAreaTop" fmla="*/ 0 h 36360"/>
                <a:gd name="textAreaBottom" fmla="*/ 36720 h 36360"/>
              </a:gdLst>
              <a:ahLst/>
              <a:cxnLst/>
              <a:rect l="textAreaLeft" t="textAreaTop" r="textAreaRight" b="textAreaBottom"/>
              <a:pathLst>
                <a:path w="954" h="771">
                  <a:moveTo>
                    <a:pt x="477" y="0"/>
                  </a:moveTo>
                  <a:cubicBezTo>
                    <a:pt x="0" y="37"/>
                    <a:pt x="0" y="733"/>
                    <a:pt x="477" y="770"/>
                  </a:cubicBezTo>
                  <a:cubicBezTo>
                    <a:pt x="953" y="733"/>
                    <a:pt x="953" y="37"/>
                    <a:pt x="47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6" name="Google Shape;527;p15"/>
          <p:cNvGrpSpPr/>
          <p:nvPr/>
        </p:nvGrpSpPr>
        <p:grpSpPr>
          <a:xfrm>
            <a:off x="-605880" y="3025080"/>
            <a:ext cx="1395000" cy="1361520"/>
            <a:chOff x="-605880" y="3025080"/>
            <a:chExt cx="1395000" cy="1361520"/>
          </a:xfrm>
        </p:grpSpPr>
        <p:sp>
          <p:nvSpPr>
            <p:cNvPr id="207" name="Google Shape;528;p15"/>
            <p:cNvSpPr/>
            <p:nvPr/>
          </p:nvSpPr>
          <p:spPr>
            <a:xfrm rot="3361800">
              <a:off x="-373680" y="31780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 name="Google Shape;529;p15"/>
            <p:cNvSpPr/>
            <p:nvPr/>
          </p:nvSpPr>
          <p:spPr>
            <a:xfrm rot="3361800">
              <a:off x="297360" y="363636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 name="Google Shape;530;p15"/>
            <p:cNvSpPr/>
            <p:nvPr/>
          </p:nvSpPr>
          <p:spPr>
            <a:xfrm rot="3361800">
              <a:off x="269280" y="367776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531;p15"/>
            <p:cNvSpPr/>
            <p:nvPr/>
          </p:nvSpPr>
          <p:spPr>
            <a:xfrm rot="3361800">
              <a:off x="-16920" y="363168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532;p15"/>
            <p:cNvSpPr/>
            <p:nvPr/>
          </p:nvSpPr>
          <p:spPr>
            <a:xfrm rot="3361800">
              <a:off x="201240" y="37897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533;p15"/>
            <p:cNvSpPr/>
            <p:nvPr/>
          </p:nvSpPr>
          <p:spPr>
            <a:xfrm rot="3361800">
              <a:off x="322560" y="319248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3" name="Google Shape;534;p15"/>
          <p:cNvSpPr/>
          <p:nvPr/>
        </p:nvSpPr>
        <p:spPr>
          <a:xfrm>
            <a:off x="-91080" y="4040280"/>
            <a:ext cx="741600" cy="1079280"/>
          </a:xfrm>
          <a:custGeom>
            <a:avLst/>
            <a:gdLst>
              <a:gd name="textAreaLeft" fmla="*/ 0 w 741600"/>
              <a:gd name="textAreaRight" fmla="*/ 74196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535;p15"/>
          <p:cNvSpPr/>
          <p:nvPr/>
        </p:nvSpPr>
        <p:spPr>
          <a:xfrm rot="631200">
            <a:off x="1071000" y="4068000"/>
            <a:ext cx="1431720" cy="1173600"/>
          </a:xfrm>
          <a:custGeom>
            <a:avLst/>
            <a:gdLst>
              <a:gd name="textAreaLeft" fmla="*/ 0 w 1431720"/>
              <a:gd name="textAreaRight" fmla="*/ 1432080 w 1431720"/>
              <a:gd name="textAreaTop" fmla="*/ 0 h 1173600"/>
              <a:gd name="textAreaBottom" fmla="*/ 1173960 h 117360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 name="Google Shape;536;p15"/>
          <p:cNvSpPr/>
          <p:nvPr/>
        </p:nvSpPr>
        <p:spPr>
          <a:xfrm rot="3600000">
            <a:off x="7755840" y="3678120"/>
            <a:ext cx="1853640" cy="1357920"/>
          </a:xfrm>
          <a:custGeom>
            <a:avLst/>
            <a:gdLst>
              <a:gd name="textAreaLeft" fmla="*/ 0 w 1853640"/>
              <a:gd name="textAreaRight" fmla="*/ 185400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6" name="Google Shape;537;p15"/>
          <p:cNvGrpSpPr/>
          <p:nvPr/>
        </p:nvGrpSpPr>
        <p:grpSpPr>
          <a:xfrm>
            <a:off x="6959520" y="3215160"/>
            <a:ext cx="1209600" cy="1047600"/>
            <a:chOff x="6959520" y="3215160"/>
            <a:chExt cx="1209600" cy="1047600"/>
          </a:xfrm>
        </p:grpSpPr>
        <p:sp>
          <p:nvSpPr>
            <p:cNvPr id="217" name="Google Shape;538;p15"/>
            <p:cNvSpPr/>
            <p:nvPr/>
          </p:nvSpPr>
          <p:spPr>
            <a:xfrm rot="20287800">
              <a:off x="7468200" y="381600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8" name="Google Shape;539;p15"/>
            <p:cNvSpPr/>
            <p:nvPr/>
          </p:nvSpPr>
          <p:spPr>
            <a:xfrm rot="20287800">
              <a:off x="7574760" y="3800520"/>
              <a:ext cx="28800" cy="20520"/>
            </a:xfrm>
            <a:custGeom>
              <a:avLst/>
              <a:gdLst>
                <a:gd name="textAreaLeft" fmla="*/ 0 w 28800"/>
                <a:gd name="textAreaRight" fmla="*/ 29160 w 2880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9" name="Google Shape;540;p15"/>
            <p:cNvSpPr/>
            <p:nvPr/>
          </p:nvSpPr>
          <p:spPr>
            <a:xfrm rot="20287800">
              <a:off x="7490880" y="373464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0" name="Google Shape;541;p15"/>
            <p:cNvSpPr/>
            <p:nvPr/>
          </p:nvSpPr>
          <p:spPr>
            <a:xfrm rot="20287800">
              <a:off x="7672680" y="35874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1" name="Google Shape;542;p15"/>
            <p:cNvSpPr/>
            <p:nvPr/>
          </p:nvSpPr>
          <p:spPr>
            <a:xfrm rot="20287800">
              <a:off x="7626960" y="3734280"/>
              <a:ext cx="38160" cy="32040"/>
            </a:xfrm>
            <a:custGeom>
              <a:avLst/>
              <a:gdLst>
                <a:gd name="textAreaLeft" fmla="*/ 0 w 38160"/>
                <a:gd name="textAreaRight" fmla="*/ 38520 w 3816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543;p15"/>
            <p:cNvSpPr/>
            <p:nvPr/>
          </p:nvSpPr>
          <p:spPr>
            <a:xfrm rot="20287800">
              <a:off x="7797960" y="38786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3" name="Google Shape;544;p15"/>
            <p:cNvSpPr/>
            <p:nvPr/>
          </p:nvSpPr>
          <p:spPr>
            <a:xfrm rot="20287800">
              <a:off x="7525440" y="3645720"/>
              <a:ext cx="50760" cy="54360"/>
            </a:xfrm>
            <a:custGeom>
              <a:avLst/>
              <a:gdLst>
                <a:gd name="textAreaLeft" fmla="*/ 0 w 50760"/>
                <a:gd name="textAreaRight" fmla="*/ 51120 w 50760"/>
                <a:gd name="textAreaTop" fmla="*/ 0 h 54360"/>
                <a:gd name="textAreaBottom" fmla="*/ 54720 h 5436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545;p15"/>
            <p:cNvSpPr/>
            <p:nvPr/>
          </p:nvSpPr>
          <p:spPr>
            <a:xfrm rot="20287800">
              <a:off x="7373520" y="3535560"/>
              <a:ext cx="52920" cy="39240"/>
            </a:xfrm>
            <a:custGeom>
              <a:avLst/>
              <a:gdLst>
                <a:gd name="textAreaLeft" fmla="*/ 0 w 52920"/>
                <a:gd name="textAreaRight" fmla="*/ 53280 w 52920"/>
                <a:gd name="textAreaTop" fmla="*/ 0 h 39240"/>
                <a:gd name="textAreaBottom" fmla="*/ 3960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 name="Google Shape;546;p15"/>
            <p:cNvSpPr/>
            <p:nvPr/>
          </p:nvSpPr>
          <p:spPr>
            <a:xfrm rot="20287800">
              <a:off x="7399440" y="3420360"/>
              <a:ext cx="57600" cy="43920"/>
            </a:xfrm>
            <a:custGeom>
              <a:avLst/>
              <a:gdLst>
                <a:gd name="textAreaLeft" fmla="*/ 0 w 57600"/>
                <a:gd name="textAreaRight" fmla="*/ 57960 w 57600"/>
                <a:gd name="textAreaTop" fmla="*/ 0 h 43920"/>
                <a:gd name="textAreaBottom" fmla="*/ 44280 h 4392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547;p15"/>
            <p:cNvSpPr/>
            <p:nvPr/>
          </p:nvSpPr>
          <p:spPr>
            <a:xfrm rot="20287800">
              <a:off x="7278120" y="36342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7" name="Google Shape;548;p15"/>
            <p:cNvSpPr/>
            <p:nvPr/>
          </p:nvSpPr>
          <p:spPr>
            <a:xfrm rot="20287800">
              <a:off x="7277760" y="3461040"/>
              <a:ext cx="49680" cy="43920"/>
            </a:xfrm>
            <a:custGeom>
              <a:avLst/>
              <a:gdLst>
                <a:gd name="textAreaLeft" fmla="*/ 0 w 49680"/>
                <a:gd name="textAreaRight" fmla="*/ 50040 w 49680"/>
                <a:gd name="textAreaTop" fmla="*/ 0 h 43920"/>
                <a:gd name="textAreaBottom" fmla="*/ 44280 h 4392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549;p15"/>
            <p:cNvSpPr/>
            <p:nvPr/>
          </p:nvSpPr>
          <p:spPr>
            <a:xfrm rot="20287800">
              <a:off x="7165080" y="34502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550;p15"/>
            <p:cNvSpPr/>
            <p:nvPr/>
          </p:nvSpPr>
          <p:spPr>
            <a:xfrm rot="20287800">
              <a:off x="7027200" y="3292200"/>
              <a:ext cx="28800" cy="21600"/>
            </a:xfrm>
            <a:custGeom>
              <a:avLst/>
              <a:gdLst>
                <a:gd name="textAreaLeft" fmla="*/ 0 w 28800"/>
                <a:gd name="textAreaRight" fmla="*/ 29160 w 2880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551;p15"/>
            <p:cNvSpPr/>
            <p:nvPr/>
          </p:nvSpPr>
          <p:spPr>
            <a:xfrm rot="20287800">
              <a:off x="6962040" y="32191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552;p15"/>
            <p:cNvSpPr/>
            <p:nvPr/>
          </p:nvSpPr>
          <p:spPr>
            <a:xfrm rot="20287800">
              <a:off x="7804800" y="37044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 name="Google Shape;553;p15"/>
            <p:cNvSpPr/>
            <p:nvPr/>
          </p:nvSpPr>
          <p:spPr>
            <a:xfrm rot="20287800">
              <a:off x="7526880" y="3946320"/>
              <a:ext cx="69480" cy="54360"/>
            </a:xfrm>
            <a:custGeom>
              <a:avLst/>
              <a:gdLst>
                <a:gd name="textAreaLeft" fmla="*/ 0 w 69480"/>
                <a:gd name="textAreaRight" fmla="*/ 69840 w 6948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554;p15"/>
            <p:cNvSpPr/>
            <p:nvPr/>
          </p:nvSpPr>
          <p:spPr>
            <a:xfrm rot="20287800">
              <a:off x="7920720" y="4002840"/>
              <a:ext cx="38160" cy="29880"/>
            </a:xfrm>
            <a:custGeom>
              <a:avLst/>
              <a:gdLst>
                <a:gd name="textAreaLeft" fmla="*/ 0 w 38160"/>
                <a:gd name="textAreaRight" fmla="*/ 38520 w 3816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555;p15"/>
            <p:cNvSpPr/>
            <p:nvPr/>
          </p:nvSpPr>
          <p:spPr>
            <a:xfrm rot="20287800">
              <a:off x="7982640" y="4100400"/>
              <a:ext cx="38160" cy="28800"/>
            </a:xfrm>
            <a:custGeom>
              <a:avLst/>
              <a:gdLst>
                <a:gd name="textAreaLeft" fmla="*/ 0 w 38160"/>
                <a:gd name="textAreaRight" fmla="*/ 38520 w 3816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5" name="Google Shape;556;p15"/>
            <p:cNvSpPr/>
            <p:nvPr/>
          </p:nvSpPr>
          <p:spPr>
            <a:xfrm rot="20287800">
              <a:off x="8123040" y="422496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36" name="Google Shape;557;p15"/>
          <p:cNvSpPr/>
          <p:nvPr/>
        </p:nvSpPr>
        <p:spPr>
          <a:xfrm rot="5400000">
            <a:off x="7318080" y="334728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558;p15"/>
          <p:cNvSpPr/>
          <p:nvPr/>
        </p:nvSpPr>
        <p:spPr>
          <a:xfrm rot="284400">
            <a:off x="8208720" y="-3060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559;p15"/>
          <p:cNvSpPr/>
          <p:nvPr/>
        </p:nvSpPr>
        <p:spPr>
          <a:xfrm rot="11700000">
            <a:off x="7130160" y="223200"/>
            <a:ext cx="2121480" cy="1259640"/>
          </a:xfrm>
          <a:custGeom>
            <a:avLst/>
            <a:gdLst>
              <a:gd name="textAreaLeft" fmla="*/ 0 w 2121480"/>
              <a:gd name="textAreaRight" fmla="*/ 2121840 w 2121480"/>
              <a:gd name="textAreaTop" fmla="*/ 0 h 1259640"/>
              <a:gd name="textAreaBottom" fmla="*/ 1260000 h 12596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4_1">
    <p:bg>
      <p:bgPr>
        <a:solidFill>
          <a:schemeClr val="dk2"/>
        </a:solidFill>
        <a:effectLst/>
      </p:bgPr>
    </p:bg>
    <p:spTree>
      <p:nvGrpSpPr>
        <p:cNvPr id="1" name=""/>
        <p:cNvGrpSpPr/>
        <p:nvPr/>
      </p:nvGrpSpPr>
      <p:grpSpPr>
        <a:xfrm>
          <a:off x="0" y="0"/>
          <a:ext cx="0" cy="0"/>
          <a:chOff x="0" y="0"/>
          <a:chExt cx="0" cy="0"/>
        </a:xfrm>
      </p:grpSpPr>
      <p:sp>
        <p:nvSpPr>
          <p:cNvPr id="239"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240" name="Google Shape;562;p16"/>
          <p:cNvSpPr/>
          <p:nvPr/>
        </p:nvSpPr>
        <p:spPr>
          <a:xfrm rot="1711200">
            <a:off x="7425000" y="-481680"/>
            <a:ext cx="2559600" cy="2042640"/>
          </a:xfrm>
          <a:custGeom>
            <a:avLst/>
            <a:gdLst>
              <a:gd name="textAreaLeft" fmla="*/ 0 w 2559600"/>
              <a:gd name="textAreaRight" fmla="*/ 2559960 w 2559600"/>
              <a:gd name="textAreaTop" fmla="*/ 0 h 2042640"/>
              <a:gd name="textAreaBottom" fmla="*/ 2043000 h 204264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1" name="Google Shape;563;p16"/>
          <p:cNvSpPr/>
          <p:nvPr/>
        </p:nvSpPr>
        <p:spPr>
          <a:xfrm rot="21222000">
            <a:off x="7189560" y="104760"/>
            <a:ext cx="1134360" cy="258480"/>
          </a:xfrm>
          <a:custGeom>
            <a:avLst/>
            <a:gdLst>
              <a:gd name="textAreaLeft" fmla="*/ 0 w 1134360"/>
              <a:gd name="textAreaRight" fmla="*/ 1134720 w 1134360"/>
              <a:gd name="textAreaTop" fmla="*/ 0 h 258480"/>
              <a:gd name="textAreaBottom" fmla="*/ 258840 h 25848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42" name="Google Shape;564;p16"/>
          <p:cNvGrpSpPr/>
          <p:nvPr/>
        </p:nvGrpSpPr>
        <p:grpSpPr>
          <a:xfrm>
            <a:off x="8269920" y="4025520"/>
            <a:ext cx="1393920" cy="1142640"/>
            <a:chOff x="8269920" y="4025520"/>
            <a:chExt cx="1393920" cy="1142640"/>
          </a:xfrm>
        </p:grpSpPr>
        <p:sp>
          <p:nvSpPr>
            <p:cNvPr id="243" name="Google Shape;565;p16"/>
            <p:cNvSpPr/>
            <p:nvPr/>
          </p:nvSpPr>
          <p:spPr>
            <a:xfrm rot="19586400">
              <a:off x="8893800" y="45118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4" name="Google Shape;566;p16"/>
            <p:cNvSpPr/>
            <p:nvPr/>
          </p:nvSpPr>
          <p:spPr>
            <a:xfrm rot="19586400">
              <a:off x="8995320" y="44748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5" name="Google Shape;567;p16"/>
            <p:cNvSpPr/>
            <p:nvPr/>
          </p:nvSpPr>
          <p:spPr>
            <a:xfrm rot="19586400">
              <a:off x="8901000" y="44265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568;p16"/>
            <p:cNvSpPr/>
            <p:nvPr/>
          </p:nvSpPr>
          <p:spPr>
            <a:xfrm rot="19586400">
              <a:off x="9048600" y="424548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569;p16"/>
            <p:cNvSpPr/>
            <p:nvPr/>
          </p:nvSpPr>
          <p:spPr>
            <a:xfrm rot="19586400">
              <a:off x="9033840" y="439848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8" name="Google Shape;570;p16"/>
            <p:cNvSpPr/>
            <p:nvPr/>
          </p:nvSpPr>
          <p:spPr>
            <a:xfrm rot="19586400">
              <a:off x="9230760" y="45054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9" name="Google Shape;571;p16"/>
            <p:cNvSpPr/>
            <p:nvPr/>
          </p:nvSpPr>
          <p:spPr>
            <a:xfrm rot="19586400">
              <a:off x="8918640" y="43311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0" name="Google Shape;572;p16"/>
            <p:cNvSpPr/>
            <p:nvPr/>
          </p:nvSpPr>
          <p:spPr>
            <a:xfrm rot="19586400">
              <a:off x="8746200" y="425412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1" name="Google Shape;573;p16"/>
            <p:cNvSpPr/>
            <p:nvPr/>
          </p:nvSpPr>
          <p:spPr>
            <a:xfrm rot="19586400">
              <a:off x="8749080" y="413568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2" name="Google Shape;574;p16"/>
            <p:cNvSpPr/>
            <p:nvPr/>
          </p:nvSpPr>
          <p:spPr>
            <a:xfrm rot="19586400">
              <a:off x="8674920" y="43675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3" name="Google Shape;575;p16"/>
            <p:cNvSpPr/>
            <p:nvPr/>
          </p:nvSpPr>
          <p:spPr>
            <a:xfrm rot="19586400">
              <a:off x="8638560" y="420120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576;p16"/>
            <p:cNvSpPr/>
            <p:nvPr/>
          </p:nvSpPr>
          <p:spPr>
            <a:xfrm rot="19586400">
              <a:off x="8524080" y="42159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5" name="Google Shape;577;p16"/>
            <p:cNvSpPr/>
            <p:nvPr/>
          </p:nvSpPr>
          <p:spPr>
            <a:xfrm rot="19586400">
              <a:off x="8357400" y="40892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578;p16"/>
            <p:cNvSpPr/>
            <p:nvPr/>
          </p:nvSpPr>
          <p:spPr>
            <a:xfrm rot="19586400">
              <a:off x="8278920" y="40309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7" name="Google Shape;579;p16"/>
            <p:cNvSpPr/>
            <p:nvPr/>
          </p:nvSpPr>
          <p:spPr>
            <a:xfrm rot="19586400">
              <a:off x="9202680" y="433044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8" name="Google Shape;580;p16"/>
            <p:cNvSpPr/>
            <p:nvPr/>
          </p:nvSpPr>
          <p:spPr>
            <a:xfrm rot="19586400">
              <a:off x="8980560" y="462240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9" name="Google Shape;581;p16"/>
            <p:cNvSpPr/>
            <p:nvPr/>
          </p:nvSpPr>
          <p:spPr>
            <a:xfrm rot="19586400">
              <a:off x="9375120" y="46015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0" name="Google Shape;582;p16"/>
            <p:cNvSpPr/>
            <p:nvPr/>
          </p:nvSpPr>
          <p:spPr>
            <a:xfrm rot="19586400">
              <a:off x="9455040" y="4684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583;p16"/>
            <p:cNvSpPr/>
            <p:nvPr/>
          </p:nvSpPr>
          <p:spPr>
            <a:xfrm rot="19586400">
              <a:off x="9617400" y="477720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2" name="Google Shape;584;p16"/>
            <p:cNvSpPr/>
            <p:nvPr/>
          </p:nvSpPr>
          <p:spPr>
            <a:xfrm>
              <a:off x="8269920" y="450108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3" name="Google Shape;585;p16"/>
          <p:cNvGrpSpPr/>
          <p:nvPr/>
        </p:nvGrpSpPr>
        <p:grpSpPr>
          <a:xfrm>
            <a:off x="255960" y="3938040"/>
            <a:ext cx="745200" cy="1352880"/>
            <a:chOff x="255960" y="3938040"/>
            <a:chExt cx="745200" cy="1352880"/>
          </a:xfrm>
        </p:grpSpPr>
        <p:sp>
          <p:nvSpPr>
            <p:cNvPr id="264" name="Google Shape;586;p16"/>
            <p:cNvSpPr/>
            <p:nvPr/>
          </p:nvSpPr>
          <p:spPr>
            <a:xfrm>
              <a:off x="255960" y="393804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5" name="Google Shape;587;p16"/>
            <p:cNvSpPr/>
            <p:nvPr/>
          </p:nvSpPr>
          <p:spPr>
            <a:xfrm>
              <a:off x="526680" y="463896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588;p16"/>
            <p:cNvSpPr/>
            <p:nvPr/>
          </p:nvSpPr>
          <p:spPr>
            <a:xfrm>
              <a:off x="468720" y="445860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7" name="Google Shape;589;p16"/>
            <p:cNvSpPr/>
            <p:nvPr/>
          </p:nvSpPr>
          <p:spPr>
            <a:xfrm>
              <a:off x="433800" y="476424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8" name="Google Shape;590;p16"/>
            <p:cNvSpPr/>
            <p:nvPr/>
          </p:nvSpPr>
          <p:spPr>
            <a:xfrm>
              <a:off x="591480" y="415872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9" name="Google Shape;591;p16"/>
          <p:cNvGrpSpPr/>
          <p:nvPr/>
        </p:nvGrpSpPr>
        <p:grpSpPr>
          <a:xfrm>
            <a:off x="0" y="4100400"/>
            <a:ext cx="696240" cy="1015920"/>
            <a:chOff x="0" y="4100400"/>
            <a:chExt cx="696240" cy="1015920"/>
          </a:xfrm>
        </p:grpSpPr>
        <p:sp>
          <p:nvSpPr>
            <p:cNvPr id="270" name="Google Shape;592;p16"/>
            <p:cNvSpPr/>
            <p:nvPr/>
          </p:nvSpPr>
          <p:spPr>
            <a:xfrm rot="1098000">
              <a:off x="599760" y="41079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1" name="Google Shape;593;p16"/>
            <p:cNvSpPr/>
            <p:nvPr/>
          </p:nvSpPr>
          <p:spPr>
            <a:xfrm rot="1098000">
              <a:off x="632160" y="43549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594;p16"/>
            <p:cNvSpPr/>
            <p:nvPr/>
          </p:nvSpPr>
          <p:spPr>
            <a:xfrm rot="1098000">
              <a:off x="383760" y="41986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3" name="Google Shape;595;p16"/>
            <p:cNvSpPr/>
            <p:nvPr/>
          </p:nvSpPr>
          <p:spPr>
            <a:xfrm rot="1098000">
              <a:off x="421560" y="447228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4" name="Google Shape;596;p16"/>
            <p:cNvSpPr/>
            <p:nvPr/>
          </p:nvSpPr>
          <p:spPr>
            <a:xfrm rot="1098000">
              <a:off x="240120" y="44834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5" name="Google Shape;597;p16"/>
            <p:cNvSpPr/>
            <p:nvPr/>
          </p:nvSpPr>
          <p:spPr>
            <a:xfrm rot="1098000">
              <a:off x="278640" y="46299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598;p16"/>
            <p:cNvSpPr/>
            <p:nvPr/>
          </p:nvSpPr>
          <p:spPr>
            <a:xfrm rot="1098000">
              <a:off x="163800" y="475560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599;p16"/>
            <p:cNvSpPr/>
            <p:nvPr/>
          </p:nvSpPr>
          <p:spPr>
            <a:xfrm rot="1098000">
              <a:off x="67320" y="49024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8" name="Google Shape;600;p16"/>
            <p:cNvSpPr/>
            <p:nvPr/>
          </p:nvSpPr>
          <p:spPr>
            <a:xfrm rot="1098000">
              <a:off x="5760" y="50601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79" name="Google Shape;601;p16"/>
          <p:cNvSpPr/>
          <p:nvPr/>
        </p:nvSpPr>
        <p:spPr>
          <a:xfrm rot="16200000">
            <a:off x="-930600" y="215928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602;p16"/>
          <p:cNvSpPr/>
          <p:nvPr/>
        </p:nvSpPr>
        <p:spPr>
          <a:xfrm rot="1504200" flipH="1">
            <a:off x="7450560" y="3899880"/>
            <a:ext cx="1431720" cy="1173600"/>
          </a:xfrm>
          <a:custGeom>
            <a:avLst/>
            <a:gdLst>
              <a:gd name="textAreaLeft" fmla="*/ -360 w 1431720"/>
              <a:gd name="textAreaRight" fmla="*/ 1431720 w 1431720"/>
              <a:gd name="textAreaTop" fmla="*/ 0 h 1173600"/>
              <a:gd name="textAreaBottom" fmla="*/ 1173960 h 117360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1" name="Google Shape;603;p16"/>
          <p:cNvSpPr/>
          <p:nvPr/>
        </p:nvSpPr>
        <p:spPr>
          <a:xfrm rot="16006200">
            <a:off x="-1091160" y="124992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4_1_2">
    <p:bg>
      <p:bgPr>
        <a:solidFill>
          <a:schemeClr val="dk2"/>
        </a:solidFill>
        <a:effectLst/>
      </p:bgPr>
    </p:bg>
    <p:spTree>
      <p:nvGrpSpPr>
        <p:cNvPr id="1" name=""/>
        <p:cNvGrpSpPr/>
        <p:nvPr/>
      </p:nvGrpSpPr>
      <p:grpSpPr>
        <a:xfrm>
          <a:off x="0" y="0"/>
          <a:ext cx="0" cy="0"/>
          <a:chOff x="0" y="0"/>
          <a:chExt cx="0" cy="0"/>
        </a:xfrm>
      </p:grpSpPr>
      <p:sp>
        <p:nvSpPr>
          <p:cNvPr id="316" name="PlaceHolder 1"/>
          <p:cNvSpPr>
            <a:spLocks noGrp="1"/>
          </p:cNvSpPr>
          <p:nvPr>
            <p:ph type="title"/>
          </p:nvPr>
        </p:nvSpPr>
        <p:spPr>
          <a:xfrm>
            <a:off x="713160" y="41832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317" name="Google Shape;641;p18"/>
          <p:cNvSpPr/>
          <p:nvPr/>
        </p:nvSpPr>
        <p:spPr>
          <a:xfrm rot="16200000">
            <a:off x="-940680" y="104328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642;p18"/>
          <p:cNvSpPr/>
          <p:nvPr/>
        </p:nvSpPr>
        <p:spPr>
          <a:xfrm rot="1711200">
            <a:off x="7768080" y="-253800"/>
            <a:ext cx="1865160" cy="1488240"/>
          </a:xfrm>
          <a:custGeom>
            <a:avLst/>
            <a:gdLst>
              <a:gd name="textAreaLeft" fmla="*/ 0 w 1865160"/>
              <a:gd name="textAreaRight" fmla="*/ 1865520 w 1865160"/>
              <a:gd name="textAreaTop" fmla="*/ 0 h 1488240"/>
              <a:gd name="textAreaBottom" fmla="*/ 1488600 h 148824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9" name="Google Shape;643;p18"/>
          <p:cNvSpPr/>
          <p:nvPr/>
        </p:nvSpPr>
        <p:spPr>
          <a:xfrm rot="21222000">
            <a:off x="8039520" y="-18720"/>
            <a:ext cx="1134360" cy="258480"/>
          </a:xfrm>
          <a:custGeom>
            <a:avLst/>
            <a:gdLst>
              <a:gd name="textAreaLeft" fmla="*/ 0 w 1134360"/>
              <a:gd name="textAreaRight" fmla="*/ 1134720 w 1134360"/>
              <a:gd name="textAreaTop" fmla="*/ 0 h 258480"/>
              <a:gd name="textAreaBottom" fmla="*/ 258840 h 25848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0" name="Google Shape;644;p18"/>
          <p:cNvSpPr/>
          <p:nvPr/>
        </p:nvSpPr>
        <p:spPr>
          <a:xfrm>
            <a:off x="8096400" y="4452840"/>
            <a:ext cx="1104480" cy="791640"/>
          </a:xfrm>
          <a:custGeom>
            <a:avLst/>
            <a:gdLst>
              <a:gd name="textAreaLeft" fmla="*/ 0 w 1104480"/>
              <a:gd name="textAreaRight" fmla="*/ 1104840 w 1104480"/>
              <a:gd name="textAreaTop" fmla="*/ 0 h 791640"/>
              <a:gd name="textAreaBottom" fmla="*/ 792000 h 79164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321" name="Google Shape;645;p18"/>
          <p:cNvGrpSpPr/>
          <p:nvPr/>
        </p:nvGrpSpPr>
        <p:grpSpPr>
          <a:xfrm>
            <a:off x="7679520" y="3979800"/>
            <a:ext cx="1388160" cy="792000"/>
            <a:chOff x="7679520" y="3979800"/>
            <a:chExt cx="1388160" cy="792000"/>
          </a:xfrm>
        </p:grpSpPr>
        <p:sp>
          <p:nvSpPr>
            <p:cNvPr id="322" name="Google Shape;646;p18"/>
            <p:cNvSpPr/>
            <p:nvPr/>
          </p:nvSpPr>
          <p:spPr>
            <a:xfrm rot="19586400">
              <a:off x="8297640" y="4466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3" name="Google Shape;647;p18"/>
            <p:cNvSpPr/>
            <p:nvPr/>
          </p:nvSpPr>
          <p:spPr>
            <a:xfrm rot="19586400">
              <a:off x="8398800" y="44290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4" name="Google Shape;648;p18"/>
            <p:cNvSpPr/>
            <p:nvPr/>
          </p:nvSpPr>
          <p:spPr>
            <a:xfrm rot="19586400">
              <a:off x="8304840" y="43812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5" name="Google Shape;649;p18"/>
            <p:cNvSpPr/>
            <p:nvPr/>
          </p:nvSpPr>
          <p:spPr>
            <a:xfrm rot="19586400">
              <a:off x="8452080" y="42001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650;p18"/>
            <p:cNvSpPr/>
            <p:nvPr/>
          </p:nvSpPr>
          <p:spPr>
            <a:xfrm rot="19586400">
              <a:off x="8437320" y="43527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7" name="Google Shape;651;p18"/>
            <p:cNvSpPr/>
            <p:nvPr/>
          </p:nvSpPr>
          <p:spPr>
            <a:xfrm rot="19586400">
              <a:off x="8634600" y="44600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652;p18"/>
            <p:cNvSpPr/>
            <p:nvPr/>
          </p:nvSpPr>
          <p:spPr>
            <a:xfrm rot="19586400">
              <a:off x="8322120" y="42854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9" name="Google Shape;653;p18"/>
            <p:cNvSpPr/>
            <p:nvPr/>
          </p:nvSpPr>
          <p:spPr>
            <a:xfrm rot="19586400">
              <a:off x="8152560" y="409032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0" name="Google Shape;654;p18"/>
            <p:cNvSpPr/>
            <p:nvPr/>
          </p:nvSpPr>
          <p:spPr>
            <a:xfrm rot="19586400">
              <a:off x="8078400" y="43221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1" name="Google Shape;655;p18"/>
            <p:cNvSpPr/>
            <p:nvPr/>
          </p:nvSpPr>
          <p:spPr>
            <a:xfrm rot="19586400">
              <a:off x="8042040" y="41554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2" name="Google Shape;656;p18"/>
            <p:cNvSpPr/>
            <p:nvPr/>
          </p:nvSpPr>
          <p:spPr>
            <a:xfrm rot="19586400">
              <a:off x="7927560" y="41702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657;p18"/>
            <p:cNvSpPr/>
            <p:nvPr/>
          </p:nvSpPr>
          <p:spPr>
            <a:xfrm rot="19586400">
              <a:off x="7760880" y="404352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4" name="Google Shape;658;p18"/>
            <p:cNvSpPr/>
            <p:nvPr/>
          </p:nvSpPr>
          <p:spPr>
            <a:xfrm rot="19586400">
              <a:off x="7682760" y="3985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5" name="Google Shape;659;p18"/>
            <p:cNvSpPr/>
            <p:nvPr/>
          </p:nvSpPr>
          <p:spPr>
            <a:xfrm rot="19586400">
              <a:off x="8606160" y="42847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6" name="Google Shape;660;p18"/>
            <p:cNvSpPr/>
            <p:nvPr/>
          </p:nvSpPr>
          <p:spPr>
            <a:xfrm rot="19586400">
              <a:off x="8384040" y="45770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7" name="Google Shape;661;p18"/>
            <p:cNvSpPr/>
            <p:nvPr/>
          </p:nvSpPr>
          <p:spPr>
            <a:xfrm rot="19586400">
              <a:off x="8778600" y="455580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662;p18"/>
            <p:cNvSpPr/>
            <p:nvPr/>
          </p:nvSpPr>
          <p:spPr>
            <a:xfrm rot="19586400">
              <a:off x="8858520" y="46389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9" name="Google Shape;663;p18"/>
            <p:cNvSpPr/>
            <p:nvPr/>
          </p:nvSpPr>
          <p:spPr>
            <a:xfrm rot="19586400">
              <a:off x="9021240" y="473184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40" name="Google Shape;664;p18"/>
          <p:cNvSpPr/>
          <p:nvPr/>
        </p:nvSpPr>
        <p:spPr>
          <a:xfrm rot="10800000">
            <a:off x="413640" y="458208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41" name="Google Shape;665;p18"/>
          <p:cNvGrpSpPr/>
          <p:nvPr/>
        </p:nvGrpSpPr>
        <p:grpSpPr>
          <a:xfrm>
            <a:off x="8391240" y="3466800"/>
            <a:ext cx="916560" cy="1408680"/>
            <a:chOff x="8391240" y="3466800"/>
            <a:chExt cx="916560" cy="1408680"/>
          </a:xfrm>
        </p:grpSpPr>
        <p:sp>
          <p:nvSpPr>
            <p:cNvPr id="342" name="Google Shape;666;p18"/>
            <p:cNvSpPr/>
            <p:nvPr/>
          </p:nvSpPr>
          <p:spPr>
            <a:xfrm rot="946800" flipH="1">
              <a:off x="8739000" y="3494520"/>
              <a:ext cx="392040" cy="1352880"/>
            </a:xfrm>
            <a:custGeom>
              <a:avLst/>
              <a:gdLst>
                <a:gd name="textAreaLeft" fmla="*/ -360 w 392040"/>
                <a:gd name="textAreaRight" fmla="*/ 39204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667;p18"/>
            <p:cNvSpPr/>
            <p:nvPr/>
          </p:nvSpPr>
          <p:spPr>
            <a:xfrm rot="946800" flipH="1">
              <a:off x="8685000" y="4066920"/>
              <a:ext cx="105480" cy="68400"/>
            </a:xfrm>
            <a:custGeom>
              <a:avLst/>
              <a:gdLst>
                <a:gd name="textAreaLeft" fmla="*/ -360 w 105480"/>
                <a:gd name="textAreaRight" fmla="*/ 10548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668;p18"/>
            <p:cNvSpPr/>
            <p:nvPr/>
          </p:nvSpPr>
          <p:spPr>
            <a:xfrm rot="946800" flipH="1">
              <a:off x="8618040" y="4141440"/>
              <a:ext cx="221400" cy="150120"/>
            </a:xfrm>
            <a:custGeom>
              <a:avLst/>
              <a:gdLst>
                <a:gd name="textAreaLeft" fmla="*/ -360 w 221400"/>
                <a:gd name="textAreaRight" fmla="*/ 22140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5" name="Google Shape;669;p18"/>
            <p:cNvSpPr/>
            <p:nvPr/>
          </p:nvSpPr>
          <p:spPr>
            <a:xfrm rot="946800" flipH="1">
              <a:off x="8813520" y="3996000"/>
              <a:ext cx="93960" cy="404280"/>
            </a:xfrm>
            <a:custGeom>
              <a:avLst/>
              <a:gdLst>
                <a:gd name="textAreaLeft" fmla="*/ -360 w 93960"/>
                <a:gd name="textAreaRight" fmla="*/ 9396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670;p18"/>
            <p:cNvSpPr/>
            <p:nvPr/>
          </p:nvSpPr>
          <p:spPr>
            <a:xfrm rot="946800" flipH="1">
              <a:off x="8612280" y="4278960"/>
              <a:ext cx="278280" cy="190800"/>
            </a:xfrm>
            <a:custGeom>
              <a:avLst/>
              <a:gdLst>
                <a:gd name="textAreaLeft" fmla="*/ -360 w 278280"/>
                <a:gd name="textAreaRight" fmla="*/ 27828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7" name="Google Shape;671;p18"/>
            <p:cNvSpPr/>
            <p:nvPr/>
          </p:nvSpPr>
          <p:spPr>
            <a:xfrm rot="946800" flipH="1">
              <a:off x="8453160" y="3629520"/>
              <a:ext cx="409680" cy="513000"/>
            </a:xfrm>
            <a:custGeom>
              <a:avLst/>
              <a:gdLst>
                <a:gd name="textAreaLeft" fmla="*/ 360 w 409680"/>
                <a:gd name="textAreaRight" fmla="*/ 41040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8" name="Google Shape;672;p18"/>
            <p:cNvSpPr/>
            <p:nvPr/>
          </p:nvSpPr>
          <p:spPr>
            <a:xfrm rot="946800" flipH="1">
              <a:off x="8685000" y="4066920"/>
              <a:ext cx="105480" cy="68400"/>
            </a:xfrm>
            <a:custGeom>
              <a:avLst/>
              <a:gdLst>
                <a:gd name="textAreaLeft" fmla="*/ -360 w 105480"/>
                <a:gd name="textAreaRight" fmla="*/ 10548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49" name="Google Shape;673;p18"/>
          <p:cNvSpPr/>
          <p:nvPr/>
        </p:nvSpPr>
        <p:spPr>
          <a:xfrm rot="4110600" flipH="1">
            <a:off x="-573480" y="367776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50" name="Google Shape;674;p18"/>
          <p:cNvGrpSpPr/>
          <p:nvPr/>
        </p:nvGrpSpPr>
        <p:grpSpPr>
          <a:xfrm>
            <a:off x="802800" y="4340880"/>
            <a:ext cx="695880" cy="1015920"/>
            <a:chOff x="802800" y="4340880"/>
            <a:chExt cx="695880" cy="1015920"/>
          </a:xfrm>
        </p:grpSpPr>
        <p:sp>
          <p:nvSpPr>
            <p:cNvPr id="351" name="Google Shape;675;p18"/>
            <p:cNvSpPr/>
            <p:nvPr/>
          </p:nvSpPr>
          <p:spPr>
            <a:xfrm rot="1098000">
              <a:off x="1402200" y="434844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2" name="Google Shape;676;p18"/>
            <p:cNvSpPr/>
            <p:nvPr/>
          </p:nvSpPr>
          <p:spPr>
            <a:xfrm rot="1098000">
              <a:off x="1434600" y="459504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3" name="Google Shape;677;p18"/>
            <p:cNvSpPr/>
            <p:nvPr/>
          </p:nvSpPr>
          <p:spPr>
            <a:xfrm rot="1098000">
              <a:off x="1186560" y="443916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4" name="Google Shape;678;p18"/>
            <p:cNvSpPr/>
            <p:nvPr/>
          </p:nvSpPr>
          <p:spPr>
            <a:xfrm rot="1098000">
              <a:off x="1224000" y="471276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5" name="Google Shape;679;p18"/>
            <p:cNvSpPr/>
            <p:nvPr/>
          </p:nvSpPr>
          <p:spPr>
            <a:xfrm rot="1098000">
              <a:off x="1042920" y="472356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6" name="Google Shape;680;p18"/>
            <p:cNvSpPr/>
            <p:nvPr/>
          </p:nvSpPr>
          <p:spPr>
            <a:xfrm rot="1098000">
              <a:off x="1081440" y="48704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7" name="Google Shape;681;p18"/>
            <p:cNvSpPr/>
            <p:nvPr/>
          </p:nvSpPr>
          <p:spPr>
            <a:xfrm rot="1098000">
              <a:off x="966600" y="49957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682;p18"/>
            <p:cNvSpPr/>
            <p:nvPr/>
          </p:nvSpPr>
          <p:spPr>
            <a:xfrm rot="1098000">
              <a:off x="869760" y="514296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683;p18"/>
            <p:cNvSpPr/>
            <p:nvPr/>
          </p:nvSpPr>
          <p:spPr>
            <a:xfrm rot="1098000">
              <a:off x="808560" y="53006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60" name="Google Shape;684;p18"/>
          <p:cNvSpPr/>
          <p:nvPr/>
        </p:nvSpPr>
        <p:spPr>
          <a:xfrm rot="2074200">
            <a:off x="7057440" y="2678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4_1_2_1">
    <p:bg>
      <p:bgPr>
        <a:solidFill>
          <a:schemeClr val="dk2"/>
        </a:solidFill>
        <a:effectLst/>
      </p:bgPr>
    </p:bg>
    <p:spTree>
      <p:nvGrpSpPr>
        <p:cNvPr id="1" name=""/>
        <p:cNvGrpSpPr/>
        <p:nvPr/>
      </p:nvGrpSpPr>
      <p:grpSpPr>
        <a:xfrm>
          <a:off x="0" y="0"/>
          <a:ext cx="0" cy="0"/>
          <a:chOff x="0" y="0"/>
          <a:chExt cx="0" cy="0"/>
        </a:xfrm>
      </p:grpSpPr>
      <p:sp>
        <p:nvSpPr>
          <p:cNvPr id="361"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362" name="Google Shape;687;p19"/>
          <p:cNvSpPr/>
          <p:nvPr/>
        </p:nvSpPr>
        <p:spPr>
          <a:xfrm rot="20980200">
            <a:off x="-161640" y="-61560"/>
            <a:ext cx="1134360" cy="258480"/>
          </a:xfrm>
          <a:custGeom>
            <a:avLst/>
            <a:gdLst>
              <a:gd name="textAreaLeft" fmla="*/ 0 w 1134360"/>
              <a:gd name="textAreaRight" fmla="*/ 1134720 w 1134360"/>
              <a:gd name="textAreaTop" fmla="*/ 0 h 258480"/>
              <a:gd name="textAreaBottom" fmla="*/ 258840 h 25848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688;p19"/>
          <p:cNvSpPr/>
          <p:nvPr/>
        </p:nvSpPr>
        <p:spPr>
          <a:xfrm rot="5400000">
            <a:off x="7774200" y="57996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4" name="Google Shape;689;p19"/>
          <p:cNvSpPr/>
          <p:nvPr/>
        </p:nvSpPr>
        <p:spPr>
          <a:xfrm>
            <a:off x="8430840" y="129816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5" name="Google Shape;690;p19"/>
          <p:cNvSpPr/>
          <p:nvPr/>
        </p:nvSpPr>
        <p:spPr>
          <a:xfrm rot="11983800">
            <a:off x="-767880" y="430704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366" name="Google Shape;691;p19"/>
          <p:cNvGrpSpPr/>
          <p:nvPr/>
        </p:nvGrpSpPr>
        <p:grpSpPr>
          <a:xfrm>
            <a:off x="7693920" y="160200"/>
            <a:ext cx="1388520" cy="792000"/>
            <a:chOff x="7693920" y="160200"/>
            <a:chExt cx="1388520" cy="792000"/>
          </a:xfrm>
        </p:grpSpPr>
        <p:sp>
          <p:nvSpPr>
            <p:cNvPr id="367" name="Google Shape;692;p19"/>
            <p:cNvSpPr/>
            <p:nvPr/>
          </p:nvSpPr>
          <p:spPr>
            <a:xfrm rot="19586400">
              <a:off x="8312400" y="6465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693;p19"/>
            <p:cNvSpPr/>
            <p:nvPr/>
          </p:nvSpPr>
          <p:spPr>
            <a:xfrm rot="19586400">
              <a:off x="8413560" y="6094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694;p19"/>
            <p:cNvSpPr/>
            <p:nvPr/>
          </p:nvSpPr>
          <p:spPr>
            <a:xfrm rot="19586400">
              <a:off x="8319240" y="5616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695;p19"/>
            <p:cNvSpPr/>
            <p:nvPr/>
          </p:nvSpPr>
          <p:spPr>
            <a:xfrm rot="19586400">
              <a:off x="8466840" y="3801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696;p19"/>
            <p:cNvSpPr/>
            <p:nvPr/>
          </p:nvSpPr>
          <p:spPr>
            <a:xfrm rot="19586400">
              <a:off x="8452080" y="5331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697;p19"/>
            <p:cNvSpPr/>
            <p:nvPr/>
          </p:nvSpPr>
          <p:spPr>
            <a:xfrm rot="19586400">
              <a:off x="8649000" y="6404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698;p19"/>
            <p:cNvSpPr/>
            <p:nvPr/>
          </p:nvSpPr>
          <p:spPr>
            <a:xfrm rot="19586400">
              <a:off x="8336880" y="4658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4" name="Google Shape;699;p19"/>
            <p:cNvSpPr/>
            <p:nvPr/>
          </p:nvSpPr>
          <p:spPr>
            <a:xfrm rot="19586400">
              <a:off x="8164440" y="3888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5" name="Google Shape;700;p19"/>
            <p:cNvSpPr/>
            <p:nvPr/>
          </p:nvSpPr>
          <p:spPr>
            <a:xfrm rot="19586400">
              <a:off x="8167320" y="27072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701;p19"/>
            <p:cNvSpPr/>
            <p:nvPr/>
          </p:nvSpPr>
          <p:spPr>
            <a:xfrm rot="19586400">
              <a:off x="8093160" y="5025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702;p19"/>
            <p:cNvSpPr/>
            <p:nvPr/>
          </p:nvSpPr>
          <p:spPr>
            <a:xfrm rot="19586400">
              <a:off x="8056800" y="3358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703;p19"/>
            <p:cNvSpPr/>
            <p:nvPr/>
          </p:nvSpPr>
          <p:spPr>
            <a:xfrm rot="19586400">
              <a:off x="7942320" y="3506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9" name="Google Shape;704;p19"/>
            <p:cNvSpPr/>
            <p:nvPr/>
          </p:nvSpPr>
          <p:spPr>
            <a:xfrm rot="19586400">
              <a:off x="7775640" y="22392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705;p19"/>
            <p:cNvSpPr/>
            <p:nvPr/>
          </p:nvSpPr>
          <p:spPr>
            <a:xfrm rot="19586400">
              <a:off x="7697160" y="1656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1" name="Google Shape;706;p19"/>
            <p:cNvSpPr/>
            <p:nvPr/>
          </p:nvSpPr>
          <p:spPr>
            <a:xfrm rot="19586400">
              <a:off x="8620920" y="4651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707;p19"/>
            <p:cNvSpPr/>
            <p:nvPr/>
          </p:nvSpPr>
          <p:spPr>
            <a:xfrm rot="19586400">
              <a:off x="8398800" y="75708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708;p19"/>
            <p:cNvSpPr/>
            <p:nvPr/>
          </p:nvSpPr>
          <p:spPr>
            <a:xfrm rot="19586400">
              <a:off x="8793360" y="73620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709;p19"/>
            <p:cNvSpPr/>
            <p:nvPr/>
          </p:nvSpPr>
          <p:spPr>
            <a:xfrm rot="19586400">
              <a:off x="8873280" y="8193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5" name="Google Shape;710;p19"/>
            <p:cNvSpPr/>
            <p:nvPr/>
          </p:nvSpPr>
          <p:spPr>
            <a:xfrm rot="19586400">
              <a:off x="9036000" y="91224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6" name="Google Shape;711;p19"/>
          <p:cNvGrpSpPr/>
          <p:nvPr/>
        </p:nvGrpSpPr>
        <p:grpSpPr>
          <a:xfrm>
            <a:off x="-96120" y="3558240"/>
            <a:ext cx="511560" cy="525600"/>
            <a:chOff x="-96120" y="3558240"/>
            <a:chExt cx="511560" cy="525600"/>
          </a:xfrm>
        </p:grpSpPr>
        <p:sp>
          <p:nvSpPr>
            <p:cNvPr id="387" name="Google Shape;712;p19"/>
            <p:cNvSpPr/>
            <p:nvPr/>
          </p:nvSpPr>
          <p:spPr>
            <a:xfrm>
              <a:off x="181080" y="3558240"/>
              <a:ext cx="24840" cy="18000"/>
            </a:xfrm>
            <a:custGeom>
              <a:avLst/>
              <a:gdLst>
                <a:gd name="textAreaLeft" fmla="*/ 0 w 24840"/>
                <a:gd name="textAreaRight" fmla="*/ 25200 w 24840"/>
                <a:gd name="textAreaTop" fmla="*/ 0 h 18000"/>
                <a:gd name="textAreaBottom" fmla="*/ 18360 h 18000"/>
              </a:gdLst>
              <a:ahLst/>
              <a:cxnLst/>
              <a:rect l="textAreaLeft" t="textAreaTop" r="textAreaRight" b="textAreaBottom"/>
              <a:pathLst>
                <a:path w="698" h="507">
                  <a:moveTo>
                    <a:pt x="265" y="1"/>
                  </a:moveTo>
                  <a:cubicBezTo>
                    <a:pt x="201" y="1"/>
                    <a:pt x="128" y="35"/>
                    <a:pt x="74" y="89"/>
                  </a:cubicBezTo>
                  <a:cubicBezTo>
                    <a:pt x="37" y="125"/>
                    <a:pt x="1" y="198"/>
                    <a:pt x="1" y="235"/>
                  </a:cubicBezTo>
                  <a:cubicBezTo>
                    <a:pt x="1" y="308"/>
                    <a:pt x="37" y="382"/>
                    <a:pt x="74" y="418"/>
                  </a:cubicBezTo>
                  <a:cubicBezTo>
                    <a:pt x="128" y="472"/>
                    <a:pt x="201" y="506"/>
                    <a:pt x="265" y="506"/>
                  </a:cubicBezTo>
                  <a:cubicBezTo>
                    <a:pt x="289" y="506"/>
                    <a:pt x="311" y="502"/>
                    <a:pt x="331" y="492"/>
                  </a:cubicBezTo>
                  <a:lnTo>
                    <a:pt x="441" y="492"/>
                  </a:lnTo>
                  <a:cubicBezTo>
                    <a:pt x="490" y="492"/>
                    <a:pt x="539" y="459"/>
                    <a:pt x="577" y="415"/>
                  </a:cubicBezTo>
                  <a:lnTo>
                    <a:pt x="577" y="415"/>
                  </a:lnTo>
                  <a:cubicBezTo>
                    <a:pt x="640" y="401"/>
                    <a:pt x="697" y="336"/>
                    <a:pt x="697" y="272"/>
                  </a:cubicBezTo>
                  <a:cubicBezTo>
                    <a:pt x="697" y="175"/>
                    <a:pt x="640" y="107"/>
                    <a:pt x="577" y="92"/>
                  </a:cubicBezTo>
                  <a:lnTo>
                    <a:pt x="577" y="92"/>
                  </a:lnTo>
                  <a:cubicBezTo>
                    <a:pt x="569" y="82"/>
                    <a:pt x="560" y="73"/>
                    <a:pt x="551" y="65"/>
                  </a:cubicBezTo>
                  <a:lnTo>
                    <a:pt x="551" y="65"/>
                  </a:lnTo>
                  <a:lnTo>
                    <a:pt x="551" y="52"/>
                  </a:lnTo>
                  <a:lnTo>
                    <a:pt x="535" y="52"/>
                  </a:lnTo>
                  <a:cubicBezTo>
                    <a:pt x="506" y="30"/>
                    <a:pt x="473" y="15"/>
                    <a:pt x="441" y="15"/>
                  </a:cubicBezTo>
                  <a:lnTo>
                    <a:pt x="331" y="15"/>
                  </a:lnTo>
                  <a:cubicBezTo>
                    <a:pt x="311" y="5"/>
                    <a:pt x="289" y="1"/>
                    <a:pt x="2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8" name="Google Shape;713;p19"/>
            <p:cNvSpPr/>
            <p:nvPr/>
          </p:nvSpPr>
          <p:spPr>
            <a:xfrm>
              <a:off x="144000" y="3670920"/>
              <a:ext cx="33840" cy="25920"/>
            </a:xfrm>
            <a:custGeom>
              <a:avLst/>
              <a:gdLst>
                <a:gd name="textAreaLeft" fmla="*/ 0 w 33840"/>
                <a:gd name="textAreaRight" fmla="*/ 34200 w 33840"/>
                <a:gd name="textAreaTop" fmla="*/ 0 h 25920"/>
                <a:gd name="textAreaBottom" fmla="*/ 26280 h 25920"/>
              </a:gdLst>
              <a:ahLst/>
              <a:cxnLst/>
              <a:rect l="textAreaLeft" t="textAreaTop" r="textAreaRight" b="textAreaBottom"/>
              <a:pathLst>
                <a:path w="954" h="734">
                  <a:moveTo>
                    <a:pt x="477" y="0"/>
                  </a:moveTo>
                  <a:cubicBezTo>
                    <a:pt x="0" y="0"/>
                    <a:pt x="0" y="733"/>
                    <a:pt x="477" y="733"/>
                  </a:cubicBezTo>
                  <a:cubicBezTo>
                    <a:pt x="953" y="697"/>
                    <a:pt x="953" y="0"/>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9" name="Google Shape;714;p19"/>
            <p:cNvSpPr/>
            <p:nvPr/>
          </p:nvSpPr>
          <p:spPr>
            <a:xfrm>
              <a:off x="269280" y="3618000"/>
              <a:ext cx="36720" cy="31320"/>
            </a:xfrm>
            <a:custGeom>
              <a:avLst/>
              <a:gdLst>
                <a:gd name="textAreaLeft" fmla="*/ 0 w 36720"/>
                <a:gd name="textAreaRight" fmla="*/ 37080 w 36720"/>
                <a:gd name="textAreaTop" fmla="*/ 0 h 31320"/>
                <a:gd name="textAreaBottom" fmla="*/ 31680 h 31320"/>
              </a:gdLst>
              <a:ahLst/>
              <a:cxnLst/>
              <a:rect l="textAreaLeft" t="textAreaTop" r="textAreaRight" b="textAreaBottom"/>
              <a:pathLst>
                <a:path w="1028" h="881">
                  <a:moveTo>
                    <a:pt x="514" y="1"/>
                  </a:moveTo>
                  <a:cubicBezTo>
                    <a:pt x="1" y="74"/>
                    <a:pt x="1" y="807"/>
                    <a:pt x="514" y="881"/>
                  </a:cubicBezTo>
                  <a:cubicBezTo>
                    <a:pt x="1027" y="807"/>
                    <a:pt x="1027" y="74"/>
                    <a:pt x="51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715;p19"/>
            <p:cNvSpPr/>
            <p:nvPr/>
          </p:nvSpPr>
          <p:spPr>
            <a:xfrm>
              <a:off x="258840" y="3936600"/>
              <a:ext cx="47160" cy="44280"/>
            </a:xfrm>
            <a:custGeom>
              <a:avLst/>
              <a:gdLst>
                <a:gd name="textAreaLeft" fmla="*/ 0 w 47160"/>
                <a:gd name="textAreaRight" fmla="*/ 47520 w 47160"/>
                <a:gd name="textAreaTop" fmla="*/ 0 h 44280"/>
                <a:gd name="textAreaBottom" fmla="*/ 44640 h 44280"/>
              </a:gdLst>
              <a:ahLst/>
              <a:cxnLst/>
              <a:rect l="textAreaLeft" t="textAreaTop" r="textAreaRight" b="textAreaBottom"/>
              <a:pathLst>
                <a:path w="1321" h="1238">
                  <a:moveTo>
                    <a:pt x="532" y="1"/>
                  </a:moveTo>
                  <a:cubicBezTo>
                    <a:pt x="404" y="1"/>
                    <a:pt x="276" y="46"/>
                    <a:pt x="184" y="138"/>
                  </a:cubicBezTo>
                  <a:cubicBezTo>
                    <a:pt x="1" y="358"/>
                    <a:pt x="1" y="651"/>
                    <a:pt x="184" y="871"/>
                  </a:cubicBezTo>
                  <a:lnTo>
                    <a:pt x="477" y="1091"/>
                  </a:lnTo>
                  <a:cubicBezTo>
                    <a:pt x="551" y="1201"/>
                    <a:pt x="660" y="1238"/>
                    <a:pt x="807" y="1238"/>
                  </a:cubicBezTo>
                  <a:cubicBezTo>
                    <a:pt x="917" y="1238"/>
                    <a:pt x="1064" y="1201"/>
                    <a:pt x="1137" y="1091"/>
                  </a:cubicBezTo>
                  <a:cubicBezTo>
                    <a:pt x="1320" y="908"/>
                    <a:pt x="1320" y="615"/>
                    <a:pt x="1137" y="431"/>
                  </a:cubicBezTo>
                  <a:cubicBezTo>
                    <a:pt x="1064" y="321"/>
                    <a:pt x="954" y="248"/>
                    <a:pt x="880" y="138"/>
                  </a:cubicBezTo>
                  <a:cubicBezTo>
                    <a:pt x="789" y="46"/>
                    <a:pt x="660" y="1"/>
                    <a:pt x="53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716;p19"/>
            <p:cNvSpPr/>
            <p:nvPr/>
          </p:nvSpPr>
          <p:spPr>
            <a:xfrm>
              <a:off x="364320" y="3904560"/>
              <a:ext cx="51120" cy="50400"/>
            </a:xfrm>
            <a:custGeom>
              <a:avLst/>
              <a:gdLst>
                <a:gd name="textAreaLeft" fmla="*/ 0 w 51120"/>
                <a:gd name="textAreaRight" fmla="*/ 51480 w 51120"/>
                <a:gd name="textAreaTop" fmla="*/ 0 h 50400"/>
                <a:gd name="textAreaBottom" fmla="*/ 50760 h 50400"/>
              </a:gdLst>
              <a:ahLst/>
              <a:cxnLst/>
              <a:rect l="textAreaLeft" t="textAreaTop" r="textAreaRight" b="textAreaBottom"/>
              <a:pathLst>
                <a:path w="1430" h="1408">
                  <a:moveTo>
                    <a:pt x="550" y="1"/>
                  </a:moveTo>
                  <a:cubicBezTo>
                    <a:pt x="404" y="1"/>
                    <a:pt x="257" y="37"/>
                    <a:pt x="147" y="147"/>
                  </a:cubicBezTo>
                  <a:cubicBezTo>
                    <a:pt x="37" y="257"/>
                    <a:pt x="0" y="404"/>
                    <a:pt x="0" y="550"/>
                  </a:cubicBezTo>
                  <a:cubicBezTo>
                    <a:pt x="0" y="697"/>
                    <a:pt x="37" y="844"/>
                    <a:pt x="147" y="954"/>
                  </a:cubicBezTo>
                  <a:lnTo>
                    <a:pt x="147" y="990"/>
                  </a:lnTo>
                  <a:cubicBezTo>
                    <a:pt x="257" y="1100"/>
                    <a:pt x="404" y="1247"/>
                    <a:pt x="550" y="1320"/>
                  </a:cubicBezTo>
                  <a:cubicBezTo>
                    <a:pt x="631" y="1374"/>
                    <a:pt x="711" y="1408"/>
                    <a:pt x="806" y="1408"/>
                  </a:cubicBezTo>
                  <a:cubicBezTo>
                    <a:pt x="841" y="1408"/>
                    <a:pt x="877" y="1403"/>
                    <a:pt x="917" y="1394"/>
                  </a:cubicBezTo>
                  <a:cubicBezTo>
                    <a:pt x="1027" y="1394"/>
                    <a:pt x="1137" y="1320"/>
                    <a:pt x="1247" y="1247"/>
                  </a:cubicBezTo>
                  <a:cubicBezTo>
                    <a:pt x="1283" y="1174"/>
                    <a:pt x="1357" y="1100"/>
                    <a:pt x="1357" y="990"/>
                  </a:cubicBezTo>
                  <a:cubicBezTo>
                    <a:pt x="1430" y="844"/>
                    <a:pt x="1393" y="697"/>
                    <a:pt x="1320" y="550"/>
                  </a:cubicBezTo>
                  <a:cubicBezTo>
                    <a:pt x="1210" y="404"/>
                    <a:pt x="1100" y="257"/>
                    <a:pt x="953" y="147"/>
                  </a:cubicBezTo>
                  <a:cubicBezTo>
                    <a:pt x="843" y="37"/>
                    <a:pt x="697"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717;p19"/>
            <p:cNvSpPr/>
            <p:nvPr/>
          </p:nvSpPr>
          <p:spPr>
            <a:xfrm>
              <a:off x="262800" y="3814560"/>
              <a:ext cx="27360" cy="36720"/>
            </a:xfrm>
            <a:custGeom>
              <a:avLst/>
              <a:gdLst>
                <a:gd name="textAreaLeft" fmla="*/ 0 w 27360"/>
                <a:gd name="textAreaRight" fmla="*/ 27720 w 27360"/>
                <a:gd name="textAreaTop" fmla="*/ 0 h 36720"/>
                <a:gd name="textAreaBottom" fmla="*/ 37080 h 36720"/>
              </a:gdLst>
              <a:ahLst/>
              <a:cxnLst/>
              <a:rect l="textAreaLeft" t="textAreaTop" r="textAreaRight" b="textAreaBottom"/>
              <a:pathLst>
                <a:path w="771" h="1028">
                  <a:moveTo>
                    <a:pt x="367" y="1"/>
                  </a:moveTo>
                  <a:cubicBezTo>
                    <a:pt x="147" y="1"/>
                    <a:pt x="1" y="147"/>
                    <a:pt x="1" y="404"/>
                  </a:cubicBezTo>
                  <a:lnTo>
                    <a:pt x="37" y="404"/>
                  </a:lnTo>
                  <a:lnTo>
                    <a:pt x="37" y="661"/>
                  </a:lnTo>
                  <a:cubicBezTo>
                    <a:pt x="37" y="771"/>
                    <a:pt x="74" y="844"/>
                    <a:pt x="147" y="917"/>
                  </a:cubicBezTo>
                  <a:cubicBezTo>
                    <a:pt x="221" y="991"/>
                    <a:pt x="294" y="1027"/>
                    <a:pt x="404" y="1027"/>
                  </a:cubicBezTo>
                  <a:cubicBezTo>
                    <a:pt x="624" y="1027"/>
                    <a:pt x="770" y="881"/>
                    <a:pt x="770" y="661"/>
                  </a:cubicBezTo>
                  <a:lnTo>
                    <a:pt x="770" y="404"/>
                  </a:lnTo>
                  <a:cubicBezTo>
                    <a:pt x="770" y="294"/>
                    <a:pt x="734" y="184"/>
                    <a:pt x="660" y="111"/>
                  </a:cubicBezTo>
                  <a:cubicBezTo>
                    <a:pt x="587" y="38"/>
                    <a:pt x="477" y="1"/>
                    <a:pt x="36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718;p19"/>
            <p:cNvSpPr/>
            <p:nvPr/>
          </p:nvSpPr>
          <p:spPr>
            <a:xfrm>
              <a:off x="346680" y="4058640"/>
              <a:ext cx="42480" cy="25200"/>
            </a:xfrm>
            <a:custGeom>
              <a:avLst/>
              <a:gdLst>
                <a:gd name="textAreaLeft" fmla="*/ 0 w 42480"/>
                <a:gd name="textAreaRight" fmla="*/ 42840 w 42480"/>
                <a:gd name="textAreaTop" fmla="*/ 0 h 25200"/>
                <a:gd name="textAreaBottom" fmla="*/ 25560 h 25200"/>
              </a:gdLst>
              <a:ahLst/>
              <a:cxnLst/>
              <a:rect l="textAreaLeft" t="textAreaTop" r="textAreaRight" b="textAreaBottom"/>
              <a:pathLst>
                <a:path w="1188" h="706">
                  <a:moveTo>
                    <a:pt x="462" y="0"/>
                  </a:moveTo>
                  <a:cubicBezTo>
                    <a:pt x="0" y="0"/>
                    <a:pt x="0" y="706"/>
                    <a:pt x="462" y="706"/>
                  </a:cubicBezTo>
                  <a:cubicBezTo>
                    <a:pt x="483" y="706"/>
                    <a:pt x="505" y="704"/>
                    <a:pt x="528" y="701"/>
                  </a:cubicBezTo>
                  <a:lnTo>
                    <a:pt x="785" y="701"/>
                  </a:lnTo>
                  <a:cubicBezTo>
                    <a:pt x="1188" y="628"/>
                    <a:pt x="1188" y="41"/>
                    <a:pt x="785" y="5"/>
                  </a:cubicBezTo>
                  <a:lnTo>
                    <a:pt x="528" y="5"/>
                  </a:lnTo>
                  <a:cubicBezTo>
                    <a:pt x="505" y="2"/>
                    <a:pt x="483" y="0"/>
                    <a:pt x="46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719;p19"/>
            <p:cNvSpPr/>
            <p:nvPr/>
          </p:nvSpPr>
          <p:spPr>
            <a:xfrm>
              <a:off x="17280" y="3877920"/>
              <a:ext cx="44640" cy="35280"/>
            </a:xfrm>
            <a:custGeom>
              <a:avLst/>
              <a:gdLst>
                <a:gd name="textAreaLeft" fmla="*/ 0 w 44640"/>
                <a:gd name="textAreaRight" fmla="*/ 45000 w 44640"/>
                <a:gd name="textAreaTop" fmla="*/ 0 h 35280"/>
                <a:gd name="textAreaBottom" fmla="*/ 35640 h 35280"/>
              </a:gdLst>
              <a:ahLst/>
              <a:cxnLst/>
              <a:rect l="textAreaLeft" t="textAreaTop" r="textAreaRight" b="textAreaBottom"/>
              <a:pathLst>
                <a:path w="1247" h="991">
                  <a:moveTo>
                    <a:pt x="513" y="0"/>
                  </a:moveTo>
                  <a:cubicBezTo>
                    <a:pt x="367" y="0"/>
                    <a:pt x="257" y="37"/>
                    <a:pt x="147" y="147"/>
                  </a:cubicBezTo>
                  <a:cubicBezTo>
                    <a:pt x="74" y="220"/>
                    <a:pt x="0" y="367"/>
                    <a:pt x="0" y="477"/>
                  </a:cubicBezTo>
                  <a:cubicBezTo>
                    <a:pt x="0" y="770"/>
                    <a:pt x="220" y="990"/>
                    <a:pt x="513" y="990"/>
                  </a:cubicBezTo>
                  <a:lnTo>
                    <a:pt x="770" y="990"/>
                  </a:lnTo>
                  <a:cubicBezTo>
                    <a:pt x="1027" y="990"/>
                    <a:pt x="1247" y="770"/>
                    <a:pt x="1247" y="514"/>
                  </a:cubicBezTo>
                  <a:cubicBezTo>
                    <a:pt x="1247" y="220"/>
                    <a:pt x="1027" y="0"/>
                    <a:pt x="77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5" name="Google Shape;720;p19"/>
            <p:cNvSpPr/>
            <p:nvPr/>
          </p:nvSpPr>
          <p:spPr>
            <a:xfrm>
              <a:off x="-96120" y="3730320"/>
              <a:ext cx="29880" cy="21960"/>
            </a:xfrm>
            <a:custGeom>
              <a:avLst/>
              <a:gdLst>
                <a:gd name="textAreaLeft" fmla="*/ 0 w 29880"/>
                <a:gd name="textAreaRight" fmla="*/ 30240 w 29880"/>
                <a:gd name="textAreaTop" fmla="*/ 0 h 21960"/>
                <a:gd name="textAreaBottom" fmla="*/ 22320 h 21960"/>
              </a:gdLst>
              <a:ahLst/>
              <a:cxnLst/>
              <a:rect l="textAreaLeft" t="textAreaTop" r="textAreaRight" b="textAreaBottom"/>
              <a:pathLst>
                <a:path w="844" h="624">
                  <a:moveTo>
                    <a:pt x="404" y="1"/>
                  </a:moveTo>
                  <a:cubicBezTo>
                    <a:pt x="1" y="1"/>
                    <a:pt x="1" y="624"/>
                    <a:pt x="404" y="624"/>
                  </a:cubicBezTo>
                  <a:cubicBezTo>
                    <a:pt x="844" y="624"/>
                    <a:pt x="844"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396" name="Google Shape;721;p19"/>
          <p:cNvSpPr/>
          <p:nvPr/>
        </p:nvSpPr>
        <p:spPr>
          <a:xfrm rot="7712400">
            <a:off x="7427880" y="4491720"/>
            <a:ext cx="2346480" cy="345960"/>
          </a:xfrm>
          <a:custGeom>
            <a:avLst/>
            <a:gdLst>
              <a:gd name="textAreaLeft" fmla="*/ 0 w 2346480"/>
              <a:gd name="textAreaRight" fmla="*/ 234684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7" name="Google Shape;722;p19"/>
          <p:cNvSpPr/>
          <p:nvPr/>
        </p:nvSpPr>
        <p:spPr>
          <a:xfrm rot="13121400">
            <a:off x="6792480" y="68760"/>
            <a:ext cx="1563120" cy="1280880"/>
          </a:xfrm>
          <a:custGeom>
            <a:avLst/>
            <a:gdLst>
              <a:gd name="textAreaLeft" fmla="*/ 0 w 1563120"/>
              <a:gd name="textAreaRight" fmla="*/ 1563480 w 156312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3"/>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723;p19"/>
          <p:cNvSpPr/>
          <p:nvPr/>
        </p:nvSpPr>
        <p:spPr>
          <a:xfrm rot="5400000" flipH="1">
            <a:off x="4266360" y="381852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dk2"/>
        </a:solidFill>
        <a:effectLst/>
      </p:bgPr>
    </p:bg>
    <p:spTree>
      <p:nvGrpSpPr>
        <p:cNvPr id="1" name=""/>
        <p:cNvGrpSpPr/>
        <p:nvPr/>
      </p:nvGrpSpPr>
      <p:grpSpPr>
        <a:xfrm>
          <a:off x="0" y="0"/>
          <a:ext cx="0" cy="0"/>
          <a:chOff x="0" y="0"/>
          <a:chExt cx="0" cy="0"/>
        </a:xfrm>
      </p:grpSpPr>
      <p:sp>
        <p:nvSpPr>
          <p:cNvPr id="399" name="Google Shape;725;p20"/>
          <p:cNvSpPr/>
          <p:nvPr/>
        </p:nvSpPr>
        <p:spPr>
          <a:xfrm rot="17314200">
            <a:off x="-993960" y="350244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0" name="Google Shape;726;p20"/>
          <p:cNvSpPr/>
          <p:nvPr/>
        </p:nvSpPr>
        <p:spPr>
          <a:xfrm rot="16200000">
            <a:off x="-930600" y="215928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1" name="Google Shape;727;p20"/>
          <p:cNvSpPr/>
          <p:nvPr/>
        </p:nvSpPr>
        <p:spPr>
          <a:xfrm>
            <a:off x="2631960" y="883080"/>
            <a:ext cx="6546960" cy="4795920"/>
          </a:xfrm>
          <a:custGeom>
            <a:avLst/>
            <a:gdLst>
              <a:gd name="textAreaLeft" fmla="*/ 0 w 6546960"/>
              <a:gd name="textAreaRight" fmla="*/ 6547320 w 6546960"/>
              <a:gd name="textAreaTop" fmla="*/ 0 h 4795920"/>
              <a:gd name="textAreaBottom" fmla="*/ 4796280 h 4795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2" name="Google Shape;728;p20"/>
          <p:cNvSpPr/>
          <p:nvPr/>
        </p:nvSpPr>
        <p:spPr>
          <a:xfrm rot="284400">
            <a:off x="2167920" y="141264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03" name="Google Shape;729;p20"/>
          <p:cNvGrpSpPr/>
          <p:nvPr/>
        </p:nvGrpSpPr>
        <p:grpSpPr>
          <a:xfrm>
            <a:off x="8307720" y="1330200"/>
            <a:ext cx="1016640" cy="695160"/>
            <a:chOff x="8307720" y="1330200"/>
            <a:chExt cx="1016640" cy="695160"/>
          </a:xfrm>
        </p:grpSpPr>
        <p:sp>
          <p:nvSpPr>
            <p:cNvPr id="404" name="Google Shape;730;p20"/>
            <p:cNvSpPr/>
            <p:nvPr/>
          </p:nvSpPr>
          <p:spPr>
            <a:xfrm rot="2620200">
              <a:off x="9259920" y="13557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5" name="Google Shape;731;p20"/>
            <p:cNvSpPr/>
            <p:nvPr/>
          </p:nvSpPr>
          <p:spPr>
            <a:xfrm rot="2620200">
              <a:off x="9183240" y="159300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732;p20"/>
            <p:cNvSpPr/>
            <p:nvPr/>
          </p:nvSpPr>
          <p:spPr>
            <a:xfrm rot="2620200">
              <a:off x="9021600" y="135036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7" name="Google Shape;733;p20"/>
            <p:cNvSpPr/>
            <p:nvPr/>
          </p:nvSpPr>
          <p:spPr>
            <a:xfrm rot="2620200">
              <a:off x="8940600" y="16106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734;p20"/>
            <p:cNvSpPr/>
            <p:nvPr/>
          </p:nvSpPr>
          <p:spPr>
            <a:xfrm rot="2620200">
              <a:off x="8772120" y="154260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9" name="Google Shape;735;p20"/>
            <p:cNvSpPr/>
            <p:nvPr/>
          </p:nvSpPr>
          <p:spPr>
            <a:xfrm rot="2620200">
              <a:off x="8745480" y="169128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736;p20"/>
            <p:cNvSpPr/>
            <p:nvPr/>
          </p:nvSpPr>
          <p:spPr>
            <a:xfrm rot="2620200">
              <a:off x="8587440" y="17557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1" name="Google Shape;737;p20"/>
            <p:cNvSpPr/>
            <p:nvPr/>
          </p:nvSpPr>
          <p:spPr>
            <a:xfrm rot="2620200">
              <a:off x="8437320" y="18478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2" name="Google Shape;738;p20"/>
            <p:cNvSpPr/>
            <p:nvPr/>
          </p:nvSpPr>
          <p:spPr>
            <a:xfrm rot="2620200">
              <a:off x="8314920" y="196308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13" name="Google Shape;739;p20"/>
          <p:cNvGrpSpPr/>
          <p:nvPr/>
        </p:nvGrpSpPr>
        <p:grpSpPr>
          <a:xfrm>
            <a:off x="8368560" y="808560"/>
            <a:ext cx="956520" cy="766080"/>
            <a:chOff x="8368560" y="808560"/>
            <a:chExt cx="956520" cy="766080"/>
          </a:xfrm>
        </p:grpSpPr>
        <p:sp>
          <p:nvSpPr>
            <p:cNvPr id="414" name="Google Shape;740;p20"/>
            <p:cNvSpPr/>
            <p:nvPr/>
          </p:nvSpPr>
          <p:spPr>
            <a:xfrm rot="13100400">
              <a:off x="8376120" y="151668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5" name="Google Shape;741;p20"/>
            <p:cNvSpPr/>
            <p:nvPr/>
          </p:nvSpPr>
          <p:spPr>
            <a:xfrm rot="13100400">
              <a:off x="8429040" y="12715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6" name="Google Shape;742;p20"/>
            <p:cNvSpPr/>
            <p:nvPr/>
          </p:nvSpPr>
          <p:spPr>
            <a:xfrm rot="13100400">
              <a:off x="8586000" y="14842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743;p20"/>
            <p:cNvSpPr/>
            <p:nvPr/>
          </p:nvSpPr>
          <p:spPr>
            <a:xfrm rot="13100400">
              <a:off x="8659800" y="122436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744;p20"/>
            <p:cNvSpPr/>
            <p:nvPr/>
          </p:nvSpPr>
          <p:spPr>
            <a:xfrm rot="13100400">
              <a:off x="8833680" y="127512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9" name="Google Shape;745;p20"/>
            <p:cNvSpPr/>
            <p:nvPr/>
          </p:nvSpPr>
          <p:spPr>
            <a:xfrm rot="13100400">
              <a:off x="8851320" y="113328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0" name="Google Shape;746;p20"/>
            <p:cNvSpPr/>
            <p:nvPr/>
          </p:nvSpPr>
          <p:spPr>
            <a:xfrm rot="13100400">
              <a:off x="9001080" y="10501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747;p20"/>
            <p:cNvSpPr/>
            <p:nvPr/>
          </p:nvSpPr>
          <p:spPr>
            <a:xfrm rot="13100400">
              <a:off x="9139320" y="9460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748;p20"/>
            <p:cNvSpPr/>
            <p:nvPr/>
          </p:nvSpPr>
          <p:spPr>
            <a:xfrm rot="13100400">
              <a:off x="9254880" y="8226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3" name="Google Shape;749;p20"/>
          <p:cNvSpPr/>
          <p:nvPr/>
        </p:nvSpPr>
        <p:spPr>
          <a:xfrm rot="20901000">
            <a:off x="4057920" y="658800"/>
            <a:ext cx="1169280" cy="588240"/>
          </a:xfrm>
          <a:custGeom>
            <a:avLst/>
            <a:gdLst>
              <a:gd name="textAreaLeft" fmla="*/ 0 w 1169280"/>
              <a:gd name="textAreaRight" fmla="*/ 1169640 w 116928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4" name="PlaceHolder 1"/>
          <p:cNvSpPr>
            <a:spLocks noGrp="1"/>
          </p:cNvSpPr>
          <p:nvPr>
            <p:ph type="title"/>
          </p:nvPr>
        </p:nvSpPr>
        <p:spPr>
          <a:xfrm>
            <a:off x="713160" y="306720"/>
            <a:ext cx="7717320" cy="945720"/>
          </a:xfrm>
          <a:prstGeom prst="rect">
            <a:avLst/>
          </a:prstGeom>
          <a:noFill/>
          <a:ln w="0">
            <a:noFill/>
          </a:ln>
        </p:spPr>
        <p:txBody>
          <a:bodyPr lIns="91440" tIns="91440" rIns="91440" bIns="91440" anchor="ctr">
            <a:noAutofit/>
          </a:bodyPr>
          <a:lstStyle/>
          <a:p>
            <a:pPr indent="0">
              <a:buNone/>
            </a:pPr>
            <a:r>
              <a:rPr lang="fr-FR" sz="3600" b="0" u="none" strike="noStrike">
                <a:solidFill>
                  <a:schemeClr val="dk1"/>
                </a:solidFill>
                <a:effectLst/>
                <a:uFillTx/>
                <a:latin typeface="Arial"/>
              </a:rPr>
              <a:t>Click to edit the title text format</a:t>
            </a:r>
          </a:p>
        </p:txBody>
      </p:sp>
      <p:sp>
        <p:nvSpPr>
          <p:cNvPr id="425" name="Google Shape;751;p20"/>
          <p:cNvSpPr/>
          <p:nvPr/>
        </p:nvSpPr>
        <p:spPr>
          <a:xfrm rot="17673600">
            <a:off x="7836840" y="35258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26" name="Google Shape;752;p20"/>
          <p:cNvGrpSpPr/>
          <p:nvPr/>
        </p:nvGrpSpPr>
        <p:grpSpPr>
          <a:xfrm>
            <a:off x="236880" y="3956760"/>
            <a:ext cx="745200" cy="1352880"/>
            <a:chOff x="236880" y="3956760"/>
            <a:chExt cx="745200" cy="1352880"/>
          </a:xfrm>
        </p:grpSpPr>
        <p:sp>
          <p:nvSpPr>
            <p:cNvPr id="427" name="Google Shape;753;p20"/>
            <p:cNvSpPr/>
            <p:nvPr/>
          </p:nvSpPr>
          <p:spPr>
            <a:xfrm>
              <a:off x="236880" y="39567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8" name="Google Shape;754;p20"/>
            <p:cNvSpPr/>
            <p:nvPr/>
          </p:nvSpPr>
          <p:spPr>
            <a:xfrm>
              <a:off x="507960" y="46580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9" name="Google Shape;755;p20"/>
            <p:cNvSpPr/>
            <p:nvPr/>
          </p:nvSpPr>
          <p:spPr>
            <a:xfrm>
              <a:off x="449640" y="44773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0" name="Google Shape;756;p20"/>
            <p:cNvSpPr/>
            <p:nvPr/>
          </p:nvSpPr>
          <p:spPr>
            <a:xfrm>
              <a:off x="415080" y="478332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1" name="Google Shape;757;p20"/>
            <p:cNvSpPr/>
            <p:nvPr/>
          </p:nvSpPr>
          <p:spPr>
            <a:xfrm>
              <a:off x="572400" y="41778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32" name="Google Shape;758;p20"/>
          <p:cNvSpPr/>
          <p:nvPr/>
        </p:nvSpPr>
        <p:spPr>
          <a:xfrm rot="16200000">
            <a:off x="-1374840" y="561960"/>
            <a:ext cx="3268080" cy="1145160"/>
          </a:xfrm>
          <a:custGeom>
            <a:avLst/>
            <a:gdLst>
              <a:gd name="textAreaLeft" fmla="*/ 0 w 3268080"/>
              <a:gd name="textAreaRight" fmla="*/ 3268440 w 3268080"/>
              <a:gd name="textAreaTop" fmla="*/ 0 h 1145160"/>
              <a:gd name="textAreaBottom" fmla="*/ 1145520 h 114516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4_1_2_2">
    <p:bg>
      <p:bgPr>
        <a:solidFill>
          <a:schemeClr val="dk2"/>
        </a:solidFill>
        <a:effectLst/>
      </p:bgPr>
    </p:bg>
    <p:spTree>
      <p:nvGrpSpPr>
        <p:cNvPr id="1" name=""/>
        <p:cNvGrpSpPr/>
        <p:nvPr/>
      </p:nvGrpSpPr>
      <p:grpSpPr>
        <a:xfrm>
          <a:off x="0" y="0"/>
          <a:ext cx="0" cy="0"/>
          <a:chOff x="0" y="0"/>
          <a:chExt cx="0" cy="0"/>
        </a:xfrm>
      </p:grpSpPr>
      <p:sp>
        <p:nvSpPr>
          <p:cNvPr id="471" name="Google Shape;760;p21"/>
          <p:cNvSpPr/>
          <p:nvPr/>
        </p:nvSpPr>
        <p:spPr>
          <a:xfrm>
            <a:off x="-73440" y="4232160"/>
            <a:ext cx="5697720" cy="1222920"/>
          </a:xfrm>
          <a:custGeom>
            <a:avLst/>
            <a:gdLst>
              <a:gd name="textAreaLeft" fmla="*/ 0 w 5697720"/>
              <a:gd name="textAreaRight" fmla="*/ 5698080 w 5697720"/>
              <a:gd name="textAreaTop" fmla="*/ 0 h 1222920"/>
              <a:gd name="textAreaBottom" fmla="*/ 1223280 h 1222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761;p21"/>
          <p:cNvSpPr/>
          <p:nvPr/>
        </p:nvSpPr>
        <p:spPr>
          <a:xfrm rot="21092400">
            <a:off x="841680" y="4705560"/>
            <a:ext cx="4788720" cy="986040"/>
          </a:xfrm>
          <a:custGeom>
            <a:avLst/>
            <a:gdLst>
              <a:gd name="textAreaLeft" fmla="*/ 0 w 4788720"/>
              <a:gd name="textAreaRight" fmla="*/ 4789080 w 4788720"/>
              <a:gd name="textAreaTop" fmla="*/ 0 h 986040"/>
              <a:gd name="textAreaBottom" fmla="*/ 986400 h 986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3" name="PlaceHolder 1"/>
          <p:cNvSpPr>
            <a:spLocks noGrp="1"/>
          </p:cNvSpPr>
          <p:nvPr>
            <p:ph type="title"/>
          </p:nvPr>
        </p:nvSpPr>
        <p:spPr>
          <a:xfrm>
            <a:off x="713160" y="42084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474" name="Google Shape;763;p21"/>
          <p:cNvSpPr/>
          <p:nvPr/>
        </p:nvSpPr>
        <p:spPr>
          <a:xfrm rot="1612200">
            <a:off x="7293240" y="100440"/>
            <a:ext cx="2274120" cy="1357560"/>
          </a:xfrm>
          <a:custGeom>
            <a:avLst/>
            <a:gdLst>
              <a:gd name="textAreaLeft" fmla="*/ 0 w 2274120"/>
              <a:gd name="textAreaRight" fmla="*/ 2274480 w 2274120"/>
              <a:gd name="textAreaTop" fmla="*/ 0 h 1357560"/>
              <a:gd name="textAreaBottom" fmla="*/ 1357920 h 13575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75" name="Google Shape;764;p21"/>
          <p:cNvGrpSpPr/>
          <p:nvPr/>
        </p:nvGrpSpPr>
        <p:grpSpPr>
          <a:xfrm>
            <a:off x="7705440" y="792360"/>
            <a:ext cx="1379520" cy="774000"/>
            <a:chOff x="7705440" y="792360"/>
            <a:chExt cx="1379520" cy="774000"/>
          </a:xfrm>
        </p:grpSpPr>
        <p:sp>
          <p:nvSpPr>
            <p:cNvPr id="476" name="Google Shape;765;p21"/>
            <p:cNvSpPr/>
            <p:nvPr/>
          </p:nvSpPr>
          <p:spPr>
            <a:xfrm rot="5315400">
              <a:off x="8326440" y="10609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7" name="Google Shape;766;p21"/>
            <p:cNvSpPr/>
            <p:nvPr/>
          </p:nvSpPr>
          <p:spPr>
            <a:xfrm rot="5315400">
              <a:off x="8301960" y="11660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767;p21"/>
            <p:cNvSpPr/>
            <p:nvPr/>
          </p:nvSpPr>
          <p:spPr>
            <a:xfrm rot="5315400">
              <a:off x="8382600" y="110664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9" name="Google Shape;768;p21"/>
            <p:cNvSpPr/>
            <p:nvPr/>
          </p:nvSpPr>
          <p:spPr>
            <a:xfrm rot="5315400">
              <a:off x="8457120" y="132984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769;p21"/>
            <p:cNvSpPr/>
            <p:nvPr/>
          </p:nvSpPr>
          <p:spPr>
            <a:xfrm rot="5315400">
              <a:off x="8334000" y="12351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1" name="Google Shape;770;p21"/>
            <p:cNvSpPr/>
            <p:nvPr/>
          </p:nvSpPr>
          <p:spPr>
            <a:xfrm rot="5315400">
              <a:off x="8139600" y="13356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771;p21"/>
            <p:cNvSpPr/>
            <p:nvPr/>
          </p:nvSpPr>
          <p:spPr>
            <a:xfrm rot="5315400">
              <a:off x="8433360" y="116172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772;p21"/>
            <p:cNvSpPr/>
            <p:nvPr/>
          </p:nvSpPr>
          <p:spPr>
            <a:xfrm rot="5315400">
              <a:off x="8594640" y="106884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773;p21"/>
            <p:cNvSpPr/>
            <p:nvPr/>
          </p:nvSpPr>
          <p:spPr>
            <a:xfrm rot="5315400">
              <a:off x="8687880" y="113256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5" name="Google Shape;774;p21"/>
            <p:cNvSpPr/>
            <p:nvPr/>
          </p:nvSpPr>
          <p:spPr>
            <a:xfrm rot="5315400">
              <a:off x="8514360" y="9432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775;p21"/>
            <p:cNvSpPr/>
            <p:nvPr/>
          </p:nvSpPr>
          <p:spPr>
            <a:xfrm rot="5315400">
              <a:off x="8697960" y="100116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7" name="Google Shape;776;p21"/>
            <p:cNvSpPr/>
            <p:nvPr/>
          </p:nvSpPr>
          <p:spPr>
            <a:xfrm rot="5315400">
              <a:off x="8775000" y="9043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8" name="Google Shape;777;p21"/>
            <p:cNvSpPr/>
            <p:nvPr/>
          </p:nvSpPr>
          <p:spPr>
            <a:xfrm rot="5315400">
              <a:off x="8967600" y="83088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9" name="Google Shape;778;p21"/>
            <p:cNvSpPr/>
            <p:nvPr/>
          </p:nvSpPr>
          <p:spPr>
            <a:xfrm rot="5315400">
              <a:off x="9061920" y="7952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0" name="Google Shape;779;p21"/>
            <p:cNvSpPr/>
            <p:nvPr/>
          </p:nvSpPr>
          <p:spPr>
            <a:xfrm rot="5315400">
              <a:off x="8273520" y="14137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780;p21"/>
            <p:cNvSpPr/>
            <p:nvPr/>
          </p:nvSpPr>
          <p:spPr>
            <a:xfrm rot="5315400">
              <a:off x="8139240" y="106668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781;p21"/>
            <p:cNvSpPr/>
            <p:nvPr/>
          </p:nvSpPr>
          <p:spPr>
            <a:xfrm rot="5315400">
              <a:off x="7981560" y="14173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3" name="Google Shape;782;p21"/>
            <p:cNvSpPr/>
            <p:nvPr/>
          </p:nvSpPr>
          <p:spPr>
            <a:xfrm rot="5315400">
              <a:off x="7868880" y="144144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4" name="Google Shape;783;p21"/>
            <p:cNvSpPr/>
            <p:nvPr/>
          </p:nvSpPr>
          <p:spPr>
            <a:xfrm rot="5315400">
              <a:off x="7700400" y="152964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495" name="Google Shape;784;p21"/>
          <p:cNvSpPr/>
          <p:nvPr/>
        </p:nvSpPr>
        <p:spPr>
          <a:xfrm rot="14602200">
            <a:off x="7817040" y="4275360"/>
            <a:ext cx="1544040" cy="776520"/>
          </a:xfrm>
          <a:custGeom>
            <a:avLst/>
            <a:gdLst>
              <a:gd name="textAreaLeft" fmla="*/ 0 w 1544040"/>
              <a:gd name="textAreaRight" fmla="*/ 1544400 w 1544040"/>
              <a:gd name="textAreaTop" fmla="*/ 0 h 776520"/>
              <a:gd name="textAreaBottom" fmla="*/ 776880 h 77652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785;p21"/>
          <p:cNvSpPr/>
          <p:nvPr/>
        </p:nvSpPr>
        <p:spPr>
          <a:xfrm rot="7219200">
            <a:off x="5087160" y="4224600"/>
            <a:ext cx="1722240" cy="993960"/>
          </a:xfrm>
          <a:custGeom>
            <a:avLst/>
            <a:gdLst>
              <a:gd name="textAreaLeft" fmla="*/ 0 w 1722240"/>
              <a:gd name="textAreaRight" fmla="*/ 1722600 w 1722240"/>
              <a:gd name="textAreaTop" fmla="*/ 0 h 993960"/>
              <a:gd name="textAreaBottom" fmla="*/ 994320 h 99396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497" name="Google Shape;786;p21"/>
          <p:cNvGrpSpPr/>
          <p:nvPr/>
        </p:nvGrpSpPr>
        <p:grpSpPr>
          <a:xfrm>
            <a:off x="6047640" y="4370040"/>
            <a:ext cx="508680" cy="1114920"/>
            <a:chOff x="6047640" y="4370040"/>
            <a:chExt cx="508680" cy="1114920"/>
          </a:xfrm>
        </p:grpSpPr>
        <p:sp>
          <p:nvSpPr>
            <p:cNvPr id="498" name="Google Shape;787;p21"/>
            <p:cNvSpPr/>
            <p:nvPr/>
          </p:nvSpPr>
          <p:spPr>
            <a:xfrm rot="300600">
              <a:off x="6408000" y="437220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9" name="Google Shape;788;p21"/>
            <p:cNvSpPr/>
            <p:nvPr/>
          </p:nvSpPr>
          <p:spPr>
            <a:xfrm rot="300600">
              <a:off x="6496200" y="46047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0" name="Google Shape;789;p21"/>
            <p:cNvSpPr/>
            <p:nvPr/>
          </p:nvSpPr>
          <p:spPr>
            <a:xfrm rot="300600">
              <a:off x="6220800" y="45064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1" name="Google Shape;790;p21"/>
            <p:cNvSpPr/>
            <p:nvPr/>
          </p:nvSpPr>
          <p:spPr>
            <a:xfrm rot="300600">
              <a:off x="6319440" y="47664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2" name="Google Shape;791;p21"/>
            <p:cNvSpPr/>
            <p:nvPr/>
          </p:nvSpPr>
          <p:spPr>
            <a:xfrm rot="300600">
              <a:off x="6145560" y="481860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3" name="Google Shape;792;p21"/>
            <p:cNvSpPr/>
            <p:nvPr/>
          </p:nvSpPr>
          <p:spPr>
            <a:xfrm rot="300600">
              <a:off x="6215400" y="49536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4" name="Google Shape;793;p21"/>
            <p:cNvSpPr/>
            <p:nvPr/>
          </p:nvSpPr>
          <p:spPr>
            <a:xfrm rot="300600">
              <a:off x="6133320" y="510156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5" name="Google Shape;794;p21"/>
            <p:cNvSpPr/>
            <p:nvPr/>
          </p:nvSpPr>
          <p:spPr>
            <a:xfrm rot="300600">
              <a:off x="6072840" y="526680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6" name="Google Shape;795;p21"/>
            <p:cNvSpPr/>
            <p:nvPr/>
          </p:nvSpPr>
          <p:spPr>
            <a:xfrm rot="300600">
              <a:off x="6049080" y="54349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07" name="Google Shape;796;p21"/>
          <p:cNvSpPr/>
          <p:nvPr/>
        </p:nvSpPr>
        <p:spPr>
          <a:xfrm rot="16593000" flipH="1">
            <a:off x="-864720" y="1453320"/>
            <a:ext cx="2126880" cy="1554840"/>
          </a:xfrm>
          <a:custGeom>
            <a:avLst/>
            <a:gdLst>
              <a:gd name="textAreaLeft" fmla="*/ 360 w 2126880"/>
              <a:gd name="textAreaRight" fmla="*/ 212760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08" name="Google Shape;797;p21"/>
          <p:cNvGrpSpPr/>
          <p:nvPr/>
        </p:nvGrpSpPr>
        <p:grpSpPr>
          <a:xfrm>
            <a:off x="-533160" y="1085760"/>
            <a:ext cx="1374840" cy="1241640"/>
            <a:chOff x="-533160" y="1085760"/>
            <a:chExt cx="1374840" cy="1241640"/>
          </a:xfrm>
        </p:grpSpPr>
        <p:sp>
          <p:nvSpPr>
            <p:cNvPr id="509" name="Google Shape;798;p21"/>
            <p:cNvSpPr/>
            <p:nvPr/>
          </p:nvSpPr>
          <p:spPr>
            <a:xfrm rot="4168800">
              <a:off x="-341280" y="117900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0" name="Google Shape;799;p21"/>
            <p:cNvSpPr/>
            <p:nvPr/>
          </p:nvSpPr>
          <p:spPr>
            <a:xfrm rot="4168800">
              <a:off x="272520" y="17215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1" name="Google Shape;800;p21"/>
            <p:cNvSpPr/>
            <p:nvPr/>
          </p:nvSpPr>
          <p:spPr>
            <a:xfrm rot="4168800">
              <a:off x="2160" y="164484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2" name="Google Shape;801;p21"/>
            <p:cNvSpPr/>
            <p:nvPr/>
          </p:nvSpPr>
          <p:spPr>
            <a:xfrm rot="4168800">
              <a:off x="172440" y="18151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3" name="Google Shape;802;p21"/>
            <p:cNvSpPr/>
            <p:nvPr/>
          </p:nvSpPr>
          <p:spPr>
            <a:xfrm rot="4168800">
              <a:off x="392760" y="128016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dk2"/>
        </a:solidFill>
        <a:effectLst/>
      </p:bgPr>
    </p:bg>
    <p:spTree>
      <p:nvGrpSpPr>
        <p:cNvPr id="1" name=""/>
        <p:cNvGrpSpPr/>
        <p:nvPr/>
      </p:nvGrpSpPr>
      <p:grpSpPr>
        <a:xfrm>
          <a:off x="0" y="0"/>
          <a:ext cx="0" cy="0"/>
          <a:chOff x="0" y="0"/>
          <a:chExt cx="0" cy="0"/>
        </a:xfrm>
      </p:grpSpPr>
      <p:sp>
        <p:nvSpPr>
          <p:cNvPr id="514" name="Google Shape;804;p22"/>
          <p:cNvSpPr/>
          <p:nvPr/>
        </p:nvSpPr>
        <p:spPr>
          <a:xfrm rot="1247400">
            <a:off x="7181640" y="-402120"/>
            <a:ext cx="2274120" cy="1357560"/>
          </a:xfrm>
          <a:custGeom>
            <a:avLst/>
            <a:gdLst>
              <a:gd name="textAreaLeft" fmla="*/ 0 w 2274120"/>
              <a:gd name="textAreaRight" fmla="*/ 2274480 w 2274120"/>
              <a:gd name="textAreaTop" fmla="*/ 0 h 1357560"/>
              <a:gd name="textAreaBottom" fmla="*/ 1357920 h 13575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5"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516" name="Google Shape;806;p22"/>
          <p:cNvSpPr/>
          <p:nvPr/>
        </p:nvSpPr>
        <p:spPr>
          <a:xfrm rot="14593200">
            <a:off x="-608040" y="4536360"/>
            <a:ext cx="2126880" cy="977400"/>
          </a:xfrm>
          <a:custGeom>
            <a:avLst/>
            <a:gdLst>
              <a:gd name="textAreaLeft" fmla="*/ 0 w 2126880"/>
              <a:gd name="textAreaRight" fmla="*/ 2127240 w 2126880"/>
              <a:gd name="textAreaTop" fmla="*/ 0 h 977400"/>
              <a:gd name="textAreaBottom" fmla="*/ 977760 h 9774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7" name="Google Shape;807;p22"/>
          <p:cNvSpPr/>
          <p:nvPr/>
        </p:nvSpPr>
        <p:spPr>
          <a:xfrm rot="5400000">
            <a:off x="-602640" y="109440"/>
            <a:ext cx="1319400" cy="883080"/>
          </a:xfrm>
          <a:custGeom>
            <a:avLst/>
            <a:gdLst>
              <a:gd name="textAreaLeft" fmla="*/ 0 w 1319400"/>
              <a:gd name="textAreaRight" fmla="*/ 1319760 w 1319400"/>
              <a:gd name="textAreaTop" fmla="*/ 0 h 883080"/>
              <a:gd name="textAreaBottom" fmla="*/ 883440 h 88308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808;p22"/>
          <p:cNvSpPr/>
          <p:nvPr/>
        </p:nvSpPr>
        <p:spPr>
          <a:xfrm rot="6031200">
            <a:off x="-392400" y="1031040"/>
            <a:ext cx="1431720" cy="1173600"/>
          </a:xfrm>
          <a:custGeom>
            <a:avLst/>
            <a:gdLst>
              <a:gd name="textAreaLeft" fmla="*/ 0 w 1431720"/>
              <a:gd name="textAreaRight" fmla="*/ 1432080 w 1431720"/>
              <a:gd name="textAreaTop" fmla="*/ 0 h 1173600"/>
              <a:gd name="textAreaBottom" fmla="*/ 1173960 h 117360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3"/>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809;p22"/>
          <p:cNvSpPr/>
          <p:nvPr/>
        </p:nvSpPr>
        <p:spPr>
          <a:xfrm rot="1001400">
            <a:off x="7869240" y="-4140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20" name="Google Shape;810;p22"/>
          <p:cNvGrpSpPr/>
          <p:nvPr/>
        </p:nvGrpSpPr>
        <p:grpSpPr>
          <a:xfrm>
            <a:off x="7487280" y="184680"/>
            <a:ext cx="1092600" cy="664920"/>
            <a:chOff x="7487280" y="184680"/>
            <a:chExt cx="1092600" cy="664920"/>
          </a:xfrm>
        </p:grpSpPr>
        <p:sp>
          <p:nvSpPr>
            <p:cNvPr id="521" name="Google Shape;811;p22"/>
            <p:cNvSpPr/>
            <p:nvPr/>
          </p:nvSpPr>
          <p:spPr>
            <a:xfrm rot="5315400">
              <a:off x="8108640" y="344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812;p22"/>
            <p:cNvSpPr/>
            <p:nvPr/>
          </p:nvSpPr>
          <p:spPr>
            <a:xfrm rot="5315400">
              <a:off x="8083800" y="4492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3" name="Google Shape;813;p22"/>
            <p:cNvSpPr/>
            <p:nvPr/>
          </p:nvSpPr>
          <p:spPr>
            <a:xfrm rot="5315400">
              <a:off x="8164440" y="3895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4" name="Google Shape;814;p22"/>
            <p:cNvSpPr/>
            <p:nvPr/>
          </p:nvSpPr>
          <p:spPr>
            <a:xfrm rot="5315400">
              <a:off x="8238960" y="6127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5" name="Google Shape;815;p22"/>
            <p:cNvSpPr/>
            <p:nvPr/>
          </p:nvSpPr>
          <p:spPr>
            <a:xfrm rot="5315400">
              <a:off x="8115840" y="5180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816;p22"/>
            <p:cNvSpPr/>
            <p:nvPr/>
          </p:nvSpPr>
          <p:spPr>
            <a:xfrm rot="5315400">
              <a:off x="7921440" y="6188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7" name="Google Shape;817;p22"/>
            <p:cNvSpPr/>
            <p:nvPr/>
          </p:nvSpPr>
          <p:spPr>
            <a:xfrm rot="5315400">
              <a:off x="8215200" y="4449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818;p22"/>
            <p:cNvSpPr/>
            <p:nvPr/>
          </p:nvSpPr>
          <p:spPr>
            <a:xfrm rot="5315400">
              <a:off x="8376840" y="3520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9" name="Google Shape;819;p22"/>
            <p:cNvSpPr/>
            <p:nvPr/>
          </p:nvSpPr>
          <p:spPr>
            <a:xfrm rot="5315400">
              <a:off x="8469720" y="4158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820;p22"/>
            <p:cNvSpPr/>
            <p:nvPr/>
          </p:nvSpPr>
          <p:spPr>
            <a:xfrm rot="5315400">
              <a:off x="8296200" y="2264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1" name="Google Shape;821;p22"/>
            <p:cNvSpPr/>
            <p:nvPr/>
          </p:nvSpPr>
          <p:spPr>
            <a:xfrm rot="5315400">
              <a:off x="8479800" y="2840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2" name="Google Shape;822;p22"/>
            <p:cNvSpPr/>
            <p:nvPr/>
          </p:nvSpPr>
          <p:spPr>
            <a:xfrm rot="5315400">
              <a:off x="8556840" y="187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23;p22"/>
            <p:cNvSpPr/>
            <p:nvPr/>
          </p:nvSpPr>
          <p:spPr>
            <a:xfrm rot="5315400">
              <a:off x="8055360" y="6966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4" name="Google Shape;824;p22"/>
            <p:cNvSpPr/>
            <p:nvPr/>
          </p:nvSpPr>
          <p:spPr>
            <a:xfrm rot="5315400">
              <a:off x="7921080" y="3495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5" name="Google Shape;825;p22"/>
            <p:cNvSpPr/>
            <p:nvPr/>
          </p:nvSpPr>
          <p:spPr>
            <a:xfrm rot="5315400">
              <a:off x="7763400" y="7005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26;p22"/>
            <p:cNvSpPr/>
            <p:nvPr/>
          </p:nvSpPr>
          <p:spPr>
            <a:xfrm rot="5315400">
              <a:off x="7650720" y="724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827;p22"/>
            <p:cNvSpPr/>
            <p:nvPr/>
          </p:nvSpPr>
          <p:spPr>
            <a:xfrm rot="5315400">
              <a:off x="7482240" y="8128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38" name="Google Shape;828;p22"/>
          <p:cNvSpPr/>
          <p:nvPr/>
        </p:nvSpPr>
        <p:spPr>
          <a:xfrm rot="5400000">
            <a:off x="8192520" y="3759840"/>
            <a:ext cx="2126880" cy="1696680"/>
          </a:xfrm>
          <a:custGeom>
            <a:avLst/>
            <a:gdLst>
              <a:gd name="textAreaLeft" fmla="*/ 0 w 2126880"/>
              <a:gd name="textAreaRight" fmla="*/ 2127240 w 212688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9" name="Google Shape;829;p22"/>
          <p:cNvSpPr/>
          <p:nvPr/>
        </p:nvSpPr>
        <p:spPr>
          <a:xfrm rot="15706800">
            <a:off x="8254080" y="366984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0" name="Google Shape;830;p22"/>
          <p:cNvSpPr/>
          <p:nvPr/>
        </p:nvSpPr>
        <p:spPr>
          <a:xfrm rot="11482200" flipH="1">
            <a:off x="-1439280" y="3890880"/>
            <a:ext cx="4660560" cy="1554840"/>
          </a:xfrm>
          <a:custGeom>
            <a:avLst/>
            <a:gdLst>
              <a:gd name="textAreaLeft" fmla="*/ 360 w 4660560"/>
              <a:gd name="textAreaRight" fmla="*/ 4661280 w 466056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4_1_3">
    <p:bg>
      <p:bgPr>
        <a:solidFill>
          <a:schemeClr val="dk2"/>
        </a:solidFill>
        <a:effectLst/>
      </p:bgPr>
    </p:bg>
    <p:spTree>
      <p:nvGrpSpPr>
        <p:cNvPr id="1" name=""/>
        <p:cNvGrpSpPr/>
        <p:nvPr/>
      </p:nvGrpSpPr>
      <p:grpSpPr>
        <a:xfrm>
          <a:off x="0" y="0"/>
          <a:ext cx="0" cy="0"/>
          <a:chOff x="0" y="0"/>
          <a:chExt cx="0" cy="0"/>
        </a:xfrm>
      </p:grpSpPr>
      <p:sp>
        <p:nvSpPr>
          <p:cNvPr id="541"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542" name="Google Shape;833;p23"/>
          <p:cNvSpPr/>
          <p:nvPr/>
        </p:nvSpPr>
        <p:spPr>
          <a:xfrm>
            <a:off x="0" y="381348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3" name="Google Shape;834;p23"/>
          <p:cNvSpPr/>
          <p:nvPr/>
        </p:nvSpPr>
        <p:spPr>
          <a:xfrm>
            <a:off x="-114840" y="3926880"/>
            <a:ext cx="741600" cy="1079280"/>
          </a:xfrm>
          <a:custGeom>
            <a:avLst/>
            <a:gdLst>
              <a:gd name="textAreaLeft" fmla="*/ 0 w 741600"/>
              <a:gd name="textAreaRight" fmla="*/ 74196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4" name="Google Shape;835;p23"/>
          <p:cNvSpPr/>
          <p:nvPr/>
        </p:nvSpPr>
        <p:spPr>
          <a:xfrm rot="631200">
            <a:off x="345960" y="3093480"/>
            <a:ext cx="1431720" cy="1173600"/>
          </a:xfrm>
          <a:custGeom>
            <a:avLst/>
            <a:gdLst>
              <a:gd name="textAreaLeft" fmla="*/ 0 w 1431720"/>
              <a:gd name="textAreaRight" fmla="*/ 1432080 w 1431720"/>
              <a:gd name="textAreaTop" fmla="*/ 0 h 1173600"/>
              <a:gd name="textAreaBottom" fmla="*/ 1173960 h 117360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836;p23"/>
          <p:cNvSpPr/>
          <p:nvPr/>
        </p:nvSpPr>
        <p:spPr>
          <a:xfrm rot="740400">
            <a:off x="7503840" y="2072520"/>
            <a:ext cx="1853640" cy="1357920"/>
          </a:xfrm>
          <a:custGeom>
            <a:avLst/>
            <a:gdLst>
              <a:gd name="textAreaLeft" fmla="*/ 0 w 1853640"/>
              <a:gd name="textAreaRight" fmla="*/ 1854000 w 185364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837;p23"/>
          <p:cNvSpPr/>
          <p:nvPr/>
        </p:nvSpPr>
        <p:spPr>
          <a:xfrm rot="10800000">
            <a:off x="440280" y="431820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7" name="Google Shape;838;p23"/>
          <p:cNvSpPr/>
          <p:nvPr/>
        </p:nvSpPr>
        <p:spPr>
          <a:xfrm rot="21429000">
            <a:off x="464400" y="1451880"/>
            <a:ext cx="1724400" cy="1023840"/>
          </a:xfrm>
          <a:custGeom>
            <a:avLst/>
            <a:gdLst>
              <a:gd name="textAreaLeft" fmla="*/ 0 w 1724400"/>
              <a:gd name="textAreaRight" fmla="*/ 1724760 w 172440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8" name="Google Shape;839;p23"/>
          <p:cNvSpPr/>
          <p:nvPr/>
        </p:nvSpPr>
        <p:spPr>
          <a:xfrm rot="11700000">
            <a:off x="-1166400" y="986400"/>
            <a:ext cx="2121480" cy="1259640"/>
          </a:xfrm>
          <a:custGeom>
            <a:avLst/>
            <a:gdLst>
              <a:gd name="textAreaLeft" fmla="*/ 0 w 2121480"/>
              <a:gd name="textAreaRight" fmla="*/ 2121840 w 2121480"/>
              <a:gd name="textAreaTop" fmla="*/ 0 h 1259640"/>
              <a:gd name="textAreaBottom" fmla="*/ 1260000 h 12596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49" name="Google Shape;840;p23"/>
          <p:cNvGrpSpPr/>
          <p:nvPr/>
        </p:nvGrpSpPr>
        <p:grpSpPr>
          <a:xfrm>
            <a:off x="8607960" y="3156840"/>
            <a:ext cx="1209240" cy="1047240"/>
            <a:chOff x="8607960" y="3156840"/>
            <a:chExt cx="1209240" cy="1047240"/>
          </a:xfrm>
        </p:grpSpPr>
        <p:sp>
          <p:nvSpPr>
            <p:cNvPr id="550" name="Google Shape;841;p23"/>
            <p:cNvSpPr/>
            <p:nvPr/>
          </p:nvSpPr>
          <p:spPr>
            <a:xfrm rot="20287800">
              <a:off x="9116640" y="37576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1" name="Google Shape;842;p23"/>
            <p:cNvSpPr/>
            <p:nvPr/>
          </p:nvSpPr>
          <p:spPr>
            <a:xfrm rot="20287800">
              <a:off x="9223200" y="3742200"/>
              <a:ext cx="28800" cy="20520"/>
            </a:xfrm>
            <a:custGeom>
              <a:avLst/>
              <a:gdLst>
                <a:gd name="textAreaLeft" fmla="*/ 0 w 28800"/>
                <a:gd name="textAreaRight" fmla="*/ 29160 w 2880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2" name="Google Shape;843;p23"/>
            <p:cNvSpPr/>
            <p:nvPr/>
          </p:nvSpPr>
          <p:spPr>
            <a:xfrm rot="20287800">
              <a:off x="9139320" y="36763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3" name="Google Shape;844;p23"/>
            <p:cNvSpPr/>
            <p:nvPr/>
          </p:nvSpPr>
          <p:spPr>
            <a:xfrm rot="20287800">
              <a:off x="9321120" y="352908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4" name="Google Shape;845;p23"/>
            <p:cNvSpPr/>
            <p:nvPr/>
          </p:nvSpPr>
          <p:spPr>
            <a:xfrm rot="20287800">
              <a:off x="9275400" y="3675960"/>
              <a:ext cx="38160" cy="32040"/>
            </a:xfrm>
            <a:custGeom>
              <a:avLst/>
              <a:gdLst>
                <a:gd name="textAreaLeft" fmla="*/ 0 w 38160"/>
                <a:gd name="textAreaRight" fmla="*/ 38520 w 3816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5" name="Google Shape;846;p23"/>
            <p:cNvSpPr/>
            <p:nvPr/>
          </p:nvSpPr>
          <p:spPr>
            <a:xfrm rot="20287800">
              <a:off x="9446400" y="38199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6" name="Google Shape;847;p23"/>
            <p:cNvSpPr/>
            <p:nvPr/>
          </p:nvSpPr>
          <p:spPr>
            <a:xfrm rot="20287800">
              <a:off x="9173880" y="3587400"/>
              <a:ext cx="50760" cy="54360"/>
            </a:xfrm>
            <a:custGeom>
              <a:avLst/>
              <a:gdLst>
                <a:gd name="textAreaLeft" fmla="*/ 0 w 50760"/>
                <a:gd name="textAreaRight" fmla="*/ 51120 w 50760"/>
                <a:gd name="textAreaTop" fmla="*/ 0 h 54360"/>
                <a:gd name="textAreaBottom" fmla="*/ 54720 h 5436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7" name="Google Shape;848;p23"/>
            <p:cNvSpPr/>
            <p:nvPr/>
          </p:nvSpPr>
          <p:spPr>
            <a:xfrm rot="20287800">
              <a:off x="9021600" y="3477240"/>
              <a:ext cx="52920" cy="39240"/>
            </a:xfrm>
            <a:custGeom>
              <a:avLst/>
              <a:gdLst>
                <a:gd name="textAreaLeft" fmla="*/ 0 w 52920"/>
                <a:gd name="textAreaRight" fmla="*/ 53280 w 52920"/>
                <a:gd name="textAreaTop" fmla="*/ 0 h 39240"/>
                <a:gd name="textAreaBottom" fmla="*/ 3960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8" name="Google Shape;849;p23"/>
            <p:cNvSpPr/>
            <p:nvPr/>
          </p:nvSpPr>
          <p:spPr>
            <a:xfrm rot="20287800">
              <a:off x="9047520" y="3362040"/>
              <a:ext cx="57600" cy="43920"/>
            </a:xfrm>
            <a:custGeom>
              <a:avLst/>
              <a:gdLst>
                <a:gd name="textAreaLeft" fmla="*/ 0 w 57600"/>
                <a:gd name="textAreaRight" fmla="*/ 57960 w 57600"/>
                <a:gd name="textAreaTop" fmla="*/ 0 h 43920"/>
                <a:gd name="textAreaBottom" fmla="*/ 44280 h 4392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9" name="Google Shape;850;p23"/>
            <p:cNvSpPr/>
            <p:nvPr/>
          </p:nvSpPr>
          <p:spPr>
            <a:xfrm rot="20287800">
              <a:off x="8926200" y="357588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0" name="Google Shape;851;p23"/>
            <p:cNvSpPr/>
            <p:nvPr/>
          </p:nvSpPr>
          <p:spPr>
            <a:xfrm rot="20287800">
              <a:off x="8925840" y="3402360"/>
              <a:ext cx="49680" cy="43920"/>
            </a:xfrm>
            <a:custGeom>
              <a:avLst/>
              <a:gdLst>
                <a:gd name="textAreaLeft" fmla="*/ 0 w 49680"/>
                <a:gd name="textAreaRight" fmla="*/ 50040 w 49680"/>
                <a:gd name="textAreaTop" fmla="*/ 0 h 43920"/>
                <a:gd name="textAreaBottom" fmla="*/ 44280 h 4392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1" name="Google Shape;852;p23"/>
            <p:cNvSpPr/>
            <p:nvPr/>
          </p:nvSpPr>
          <p:spPr>
            <a:xfrm rot="20287800">
              <a:off x="8813160" y="33919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2" name="Google Shape;853;p23"/>
            <p:cNvSpPr/>
            <p:nvPr/>
          </p:nvSpPr>
          <p:spPr>
            <a:xfrm rot="20287800">
              <a:off x="8675640" y="3233520"/>
              <a:ext cx="28800" cy="21600"/>
            </a:xfrm>
            <a:custGeom>
              <a:avLst/>
              <a:gdLst>
                <a:gd name="textAreaLeft" fmla="*/ 0 w 28800"/>
                <a:gd name="textAreaRight" fmla="*/ 29160 w 2880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3" name="Google Shape;854;p23"/>
            <p:cNvSpPr/>
            <p:nvPr/>
          </p:nvSpPr>
          <p:spPr>
            <a:xfrm rot="20287800">
              <a:off x="8610480" y="31608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4" name="Google Shape;855;p23"/>
            <p:cNvSpPr/>
            <p:nvPr/>
          </p:nvSpPr>
          <p:spPr>
            <a:xfrm rot="20287800">
              <a:off x="9452880" y="364608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5" name="Google Shape;856;p23"/>
            <p:cNvSpPr/>
            <p:nvPr/>
          </p:nvSpPr>
          <p:spPr>
            <a:xfrm rot="20287800">
              <a:off x="9174960" y="3887640"/>
              <a:ext cx="69480" cy="54360"/>
            </a:xfrm>
            <a:custGeom>
              <a:avLst/>
              <a:gdLst>
                <a:gd name="textAreaLeft" fmla="*/ 0 w 69480"/>
                <a:gd name="textAreaRight" fmla="*/ 69840 w 6948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857;p23"/>
            <p:cNvSpPr/>
            <p:nvPr/>
          </p:nvSpPr>
          <p:spPr>
            <a:xfrm rot="20287800">
              <a:off x="9569160" y="3944160"/>
              <a:ext cx="38160" cy="29880"/>
            </a:xfrm>
            <a:custGeom>
              <a:avLst/>
              <a:gdLst>
                <a:gd name="textAreaLeft" fmla="*/ 0 w 38160"/>
                <a:gd name="textAreaRight" fmla="*/ 38520 w 3816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858;p23"/>
            <p:cNvSpPr/>
            <p:nvPr/>
          </p:nvSpPr>
          <p:spPr>
            <a:xfrm rot="20287800">
              <a:off x="9631080" y="4042080"/>
              <a:ext cx="38160" cy="28800"/>
            </a:xfrm>
            <a:custGeom>
              <a:avLst/>
              <a:gdLst>
                <a:gd name="textAreaLeft" fmla="*/ 0 w 38160"/>
                <a:gd name="textAreaRight" fmla="*/ 38520 w 3816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859;p23"/>
            <p:cNvSpPr/>
            <p:nvPr/>
          </p:nvSpPr>
          <p:spPr>
            <a:xfrm rot="20287800">
              <a:off x="9771120" y="41662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TITLE_ONLY_3">
    <p:bg>
      <p:bgPr>
        <a:solidFill>
          <a:schemeClr val="dk2"/>
        </a:solidFill>
        <a:effectLst/>
      </p:bgPr>
    </p:bg>
    <p:spTree>
      <p:nvGrpSpPr>
        <p:cNvPr id="1" name=""/>
        <p:cNvGrpSpPr/>
        <p:nvPr/>
      </p:nvGrpSpPr>
      <p:grpSpPr>
        <a:xfrm>
          <a:off x="0" y="0"/>
          <a:ext cx="0" cy="0"/>
          <a:chOff x="0" y="0"/>
          <a:chExt cx="0" cy="0"/>
        </a:xfrm>
      </p:grpSpPr>
      <p:sp>
        <p:nvSpPr>
          <p:cNvPr id="569" name="Google Shape;861;p24"/>
          <p:cNvSpPr/>
          <p:nvPr/>
        </p:nvSpPr>
        <p:spPr>
          <a:xfrm rot="10800000">
            <a:off x="5547960" y="4804920"/>
            <a:ext cx="2971800" cy="643320"/>
          </a:xfrm>
          <a:custGeom>
            <a:avLst/>
            <a:gdLst>
              <a:gd name="textAreaLeft" fmla="*/ 0 w 2971800"/>
              <a:gd name="textAreaRight" fmla="*/ 2972160 w 297180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0"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571" name="Google Shape;863;p24"/>
          <p:cNvSpPr/>
          <p:nvPr/>
        </p:nvSpPr>
        <p:spPr>
          <a:xfrm rot="1183800" flipH="1">
            <a:off x="7112880" y="266544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864;p24"/>
          <p:cNvSpPr/>
          <p:nvPr/>
        </p:nvSpPr>
        <p:spPr>
          <a:xfrm flipH="1">
            <a:off x="6510600" y="-162360"/>
            <a:ext cx="2766600" cy="837000"/>
          </a:xfrm>
          <a:custGeom>
            <a:avLst/>
            <a:gdLst>
              <a:gd name="textAreaLeft" fmla="*/ -360 w 2766600"/>
              <a:gd name="textAreaRight" fmla="*/ 276660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3" name="Google Shape;865;p24"/>
          <p:cNvSpPr/>
          <p:nvPr/>
        </p:nvSpPr>
        <p:spPr>
          <a:xfrm rot="6689400">
            <a:off x="-653400" y="-3348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574" name="Google Shape;866;p24"/>
          <p:cNvGrpSpPr/>
          <p:nvPr/>
        </p:nvGrpSpPr>
        <p:grpSpPr>
          <a:xfrm>
            <a:off x="-182520" y="961560"/>
            <a:ext cx="696240" cy="1015560"/>
            <a:chOff x="-182520" y="961560"/>
            <a:chExt cx="696240" cy="1015560"/>
          </a:xfrm>
        </p:grpSpPr>
        <p:sp>
          <p:nvSpPr>
            <p:cNvPr id="575" name="Google Shape;867;p24"/>
            <p:cNvSpPr/>
            <p:nvPr/>
          </p:nvSpPr>
          <p:spPr>
            <a:xfrm rot="20502000" flipV="1">
              <a:off x="417240" y="1923480"/>
              <a:ext cx="56160" cy="45360"/>
            </a:xfrm>
            <a:custGeom>
              <a:avLst/>
              <a:gdLst>
                <a:gd name="textAreaLeft" fmla="*/ 0 w 56160"/>
                <a:gd name="textAreaRight" fmla="*/ 56520 w 56160"/>
                <a:gd name="textAreaTop" fmla="*/ 360 h 45360"/>
                <a:gd name="textAreaBottom" fmla="*/ 4608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6" name="Google Shape;868;p24"/>
            <p:cNvSpPr/>
            <p:nvPr/>
          </p:nvSpPr>
          <p:spPr>
            <a:xfrm rot="20502000" flipV="1">
              <a:off x="449640" y="1675080"/>
              <a:ext cx="57960" cy="47160"/>
            </a:xfrm>
            <a:custGeom>
              <a:avLst/>
              <a:gdLst>
                <a:gd name="textAreaLeft" fmla="*/ 0 w 57960"/>
                <a:gd name="textAreaRight" fmla="*/ 58320 w 57960"/>
                <a:gd name="textAreaTop" fmla="*/ -360 h 47160"/>
                <a:gd name="textAreaBottom" fmla="*/ 4716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7" name="Google Shape;869;p24"/>
            <p:cNvSpPr/>
            <p:nvPr/>
          </p:nvSpPr>
          <p:spPr>
            <a:xfrm rot="20502000" flipV="1">
              <a:off x="201240" y="1815840"/>
              <a:ext cx="83880" cy="62280"/>
            </a:xfrm>
            <a:custGeom>
              <a:avLst/>
              <a:gdLst>
                <a:gd name="textAreaLeft" fmla="*/ 0 w 83880"/>
                <a:gd name="textAreaRight" fmla="*/ 84240 w 83880"/>
                <a:gd name="textAreaTop" fmla="*/ -360 h 62280"/>
                <a:gd name="textAreaBottom" fmla="*/ 6228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8" name="Google Shape;870;p24"/>
            <p:cNvSpPr/>
            <p:nvPr/>
          </p:nvSpPr>
          <p:spPr>
            <a:xfrm rot="20502000" flipV="1">
              <a:off x="239040" y="1549800"/>
              <a:ext cx="66960" cy="55080"/>
            </a:xfrm>
            <a:custGeom>
              <a:avLst/>
              <a:gdLst>
                <a:gd name="textAreaLeft" fmla="*/ 0 w 66960"/>
                <a:gd name="textAreaRight" fmla="*/ 67320 w 66960"/>
                <a:gd name="textAreaTop" fmla="*/ -360 h 55080"/>
                <a:gd name="textAreaBottom" fmla="*/ 55080 h 5508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871;p24"/>
            <p:cNvSpPr/>
            <p:nvPr/>
          </p:nvSpPr>
          <p:spPr>
            <a:xfrm rot="20502000" flipV="1">
              <a:off x="57960" y="1537560"/>
              <a:ext cx="66960" cy="56520"/>
            </a:xfrm>
            <a:custGeom>
              <a:avLst/>
              <a:gdLst>
                <a:gd name="textAreaLeft" fmla="*/ 0 w 66960"/>
                <a:gd name="textAreaRight" fmla="*/ 67320 w 66960"/>
                <a:gd name="textAreaTop" fmla="*/ -360 h 56520"/>
                <a:gd name="textAreaBottom" fmla="*/ 56520 h 5652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0" name="Google Shape;872;p24"/>
            <p:cNvSpPr/>
            <p:nvPr/>
          </p:nvSpPr>
          <p:spPr>
            <a:xfrm rot="20502000" flipV="1">
              <a:off x="96120" y="1399320"/>
              <a:ext cx="62280" cy="47520"/>
            </a:xfrm>
            <a:custGeom>
              <a:avLst/>
              <a:gdLst>
                <a:gd name="textAreaLeft" fmla="*/ 0 w 62280"/>
                <a:gd name="textAreaRight" fmla="*/ 62640 w 62280"/>
                <a:gd name="textAreaTop" fmla="*/ 360 h 47520"/>
                <a:gd name="textAreaBottom" fmla="*/ 48240 h 4752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873;p24"/>
            <p:cNvSpPr/>
            <p:nvPr/>
          </p:nvSpPr>
          <p:spPr>
            <a:xfrm rot="20502000" flipV="1">
              <a:off x="-18360" y="1270800"/>
              <a:ext cx="63720" cy="51480"/>
            </a:xfrm>
            <a:custGeom>
              <a:avLst/>
              <a:gdLst>
                <a:gd name="textAreaLeft" fmla="*/ 0 w 63720"/>
                <a:gd name="textAreaRight" fmla="*/ 64080 w 63720"/>
                <a:gd name="textAreaTop" fmla="*/ -360 h 51480"/>
                <a:gd name="textAreaBottom" fmla="*/ 51480 h 5148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2" name="Google Shape;874;p24"/>
            <p:cNvSpPr/>
            <p:nvPr/>
          </p:nvSpPr>
          <p:spPr>
            <a:xfrm rot="20502000" flipV="1">
              <a:off x="-114840" y="1124640"/>
              <a:ext cx="66960" cy="50040"/>
            </a:xfrm>
            <a:custGeom>
              <a:avLst/>
              <a:gdLst>
                <a:gd name="textAreaLeft" fmla="*/ 0 w 66960"/>
                <a:gd name="textAreaRight" fmla="*/ 67320 w 66960"/>
                <a:gd name="textAreaTop" fmla="*/ -360 h 50040"/>
                <a:gd name="textAreaBottom" fmla="*/ 5004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3" name="Google Shape;875;p24"/>
            <p:cNvSpPr/>
            <p:nvPr/>
          </p:nvSpPr>
          <p:spPr>
            <a:xfrm rot="20502000" flipV="1">
              <a:off x="-176040" y="969480"/>
              <a:ext cx="62280" cy="47520"/>
            </a:xfrm>
            <a:custGeom>
              <a:avLst/>
              <a:gdLst>
                <a:gd name="textAreaLeft" fmla="*/ 0 w 62280"/>
                <a:gd name="textAreaRight" fmla="*/ 62640 w 62280"/>
                <a:gd name="textAreaTop" fmla="*/ 360 h 47520"/>
                <a:gd name="textAreaBottom" fmla="*/ 48240 h 4752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84" name="Google Shape;876;p24"/>
          <p:cNvSpPr/>
          <p:nvPr/>
        </p:nvSpPr>
        <p:spPr>
          <a:xfrm rot="7353600" flipH="1">
            <a:off x="-524880" y="4293720"/>
            <a:ext cx="1381680" cy="600120"/>
          </a:xfrm>
          <a:custGeom>
            <a:avLst/>
            <a:gdLst>
              <a:gd name="textAreaLeft" fmla="*/ 360 w 1381680"/>
              <a:gd name="textAreaRight" fmla="*/ 1382400 w 1381680"/>
              <a:gd name="textAreaTop" fmla="*/ 0 h 600120"/>
              <a:gd name="textAreaBottom" fmla="*/ 600480 h 60012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5" name="Google Shape;877;p24"/>
          <p:cNvSpPr/>
          <p:nvPr/>
        </p:nvSpPr>
        <p:spPr>
          <a:xfrm rot="10568400" flipH="1">
            <a:off x="7682760" y="3794040"/>
            <a:ext cx="2559600" cy="2042280"/>
          </a:xfrm>
          <a:custGeom>
            <a:avLst/>
            <a:gdLst>
              <a:gd name="textAreaLeft" fmla="*/ 360 w 2559600"/>
              <a:gd name="textAreaRight" fmla="*/ 2560320 w 2559600"/>
              <a:gd name="textAreaTop" fmla="*/ 0 h 2042280"/>
              <a:gd name="textAreaBottom" fmla="*/ 2042640 h 20422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6" name="Google Shape;878;p24"/>
          <p:cNvSpPr/>
          <p:nvPr/>
        </p:nvSpPr>
        <p:spPr>
          <a:xfrm rot="7695000">
            <a:off x="7411320" y="4384440"/>
            <a:ext cx="1134000" cy="258120"/>
          </a:xfrm>
          <a:custGeom>
            <a:avLst/>
            <a:gdLst>
              <a:gd name="textAreaLeft" fmla="*/ 0 w 1134000"/>
              <a:gd name="textAreaRight" fmla="*/ 1134360 w 1134000"/>
              <a:gd name="textAreaTop" fmla="*/ 0 h 258120"/>
              <a:gd name="textAreaBottom" fmla="*/ 258480 h 2581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7" name="Google Shape;879;p24"/>
          <p:cNvSpPr/>
          <p:nvPr/>
        </p:nvSpPr>
        <p:spPr>
          <a:xfrm rot="14400000" flipH="1">
            <a:off x="-1122480" y="3936600"/>
            <a:ext cx="2346480" cy="345960"/>
          </a:xfrm>
          <a:custGeom>
            <a:avLst/>
            <a:gdLst>
              <a:gd name="textAreaLeft" fmla="*/ 360 w 2346480"/>
              <a:gd name="textAreaRight" fmla="*/ 234720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588" name="Google Shape;880;p24"/>
          <p:cNvGrpSpPr/>
          <p:nvPr/>
        </p:nvGrpSpPr>
        <p:grpSpPr>
          <a:xfrm>
            <a:off x="8082360" y="330840"/>
            <a:ext cx="696240" cy="1015920"/>
            <a:chOff x="8082360" y="330840"/>
            <a:chExt cx="696240" cy="1015920"/>
          </a:xfrm>
        </p:grpSpPr>
        <p:sp>
          <p:nvSpPr>
            <p:cNvPr id="589" name="Google Shape;881;p24"/>
            <p:cNvSpPr/>
            <p:nvPr/>
          </p:nvSpPr>
          <p:spPr>
            <a:xfrm rot="20502000" flipV="1">
              <a:off x="8682120" y="1293120"/>
              <a:ext cx="56160" cy="45360"/>
            </a:xfrm>
            <a:custGeom>
              <a:avLst/>
              <a:gdLst>
                <a:gd name="textAreaLeft" fmla="*/ 0 w 56160"/>
                <a:gd name="textAreaRight" fmla="*/ 56520 w 56160"/>
                <a:gd name="textAreaTop" fmla="*/ 360 h 45360"/>
                <a:gd name="textAreaBottom" fmla="*/ 4608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0" name="Google Shape;882;p24"/>
            <p:cNvSpPr/>
            <p:nvPr/>
          </p:nvSpPr>
          <p:spPr>
            <a:xfrm rot="20502000" flipV="1">
              <a:off x="8714520" y="1044360"/>
              <a:ext cx="57960" cy="47160"/>
            </a:xfrm>
            <a:custGeom>
              <a:avLst/>
              <a:gdLst>
                <a:gd name="textAreaLeft" fmla="*/ 0 w 57960"/>
                <a:gd name="textAreaRight" fmla="*/ 58320 w 57960"/>
                <a:gd name="textAreaTop" fmla="*/ -360 h 47160"/>
                <a:gd name="textAreaBottom" fmla="*/ 4716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1" name="Google Shape;883;p24"/>
            <p:cNvSpPr/>
            <p:nvPr/>
          </p:nvSpPr>
          <p:spPr>
            <a:xfrm rot="20502000" flipV="1">
              <a:off x="8466480" y="1185480"/>
              <a:ext cx="83880" cy="62280"/>
            </a:xfrm>
            <a:custGeom>
              <a:avLst/>
              <a:gdLst>
                <a:gd name="textAreaLeft" fmla="*/ 0 w 83880"/>
                <a:gd name="textAreaRight" fmla="*/ 84240 w 83880"/>
                <a:gd name="textAreaTop" fmla="*/ -360 h 62280"/>
                <a:gd name="textAreaBottom" fmla="*/ 6228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2" name="Google Shape;884;p24"/>
            <p:cNvSpPr/>
            <p:nvPr/>
          </p:nvSpPr>
          <p:spPr>
            <a:xfrm rot="20502000" flipV="1">
              <a:off x="8503920" y="919440"/>
              <a:ext cx="66960" cy="55080"/>
            </a:xfrm>
            <a:custGeom>
              <a:avLst/>
              <a:gdLst>
                <a:gd name="textAreaLeft" fmla="*/ 0 w 66960"/>
                <a:gd name="textAreaRight" fmla="*/ 67320 w 66960"/>
                <a:gd name="textAreaTop" fmla="*/ -360 h 55080"/>
                <a:gd name="textAreaBottom" fmla="*/ 55080 h 5508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720" bIns="27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3" name="Google Shape;885;p24"/>
            <p:cNvSpPr/>
            <p:nvPr/>
          </p:nvSpPr>
          <p:spPr>
            <a:xfrm rot="20502000" flipV="1">
              <a:off x="8322840" y="906840"/>
              <a:ext cx="66960" cy="56520"/>
            </a:xfrm>
            <a:custGeom>
              <a:avLst/>
              <a:gdLst>
                <a:gd name="textAreaLeft" fmla="*/ 0 w 66960"/>
                <a:gd name="textAreaRight" fmla="*/ 67320 w 66960"/>
                <a:gd name="textAreaTop" fmla="*/ -360 h 56520"/>
                <a:gd name="textAreaBottom" fmla="*/ 56520 h 5652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4" name="Google Shape;886;p24"/>
            <p:cNvSpPr/>
            <p:nvPr/>
          </p:nvSpPr>
          <p:spPr>
            <a:xfrm rot="20502000" flipV="1">
              <a:off x="8361360" y="768960"/>
              <a:ext cx="62280" cy="47520"/>
            </a:xfrm>
            <a:custGeom>
              <a:avLst/>
              <a:gdLst>
                <a:gd name="textAreaLeft" fmla="*/ 0 w 62280"/>
                <a:gd name="textAreaRight" fmla="*/ 62640 w 62280"/>
                <a:gd name="textAreaTop" fmla="*/ 360 h 47520"/>
                <a:gd name="textAreaBottom" fmla="*/ 48240 h 4752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5" name="Google Shape;887;p24"/>
            <p:cNvSpPr/>
            <p:nvPr/>
          </p:nvSpPr>
          <p:spPr>
            <a:xfrm rot="20502000" flipV="1">
              <a:off x="8246520" y="640080"/>
              <a:ext cx="63720" cy="51480"/>
            </a:xfrm>
            <a:custGeom>
              <a:avLst/>
              <a:gdLst>
                <a:gd name="textAreaLeft" fmla="*/ 0 w 63720"/>
                <a:gd name="textAreaRight" fmla="*/ 64080 w 63720"/>
                <a:gd name="textAreaTop" fmla="*/ -360 h 51480"/>
                <a:gd name="textAreaBottom" fmla="*/ 51480 h 5148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6" name="Google Shape;888;p24"/>
            <p:cNvSpPr/>
            <p:nvPr/>
          </p:nvSpPr>
          <p:spPr>
            <a:xfrm rot="20502000" flipV="1">
              <a:off x="8149680" y="494280"/>
              <a:ext cx="66960" cy="50040"/>
            </a:xfrm>
            <a:custGeom>
              <a:avLst/>
              <a:gdLst>
                <a:gd name="textAreaLeft" fmla="*/ 0 w 66960"/>
                <a:gd name="textAreaRight" fmla="*/ 67320 w 66960"/>
                <a:gd name="textAreaTop" fmla="*/ -360 h 50040"/>
                <a:gd name="textAreaBottom" fmla="*/ 5004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7" name="Google Shape;889;p24"/>
            <p:cNvSpPr/>
            <p:nvPr/>
          </p:nvSpPr>
          <p:spPr>
            <a:xfrm rot="20502000" flipV="1">
              <a:off x="8088480" y="338760"/>
              <a:ext cx="62280" cy="47520"/>
            </a:xfrm>
            <a:custGeom>
              <a:avLst/>
              <a:gdLst>
                <a:gd name="textAreaLeft" fmla="*/ 0 w 62280"/>
                <a:gd name="textAreaRight" fmla="*/ 62640 w 62280"/>
                <a:gd name="textAreaTop" fmla="*/ 360 h 47520"/>
                <a:gd name="textAreaBottom" fmla="*/ 48240 h 4752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ITLE_ONLY_4">
    <p:bg>
      <p:bgPr>
        <a:solidFill>
          <a:schemeClr val="dk2"/>
        </a:solidFill>
        <a:effectLst/>
      </p:bgPr>
    </p:bg>
    <p:spTree>
      <p:nvGrpSpPr>
        <p:cNvPr id="1" name=""/>
        <p:cNvGrpSpPr/>
        <p:nvPr/>
      </p:nvGrpSpPr>
      <p:grpSpPr>
        <a:xfrm>
          <a:off x="0" y="0"/>
          <a:ext cx="0" cy="0"/>
          <a:chOff x="0" y="0"/>
          <a:chExt cx="0" cy="0"/>
        </a:xfrm>
      </p:grpSpPr>
      <p:sp>
        <p:nvSpPr>
          <p:cNvPr id="598"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599" name="Google Shape;892;p25"/>
          <p:cNvSpPr/>
          <p:nvPr/>
        </p:nvSpPr>
        <p:spPr>
          <a:xfrm rot="900000">
            <a:off x="7635960" y="-52020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00" name="Google Shape;893;p25"/>
          <p:cNvGrpSpPr/>
          <p:nvPr/>
        </p:nvGrpSpPr>
        <p:grpSpPr>
          <a:xfrm>
            <a:off x="-335160" y="62280"/>
            <a:ext cx="1092600" cy="664920"/>
            <a:chOff x="-335160" y="62280"/>
            <a:chExt cx="1092600" cy="664920"/>
          </a:xfrm>
        </p:grpSpPr>
        <p:sp>
          <p:nvSpPr>
            <p:cNvPr id="601" name="Google Shape;894;p25"/>
            <p:cNvSpPr/>
            <p:nvPr/>
          </p:nvSpPr>
          <p:spPr>
            <a:xfrm rot="5315400">
              <a:off x="286200" y="2217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2" name="Google Shape;895;p25"/>
            <p:cNvSpPr/>
            <p:nvPr/>
          </p:nvSpPr>
          <p:spPr>
            <a:xfrm rot="5315400">
              <a:off x="261360" y="3268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896;p25"/>
            <p:cNvSpPr/>
            <p:nvPr/>
          </p:nvSpPr>
          <p:spPr>
            <a:xfrm rot="5315400">
              <a:off x="342360" y="2671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4" name="Google Shape;897;p25"/>
            <p:cNvSpPr/>
            <p:nvPr/>
          </p:nvSpPr>
          <p:spPr>
            <a:xfrm rot="5315400">
              <a:off x="416880" y="4903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898;p25"/>
            <p:cNvSpPr/>
            <p:nvPr/>
          </p:nvSpPr>
          <p:spPr>
            <a:xfrm rot="5315400">
              <a:off x="293760" y="3956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6" name="Google Shape;899;p25"/>
            <p:cNvSpPr/>
            <p:nvPr/>
          </p:nvSpPr>
          <p:spPr>
            <a:xfrm rot="5315400">
              <a:off x="99000" y="4964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7" name="Google Shape;900;p25"/>
            <p:cNvSpPr/>
            <p:nvPr/>
          </p:nvSpPr>
          <p:spPr>
            <a:xfrm rot="5315400">
              <a:off x="392760" y="3225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8" name="Google Shape;901;p25"/>
            <p:cNvSpPr/>
            <p:nvPr/>
          </p:nvSpPr>
          <p:spPr>
            <a:xfrm rot="5315400">
              <a:off x="554400" y="2296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9" name="Google Shape;902;p25"/>
            <p:cNvSpPr/>
            <p:nvPr/>
          </p:nvSpPr>
          <p:spPr>
            <a:xfrm rot="5315400">
              <a:off x="647280" y="2934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903;p25"/>
            <p:cNvSpPr/>
            <p:nvPr/>
          </p:nvSpPr>
          <p:spPr>
            <a:xfrm rot="5315400">
              <a:off x="473760" y="1040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1" name="Google Shape;904;p25"/>
            <p:cNvSpPr/>
            <p:nvPr/>
          </p:nvSpPr>
          <p:spPr>
            <a:xfrm rot="5315400">
              <a:off x="657360" y="1616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2" name="Google Shape;905;p25"/>
            <p:cNvSpPr/>
            <p:nvPr/>
          </p:nvSpPr>
          <p:spPr>
            <a:xfrm rot="5315400">
              <a:off x="734400" y="651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3" name="Google Shape;906;p25"/>
            <p:cNvSpPr/>
            <p:nvPr/>
          </p:nvSpPr>
          <p:spPr>
            <a:xfrm rot="5315400">
              <a:off x="232920" y="5742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4" name="Google Shape;907;p25"/>
            <p:cNvSpPr/>
            <p:nvPr/>
          </p:nvSpPr>
          <p:spPr>
            <a:xfrm rot="5315400">
              <a:off x="98640" y="2271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908;p25"/>
            <p:cNvSpPr/>
            <p:nvPr/>
          </p:nvSpPr>
          <p:spPr>
            <a:xfrm rot="5315400">
              <a:off x="-58320" y="5781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6" name="Google Shape;909;p25"/>
            <p:cNvSpPr/>
            <p:nvPr/>
          </p:nvSpPr>
          <p:spPr>
            <a:xfrm rot="5315400">
              <a:off x="-171000" y="6022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7" name="Google Shape;910;p25"/>
            <p:cNvSpPr/>
            <p:nvPr/>
          </p:nvSpPr>
          <p:spPr>
            <a:xfrm rot="5315400">
              <a:off x="-339840" y="6904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18" name="Google Shape;911;p25"/>
          <p:cNvSpPr/>
          <p:nvPr/>
        </p:nvSpPr>
        <p:spPr>
          <a:xfrm>
            <a:off x="5529240" y="4630680"/>
            <a:ext cx="5128920" cy="825840"/>
          </a:xfrm>
          <a:custGeom>
            <a:avLst/>
            <a:gdLst>
              <a:gd name="textAreaLeft" fmla="*/ 0 w 5128920"/>
              <a:gd name="textAreaRight" fmla="*/ 5129280 w 5128920"/>
              <a:gd name="textAreaTop" fmla="*/ 0 h 825840"/>
              <a:gd name="textAreaBottom" fmla="*/ 826200 h 825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912;p25"/>
          <p:cNvSpPr/>
          <p:nvPr/>
        </p:nvSpPr>
        <p:spPr>
          <a:xfrm rot="10800000" flipH="1">
            <a:off x="4610520" y="4506840"/>
            <a:ext cx="2971800" cy="775080"/>
          </a:xfrm>
          <a:custGeom>
            <a:avLst/>
            <a:gdLst>
              <a:gd name="textAreaLeft" fmla="*/ -360 w 2971800"/>
              <a:gd name="textAreaRight" fmla="*/ 2971800 w 2971800"/>
              <a:gd name="textAreaTop" fmla="*/ 0 h 775080"/>
              <a:gd name="textAreaBottom" fmla="*/ 775440 h 775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20" name="Google Shape;913;p25"/>
          <p:cNvGrpSpPr/>
          <p:nvPr/>
        </p:nvGrpSpPr>
        <p:grpSpPr>
          <a:xfrm>
            <a:off x="8549280" y="3466800"/>
            <a:ext cx="744840" cy="1352880"/>
            <a:chOff x="8549280" y="3466800"/>
            <a:chExt cx="744840" cy="1352880"/>
          </a:xfrm>
        </p:grpSpPr>
        <p:sp>
          <p:nvSpPr>
            <p:cNvPr id="621" name="Google Shape;914;p25"/>
            <p:cNvSpPr/>
            <p:nvPr/>
          </p:nvSpPr>
          <p:spPr>
            <a:xfrm flipH="1">
              <a:off x="8901720" y="3466800"/>
              <a:ext cx="392040" cy="1352880"/>
            </a:xfrm>
            <a:custGeom>
              <a:avLst/>
              <a:gdLst>
                <a:gd name="textAreaLeft" fmla="*/ -360 w 392040"/>
                <a:gd name="textAreaRight" fmla="*/ 39204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2" name="Google Shape;915;p25"/>
            <p:cNvSpPr/>
            <p:nvPr/>
          </p:nvSpPr>
          <p:spPr>
            <a:xfrm flipH="1">
              <a:off x="8835840" y="4095360"/>
              <a:ext cx="105480" cy="68400"/>
            </a:xfrm>
            <a:custGeom>
              <a:avLst/>
              <a:gdLst>
                <a:gd name="textAreaLeft" fmla="*/ -360 w 105480"/>
                <a:gd name="textAreaRight" fmla="*/ 10548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916;p25"/>
            <p:cNvSpPr/>
            <p:nvPr/>
          </p:nvSpPr>
          <p:spPr>
            <a:xfrm flipH="1">
              <a:off x="8801280" y="4167720"/>
              <a:ext cx="221400" cy="150120"/>
            </a:xfrm>
            <a:custGeom>
              <a:avLst/>
              <a:gdLst>
                <a:gd name="textAreaLeft" fmla="*/ -360 w 221400"/>
                <a:gd name="textAreaRight" fmla="*/ 22140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917;p25"/>
            <p:cNvSpPr/>
            <p:nvPr/>
          </p:nvSpPr>
          <p:spPr>
            <a:xfrm flipH="1">
              <a:off x="8987040" y="3987000"/>
              <a:ext cx="93960" cy="404280"/>
            </a:xfrm>
            <a:custGeom>
              <a:avLst/>
              <a:gdLst>
                <a:gd name="textAreaLeft" fmla="*/ -360 w 93960"/>
                <a:gd name="textAreaRight" fmla="*/ 9396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5" name="Google Shape;918;p25"/>
            <p:cNvSpPr/>
            <p:nvPr/>
          </p:nvSpPr>
          <p:spPr>
            <a:xfrm flipH="1">
              <a:off x="8837280" y="4293000"/>
              <a:ext cx="278280" cy="190800"/>
            </a:xfrm>
            <a:custGeom>
              <a:avLst/>
              <a:gdLst>
                <a:gd name="textAreaLeft" fmla="*/ -360 w 278280"/>
                <a:gd name="textAreaRight" fmla="*/ 27828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6" name="Google Shape;919;p25"/>
            <p:cNvSpPr/>
            <p:nvPr/>
          </p:nvSpPr>
          <p:spPr>
            <a:xfrm flipH="1">
              <a:off x="8549280" y="3687480"/>
              <a:ext cx="409680" cy="513000"/>
            </a:xfrm>
            <a:custGeom>
              <a:avLst/>
              <a:gdLst>
                <a:gd name="textAreaLeft" fmla="*/ 360 w 409680"/>
                <a:gd name="textAreaRight" fmla="*/ 41040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7" name="Google Shape;920;p25"/>
            <p:cNvSpPr/>
            <p:nvPr/>
          </p:nvSpPr>
          <p:spPr>
            <a:xfrm flipH="1">
              <a:off x="8835840" y="4095360"/>
              <a:ext cx="105480" cy="68400"/>
            </a:xfrm>
            <a:custGeom>
              <a:avLst/>
              <a:gdLst>
                <a:gd name="textAreaLeft" fmla="*/ -360 w 105480"/>
                <a:gd name="textAreaRight" fmla="*/ 10548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28" name="Google Shape;921;p25"/>
          <p:cNvSpPr/>
          <p:nvPr/>
        </p:nvSpPr>
        <p:spPr>
          <a:xfrm rot="13500000" flipH="1">
            <a:off x="-802440" y="4066920"/>
            <a:ext cx="2127240" cy="1554840"/>
          </a:xfrm>
          <a:custGeom>
            <a:avLst/>
            <a:gdLst>
              <a:gd name="textAreaLeft" fmla="*/ -360 w 2127240"/>
              <a:gd name="textAreaRight" fmla="*/ 2127240 w 212724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9" name="Google Shape;922;p25"/>
          <p:cNvSpPr/>
          <p:nvPr/>
        </p:nvSpPr>
        <p:spPr>
          <a:xfrm rot="900000">
            <a:off x="8079120" y="47124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TITLE_ONLY_1_1">
    <p:bg>
      <p:bgPr>
        <a:solidFill>
          <a:schemeClr val="dk2"/>
        </a:solidFill>
        <a:effectLst/>
      </p:bgPr>
    </p:bg>
    <p:spTree>
      <p:nvGrpSpPr>
        <p:cNvPr id="1" name=""/>
        <p:cNvGrpSpPr/>
        <p:nvPr/>
      </p:nvGrpSpPr>
      <p:grpSpPr>
        <a:xfrm>
          <a:off x="0" y="0"/>
          <a:ext cx="0" cy="0"/>
          <a:chOff x="0" y="0"/>
          <a:chExt cx="0" cy="0"/>
        </a:xfrm>
      </p:grpSpPr>
      <p:sp>
        <p:nvSpPr>
          <p:cNvPr id="630"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631" name="Google Shape;925;p26"/>
          <p:cNvSpPr/>
          <p:nvPr/>
        </p:nvSpPr>
        <p:spPr>
          <a:xfrm rot="1020000">
            <a:off x="7080120" y="193320"/>
            <a:ext cx="2346480" cy="345960"/>
          </a:xfrm>
          <a:custGeom>
            <a:avLst/>
            <a:gdLst>
              <a:gd name="textAreaLeft" fmla="*/ 0 w 2346480"/>
              <a:gd name="textAreaRight" fmla="*/ 234684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2" name="Google Shape;926;p26"/>
          <p:cNvSpPr/>
          <p:nvPr/>
        </p:nvSpPr>
        <p:spPr>
          <a:xfrm rot="16383600">
            <a:off x="7723440" y="4130640"/>
            <a:ext cx="1853640" cy="932400"/>
          </a:xfrm>
          <a:custGeom>
            <a:avLst/>
            <a:gdLst>
              <a:gd name="textAreaLeft" fmla="*/ 0 w 1853640"/>
              <a:gd name="textAreaRight" fmla="*/ 1854000 w 1853640"/>
              <a:gd name="textAreaTop" fmla="*/ 0 h 932400"/>
              <a:gd name="textAreaBottom" fmla="*/ 932760 h 93240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dk2"/>
          </a:solidFill>
          <a:ln w="9525">
            <a:solidFill>
              <a:srgbClr val="C9D2B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14_1_2_1_1">
    <p:bg>
      <p:bgPr>
        <a:solidFill>
          <a:schemeClr val="dk2"/>
        </a:solidFill>
        <a:effectLst/>
      </p:bgPr>
    </p:bg>
    <p:spTree>
      <p:nvGrpSpPr>
        <p:cNvPr id="1" name=""/>
        <p:cNvGrpSpPr/>
        <p:nvPr/>
      </p:nvGrpSpPr>
      <p:grpSpPr>
        <a:xfrm>
          <a:off x="0" y="0"/>
          <a:ext cx="0" cy="0"/>
          <a:chOff x="0" y="0"/>
          <a:chExt cx="0" cy="0"/>
        </a:xfrm>
      </p:grpSpPr>
      <p:sp>
        <p:nvSpPr>
          <p:cNvPr id="633"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634" name="Google Shape;929;p27"/>
          <p:cNvSpPr/>
          <p:nvPr/>
        </p:nvSpPr>
        <p:spPr>
          <a:xfrm>
            <a:off x="6413040" y="-10404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5" name="Google Shape;930;p27"/>
          <p:cNvSpPr/>
          <p:nvPr/>
        </p:nvSpPr>
        <p:spPr>
          <a:xfrm flipH="1">
            <a:off x="8208360" y="4359960"/>
            <a:ext cx="1319400" cy="783360"/>
          </a:xfrm>
          <a:custGeom>
            <a:avLst/>
            <a:gdLst>
              <a:gd name="textAreaLeft" fmla="*/ -360 w 1319400"/>
              <a:gd name="textAreaRight" fmla="*/ 131940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931;p27"/>
          <p:cNvSpPr/>
          <p:nvPr/>
        </p:nvSpPr>
        <p:spPr>
          <a:xfrm flipH="1">
            <a:off x="8462880" y="4180320"/>
            <a:ext cx="741600" cy="1079280"/>
          </a:xfrm>
          <a:custGeom>
            <a:avLst/>
            <a:gdLst>
              <a:gd name="textAreaLeft" fmla="*/ 360 w 741600"/>
              <a:gd name="textAreaRight" fmla="*/ 74232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37" name="Google Shape;932;p27"/>
          <p:cNvGrpSpPr/>
          <p:nvPr/>
        </p:nvGrpSpPr>
        <p:grpSpPr>
          <a:xfrm>
            <a:off x="6964200" y="-98640"/>
            <a:ext cx="1209600" cy="1047600"/>
            <a:chOff x="6964200" y="-98640"/>
            <a:chExt cx="1209600" cy="1047600"/>
          </a:xfrm>
        </p:grpSpPr>
        <p:sp>
          <p:nvSpPr>
            <p:cNvPr id="638" name="Google Shape;933;p27"/>
            <p:cNvSpPr/>
            <p:nvPr/>
          </p:nvSpPr>
          <p:spPr>
            <a:xfrm rot="20287800">
              <a:off x="7472880" y="5025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9" name="Google Shape;934;p27"/>
            <p:cNvSpPr/>
            <p:nvPr/>
          </p:nvSpPr>
          <p:spPr>
            <a:xfrm rot="20287800">
              <a:off x="7579440" y="486720"/>
              <a:ext cx="28800" cy="20520"/>
            </a:xfrm>
            <a:custGeom>
              <a:avLst/>
              <a:gdLst>
                <a:gd name="textAreaLeft" fmla="*/ 0 w 28800"/>
                <a:gd name="textAreaRight" fmla="*/ 29160 w 2880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935;p27"/>
            <p:cNvSpPr/>
            <p:nvPr/>
          </p:nvSpPr>
          <p:spPr>
            <a:xfrm rot="20287800">
              <a:off x="7495560" y="4212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1" name="Google Shape;936;p27"/>
            <p:cNvSpPr/>
            <p:nvPr/>
          </p:nvSpPr>
          <p:spPr>
            <a:xfrm rot="20287800">
              <a:off x="7677360" y="2736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2" name="Google Shape;937;p27"/>
            <p:cNvSpPr/>
            <p:nvPr/>
          </p:nvSpPr>
          <p:spPr>
            <a:xfrm rot="20287800">
              <a:off x="7631640" y="420480"/>
              <a:ext cx="38160" cy="32040"/>
            </a:xfrm>
            <a:custGeom>
              <a:avLst/>
              <a:gdLst>
                <a:gd name="textAreaLeft" fmla="*/ 0 w 38160"/>
                <a:gd name="textAreaRight" fmla="*/ 38520 w 3816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3" name="Google Shape;938;p27"/>
            <p:cNvSpPr/>
            <p:nvPr/>
          </p:nvSpPr>
          <p:spPr>
            <a:xfrm rot="20287800">
              <a:off x="7802640" y="5648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4" name="Google Shape;939;p27"/>
            <p:cNvSpPr/>
            <p:nvPr/>
          </p:nvSpPr>
          <p:spPr>
            <a:xfrm rot="20287800">
              <a:off x="7530120" y="332280"/>
              <a:ext cx="50760" cy="54360"/>
            </a:xfrm>
            <a:custGeom>
              <a:avLst/>
              <a:gdLst>
                <a:gd name="textAreaLeft" fmla="*/ 0 w 50760"/>
                <a:gd name="textAreaRight" fmla="*/ 51120 w 50760"/>
                <a:gd name="textAreaTop" fmla="*/ 0 h 54360"/>
                <a:gd name="textAreaBottom" fmla="*/ 54720 h 5436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5" name="Google Shape;940;p27"/>
            <p:cNvSpPr/>
            <p:nvPr/>
          </p:nvSpPr>
          <p:spPr>
            <a:xfrm rot="20287800">
              <a:off x="7378200" y="222120"/>
              <a:ext cx="52920" cy="39240"/>
            </a:xfrm>
            <a:custGeom>
              <a:avLst/>
              <a:gdLst>
                <a:gd name="textAreaLeft" fmla="*/ 0 w 52920"/>
                <a:gd name="textAreaRight" fmla="*/ 53280 w 52920"/>
                <a:gd name="textAreaTop" fmla="*/ 0 h 39240"/>
                <a:gd name="textAreaBottom" fmla="*/ 3960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6" name="Google Shape;941;p27"/>
            <p:cNvSpPr/>
            <p:nvPr/>
          </p:nvSpPr>
          <p:spPr>
            <a:xfrm rot="20287800">
              <a:off x="7403760" y="106920"/>
              <a:ext cx="57600" cy="43920"/>
            </a:xfrm>
            <a:custGeom>
              <a:avLst/>
              <a:gdLst>
                <a:gd name="textAreaLeft" fmla="*/ 0 w 57600"/>
                <a:gd name="textAreaRight" fmla="*/ 57960 w 57600"/>
                <a:gd name="textAreaTop" fmla="*/ 0 h 43920"/>
                <a:gd name="textAreaBottom" fmla="*/ 44280 h 4392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7" name="Google Shape;942;p27"/>
            <p:cNvSpPr/>
            <p:nvPr/>
          </p:nvSpPr>
          <p:spPr>
            <a:xfrm rot="20287800">
              <a:off x="7282800" y="3204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8" name="Google Shape;943;p27"/>
            <p:cNvSpPr/>
            <p:nvPr/>
          </p:nvSpPr>
          <p:spPr>
            <a:xfrm rot="20287800">
              <a:off x="7282440" y="147240"/>
              <a:ext cx="49680" cy="43920"/>
            </a:xfrm>
            <a:custGeom>
              <a:avLst/>
              <a:gdLst>
                <a:gd name="textAreaLeft" fmla="*/ 0 w 49680"/>
                <a:gd name="textAreaRight" fmla="*/ 50040 w 49680"/>
                <a:gd name="textAreaTop" fmla="*/ 0 h 43920"/>
                <a:gd name="textAreaBottom" fmla="*/ 44280 h 4392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944;p27"/>
            <p:cNvSpPr/>
            <p:nvPr/>
          </p:nvSpPr>
          <p:spPr>
            <a:xfrm rot="20287800">
              <a:off x="7169760" y="1368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0" name="Google Shape;945;p27"/>
            <p:cNvSpPr/>
            <p:nvPr/>
          </p:nvSpPr>
          <p:spPr>
            <a:xfrm rot="20287800">
              <a:off x="7031880" y="-21240"/>
              <a:ext cx="28800" cy="21600"/>
            </a:xfrm>
            <a:custGeom>
              <a:avLst/>
              <a:gdLst>
                <a:gd name="textAreaLeft" fmla="*/ 0 w 28800"/>
                <a:gd name="textAreaRight" fmla="*/ 29160 w 2880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1" name="Google Shape;946;p27"/>
            <p:cNvSpPr/>
            <p:nvPr/>
          </p:nvSpPr>
          <p:spPr>
            <a:xfrm rot="20287800">
              <a:off x="6966720" y="-943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947;p27"/>
            <p:cNvSpPr/>
            <p:nvPr/>
          </p:nvSpPr>
          <p:spPr>
            <a:xfrm rot="20287800">
              <a:off x="7809480" y="3906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3" name="Google Shape;948;p27"/>
            <p:cNvSpPr/>
            <p:nvPr/>
          </p:nvSpPr>
          <p:spPr>
            <a:xfrm rot="20287800">
              <a:off x="7531560" y="632520"/>
              <a:ext cx="69480" cy="54360"/>
            </a:xfrm>
            <a:custGeom>
              <a:avLst/>
              <a:gdLst>
                <a:gd name="textAreaLeft" fmla="*/ 0 w 69480"/>
                <a:gd name="textAreaRight" fmla="*/ 69840 w 6948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949;p27"/>
            <p:cNvSpPr/>
            <p:nvPr/>
          </p:nvSpPr>
          <p:spPr>
            <a:xfrm rot="20287800">
              <a:off x="7925400" y="689040"/>
              <a:ext cx="38160" cy="29880"/>
            </a:xfrm>
            <a:custGeom>
              <a:avLst/>
              <a:gdLst>
                <a:gd name="textAreaLeft" fmla="*/ 0 w 38160"/>
                <a:gd name="textAreaRight" fmla="*/ 38520 w 3816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5" name="Google Shape;950;p27"/>
            <p:cNvSpPr/>
            <p:nvPr/>
          </p:nvSpPr>
          <p:spPr>
            <a:xfrm rot="20287800">
              <a:off x="7987320" y="786960"/>
              <a:ext cx="38160" cy="28800"/>
            </a:xfrm>
            <a:custGeom>
              <a:avLst/>
              <a:gdLst>
                <a:gd name="textAreaLeft" fmla="*/ 0 w 38160"/>
                <a:gd name="textAreaRight" fmla="*/ 38520 w 3816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6" name="Google Shape;951;p27"/>
            <p:cNvSpPr/>
            <p:nvPr/>
          </p:nvSpPr>
          <p:spPr>
            <a:xfrm rot="20287800">
              <a:off x="8127720" y="91116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57" name="Google Shape;952;p27"/>
          <p:cNvGrpSpPr/>
          <p:nvPr/>
        </p:nvGrpSpPr>
        <p:grpSpPr>
          <a:xfrm>
            <a:off x="161280" y="3756240"/>
            <a:ext cx="1361520" cy="1395000"/>
            <a:chOff x="161280" y="3756240"/>
            <a:chExt cx="1361520" cy="1395000"/>
          </a:xfrm>
        </p:grpSpPr>
        <p:sp>
          <p:nvSpPr>
            <p:cNvPr id="658" name="Google Shape;953;p27"/>
            <p:cNvSpPr/>
            <p:nvPr/>
          </p:nvSpPr>
          <p:spPr>
            <a:xfrm rot="8761800">
              <a:off x="376560" y="392616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9" name="Google Shape;954;p27"/>
            <p:cNvSpPr/>
            <p:nvPr/>
          </p:nvSpPr>
          <p:spPr>
            <a:xfrm rot="8761800">
              <a:off x="835920" y="461664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955;p27"/>
            <p:cNvSpPr/>
            <p:nvPr/>
          </p:nvSpPr>
          <p:spPr>
            <a:xfrm rot="8761800">
              <a:off x="720360" y="451980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1" name="Google Shape;956;p27"/>
            <p:cNvSpPr/>
            <p:nvPr/>
          </p:nvSpPr>
          <p:spPr>
            <a:xfrm rot="8761800">
              <a:off x="626040" y="439092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2" name="Google Shape;957;p27"/>
            <p:cNvSpPr/>
            <p:nvPr/>
          </p:nvSpPr>
          <p:spPr>
            <a:xfrm rot="8761800">
              <a:off x="567360" y="442476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3" name="Google Shape;958;p27"/>
            <p:cNvSpPr/>
            <p:nvPr/>
          </p:nvSpPr>
          <p:spPr>
            <a:xfrm rot="8761800">
              <a:off x="928440" y="449352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664" name="Google Shape;959;p27"/>
          <p:cNvSpPr/>
          <p:nvPr/>
        </p:nvSpPr>
        <p:spPr>
          <a:xfrm rot="16200000">
            <a:off x="-930600" y="394452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65" name="Google Shape;960;p27"/>
          <p:cNvGrpSpPr/>
          <p:nvPr/>
        </p:nvGrpSpPr>
        <p:grpSpPr>
          <a:xfrm>
            <a:off x="-188640" y="2449080"/>
            <a:ext cx="695880" cy="1015920"/>
            <a:chOff x="-188640" y="2449080"/>
            <a:chExt cx="695880" cy="1015920"/>
          </a:xfrm>
        </p:grpSpPr>
        <p:sp>
          <p:nvSpPr>
            <p:cNvPr id="666" name="Google Shape;961;p27"/>
            <p:cNvSpPr/>
            <p:nvPr/>
          </p:nvSpPr>
          <p:spPr>
            <a:xfrm rot="1098000">
              <a:off x="410760" y="245664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962;p27"/>
            <p:cNvSpPr/>
            <p:nvPr/>
          </p:nvSpPr>
          <p:spPr>
            <a:xfrm rot="1098000">
              <a:off x="443160" y="270360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8" name="Google Shape;963;p27"/>
            <p:cNvSpPr/>
            <p:nvPr/>
          </p:nvSpPr>
          <p:spPr>
            <a:xfrm rot="1098000">
              <a:off x="194760" y="254736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9" name="Google Shape;964;p27"/>
            <p:cNvSpPr/>
            <p:nvPr/>
          </p:nvSpPr>
          <p:spPr>
            <a:xfrm rot="1098000">
              <a:off x="232560" y="282096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0" name="Google Shape;965;p27"/>
            <p:cNvSpPr/>
            <p:nvPr/>
          </p:nvSpPr>
          <p:spPr>
            <a:xfrm rot="1098000">
              <a:off x="51480" y="283212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1" name="Google Shape;966;p27"/>
            <p:cNvSpPr/>
            <p:nvPr/>
          </p:nvSpPr>
          <p:spPr>
            <a:xfrm rot="1098000">
              <a:off x="89640" y="29790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2" name="Google Shape;967;p27"/>
            <p:cNvSpPr/>
            <p:nvPr/>
          </p:nvSpPr>
          <p:spPr>
            <a:xfrm rot="1098000">
              <a:off x="-24840" y="31042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3" name="Google Shape;968;p27"/>
            <p:cNvSpPr/>
            <p:nvPr/>
          </p:nvSpPr>
          <p:spPr>
            <a:xfrm rot="1098000">
              <a:off x="-121320" y="325152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4" name="Google Shape;969;p27"/>
            <p:cNvSpPr/>
            <p:nvPr/>
          </p:nvSpPr>
          <p:spPr>
            <a:xfrm rot="1098000">
              <a:off x="-182520" y="34088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75" name="Google Shape;970;p27"/>
          <p:cNvSpPr/>
          <p:nvPr/>
        </p:nvSpPr>
        <p:spPr>
          <a:xfrm rot="3099000">
            <a:off x="7401600" y="-2700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_ONLY_2_1">
    <p:bg>
      <p:bgPr>
        <a:solidFill>
          <a:schemeClr val="dk2"/>
        </a:solidFill>
        <a:effectLst/>
      </p:bgPr>
    </p:bg>
    <p:spTree>
      <p:nvGrpSpPr>
        <p:cNvPr id="1" name=""/>
        <p:cNvGrpSpPr/>
        <p:nvPr/>
      </p:nvGrpSpPr>
      <p:grpSpPr>
        <a:xfrm>
          <a:off x="0" y="0"/>
          <a:ext cx="0" cy="0"/>
          <a:chOff x="0" y="0"/>
          <a:chExt cx="0" cy="0"/>
        </a:xfrm>
      </p:grpSpPr>
      <p:sp>
        <p:nvSpPr>
          <p:cNvPr id="676" name="Google Shape;972;p28"/>
          <p:cNvSpPr/>
          <p:nvPr/>
        </p:nvSpPr>
        <p:spPr>
          <a:xfrm flipH="1">
            <a:off x="8498880" y="-360"/>
            <a:ext cx="741600" cy="1079280"/>
          </a:xfrm>
          <a:custGeom>
            <a:avLst/>
            <a:gdLst>
              <a:gd name="textAreaLeft" fmla="*/ 360 w 741600"/>
              <a:gd name="textAreaRight" fmla="*/ 74232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973;p28"/>
          <p:cNvSpPr/>
          <p:nvPr/>
        </p:nvSpPr>
        <p:spPr>
          <a:xfrm rot="10800000" flipH="1">
            <a:off x="6496920" y="4490280"/>
            <a:ext cx="4026240" cy="852120"/>
          </a:xfrm>
          <a:custGeom>
            <a:avLst/>
            <a:gdLst>
              <a:gd name="textAreaLeft" fmla="*/ 360 w 4026240"/>
              <a:gd name="textAreaRight" fmla="*/ 4026960 w 4026240"/>
              <a:gd name="textAreaTop" fmla="*/ 0 h 852120"/>
              <a:gd name="textAreaBottom" fmla="*/ 852480 h 8521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8" name="Google Shape;974;p28"/>
          <p:cNvSpPr/>
          <p:nvPr/>
        </p:nvSpPr>
        <p:spPr>
          <a:xfrm rot="19020600">
            <a:off x="-1995120" y="-79920"/>
            <a:ext cx="3264480" cy="2604600"/>
          </a:xfrm>
          <a:custGeom>
            <a:avLst/>
            <a:gdLst>
              <a:gd name="textAreaLeft" fmla="*/ 0 w 3264480"/>
              <a:gd name="textAreaRight" fmla="*/ 3264840 w 3264480"/>
              <a:gd name="textAreaTop" fmla="*/ 0 h 2604600"/>
              <a:gd name="textAreaBottom" fmla="*/ 2604960 h 260460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grpSp>
        <p:nvGrpSpPr>
          <p:cNvPr id="680" name="Google Shape;976;p28"/>
          <p:cNvGrpSpPr/>
          <p:nvPr/>
        </p:nvGrpSpPr>
        <p:grpSpPr>
          <a:xfrm>
            <a:off x="-582120" y="3630240"/>
            <a:ext cx="1395000" cy="1361520"/>
            <a:chOff x="-582120" y="3630240"/>
            <a:chExt cx="1395000" cy="1361520"/>
          </a:xfrm>
        </p:grpSpPr>
        <p:sp>
          <p:nvSpPr>
            <p:cNvPr id="681" name="Google Shape;977;p28"/>
            <p:cNvSpPr/>
            <p:nvPr/>
          </p:nvSpPr>
          <p:spPr>
            <a:xfrm rot="3361800">
              <a:off x="-349920" y="378324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2" name="Google Shape;978;p28"/>
            <p:cNvSpPr/>
            <p:nvPr/>
          </p:nvSpPr>
          <p:spPr>
            <a:xfrm rot="3361800">
              <a:off x="321120" y="424152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979;p28"/>
            <p:cNvSpPr/>
            <p:nvPr/>
          </p:nvSpPr>
          <p:spPr>
            <a:xfrm rot="3361800">
              <a:off x="293040" y="42829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980;p28"/>
            <p:cNvSpPr/>
            <p:nvPr/>
          </p:nvSpPr>
          <p:spPr>
            <a:xfrm rot="3361800">
              <a:off x="6480" y="423684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981;p28"/>
            <p:cNvSpPr/>
            <p:nvPr/>
          </p:nvSpPr>
          <p:spPr>
            <a:xfrm rot="3361800">
              <a:off x="225000" y="439488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982;p28"/>
            <p:cNvSpPr/>
            <p:nvPr/>
          </p:nvSpPr>
          <p:spPr>
            <a:xfrm rot="3361800">
              <a:off x="346320" y="379764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87" name="Google Shape;983;p28"/>
          <p:cNvGrpSpPr/>
          <p:nvPr/>
        </p:nvGrpSpPr>
        <p:grpSpPr>
          <a:xfrm>
            <a:off x="-198000" y="3123360"/>
            <a:ext cx="695880" cy="1015920"/>
            <a:chOff x="-198000" y="3123360"/>
            <a:chExt cx="695880" cy="1015920"/>
          </a:xfrm>
        </p:grpSpPr>
        <p:sp>
          <p:nvSpPr>
            <p:cNvPr id="688" name="Google Shape;984;p28"/>
            <p:cNvSpPr/>
            <p:nvPr/>
          </p:nvSpPr>
          <p:spPr>
            <a:xfrm rot="1098000">
              <a:off x="401400" y="31309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9" name="Google Shape;985;p28"/>
            <p:cNvSpPr/>
            <p:nvPr/>
          </p:nvSpPr>
          <p:spPr>
            <a:xfrm rot="1098000">
              <a:off x="433800" y="33775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986;p28"/>
            <p:cNvSpPr/>
            <p:nvPr/>
          </p:nvSpPr>
          <p:spPr>
            <a:xfrm rot="1098000">
              <a:off x="185400" y="322164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1" name="Google Shape;987;p28"/>
            <p:cNvSpPr/>
            <p:nvPr/>
          </p:nvSpPr>
          <p:spPr>
            <a:xfrm rot="1098000">
              <a:off x="223200" y="34952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2" name="Google Shape;988;p28"/>
            <p:cNvSpPr/>
            <p:nvPr/>
          </p:nvSpPr>
          <p:spPr>
            <a:xfrm rot="1098000">
              <a:off x="42120" y="35060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3" name="Google Shape;989;p28"/>
            <p:cNvSpPr/>
            <p:nvPr/>
          </p:nvSpPr>
          <p:spPr>
            <a:xfrm rot="1098000">
              <a:off x="80280" y="36529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990;p28"/>
            <p:cNvSpPr/>
            <p:nvPr/>
          </p:nvSpPr>
          <p:spPr>
            <a:xfrm rot="1098000">
              <a:off x="-34200" y="377820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991;p28"/>
            <p:cNvSpPr/>
            <p:nvPr/>
          </p:nvSpPr>
          <p:spPr>
            <a:xfrm rot="1098000">
              <a:off x="-130680" y="39254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6" name="Google Shape;992;p28"/>
            <p:cNvSpPr/>
            <p:nvPr/>
          </p:nvSpPr>
          <p:spPr>
            <a:xfrm rot="1098000">
              <a:off x="-191880" y="40831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97" name="Google Shape;993;p28"/>
          <p:cNvSpPr/>
          <p:nvPr/>
        </p:nvSpPr>
        <p:spPr>
          <a:xfrm rot="3099000">
            <a:off x="7294680" y="-23760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8" name="Google Shape;994;p28"/>
          <p:cNvSpPr/>
          <p:nvPr/>
        </p:nvSpPr>
        <p:spPr>
          <a:xfrm rot="12642600">
            <a:off x="8302680" y="4078800"/>
            <a:ext cx="1134000" cy="258120"/>
          </a:xfrm>
          <a:custGeom>
            <a:avLst/>
            <a:gdLst>
              <a:gd name="textAreaLeft" fmla="*/ 0 w 1134000"/>
              <a:gd name="textAreaRight" fmla="*/ 1134360 w 1134000"/>
              <a:gd name="textAreaTop" fmla="*/ 0 h 258120"/>
              <a:gd name="textAreaBottom" fmla="*/ 258480 h 2581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9" name="Google Shape;995;p28"/>
          <p:cNvSpPr/>
          <p:nvPr/>
        </p:nvSpPr>
        <p:spPr>
          <a:xfrm rot="10800000">
            <a:off x="-664200" y="4652280"/>
            <a:ext cx="2971800" cy="643320"/>
          </a:xfrm>
          <a:custGeom>
            <a:avLst/>
            <a:gdLst>
              <a:gd name="textAreaLeft" fmla="*/ 0 w 2971800"/>
              <a:gd name="textAreaRight" fmla="*/ 2972160 w 297180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00" name="Google Shape;996;p28"/>
          <p:cNvGrpSpPr/>
          <p:nvPr/>
        </p:nvGrpSpPr>
        <p:grpSpPr>
          <a:xfrm>
            <a:off x="166320" y="-360"/>
            <a:ext cx="740880" cy="1194840"/>
            <a:chOff x="166320" y="-360"/>
            <a:chExt cx="740880" cy="1194840"/>
          </a:xfrm>
        </p:grpSpPr>
        <p:sp>
          <p:nvSpPr>
            <p:cNvPr id="701" name="Google Shape;997;p28"/>
            <p:cNvSpPr/>
            <p:nvPr/>
          </p:nvSpPr>
          <p:spPr>
            <a:xfrm rot="3521400">
              <a:off x="374400" y="6022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2" name="Google Shape;998;p28"/>
            <p:cNvSpPr/>
            <p:nvPr/>
          </p:nvSpPr>
          <p:spPr>
            <a:xfrm rot="3521400">
              <a:off x="405720" y="7052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3" name="Google Shape;999;p28"/>
            <p:cNvSpPr/>
            <p:nvPr/>
          </p:nvSpPr>
          <p:spPr>
            <a:xfrm rot="3521400">
              <a:off x="448200" y="6105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4" name="Google Shape;1000;p28"/>
            <p:cNvSpPr/>
            <p:nvPr/>
          </p:nvSpPr>
          <p:spPr>
            <a:xfrm rot="3521400">
              <a:off x="623880" y="7668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5" name="Google Shape;1001;p28"/>
            <p:cNvSpPr/>
            <p:nvPr/>
          </p:nvSpPr>
          <p:spPr>
            <a:xfrm rot="3521400">
              <a:off x="470160" y="7455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6" name="Google Shape;1002;p28"/>
            <p:cNvSpPr/>
            <p:nvPr/>
          </p:nvSpPr>
          <p:spPr>
            <a:xfrm rot="3521400">
              <a:off x="354240" y="9309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003;p28"/>
            <p:cNvSpPr/>
            <p:nvPr/>
          </p:nvSpPr>
          <p:spPr>
            <a:xfrm rot="3521400">
              <a:off x="524520" y="62820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8" name="Google Shape;1004;p28"/>
            <p:cNvSpPr/>
            <p:nvPr/>
          </p:nvSpPr>
          <p:spPr>
            <a:xfrm rot="3521400">
              <a:off x="614160" y="4672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9" name="Google Shape;1005;p28"/>
            <p:cNvSpPr/>
            <p:nvPr/>
          </p:nvSpPr>
          <p:spPr>
            <a:xfrm rot="3521400">
              <a:off x="727560" y="4748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0" name="Google Shape;1006;p28"/>
            <p:cNvSpPr/>
            <p:nvPr/>
          </p:nvSpPr>
          <p:spPr>
            <a:xfrm rot="3521400">
              <a:off x="484560" y="3927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1" name="Google Shape;1007;p28"/>
            <p:cNvSpPr/>
            <p:nvPr/>
          </p:nvSpPr>
          <p:spPr>
            <a:xfrm rot="3521400">
              <a:off x="671400" y="3578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1008;p28"/>
            <p:cNvSpPr/>
            <p:nvPr/>
          </p:nvSpPr>
          <p:spPr>
            <a:xfrm rot="3521400">
              <a:off x="685440" y="2430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3" name="Google Shape;1009;p28"/>
            <p:cNvSpPr/>
            <p:nvPr/>
          </p:nvSpPr>
          <p:spPr>
            <a:xfrm rot="3521400">
              <a:off x="815760" y="824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4" name="Google Shape;1010;p28"/>
            <p:cNvSpPr/>
            <p:nvPr/>
          </p:nvSpPr>
          <p:spPr>
            <a:xfrm rot="3521400">
              <a:off x="879840" y="54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5" name="Google Shape;1011;p28"/>
            <p:cNvSpPr/>
            <p:nvPr/>
          </p:nvSpPr>
          <p:spPr>
            <a:xfrm rot="3521400">
              <a:off x="508680" y="9219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6" name="Google Shape;1012;p28"/>
            <p:cNvSpPr/>
            <p:nvPr/>
          </p:nvSpPr>
          <p:spPr>
            <a:xfrm rot="3521400">
              <a:off x="221040" y="6872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013;p28"/>
            <p:cNvSpPr/>
            <p:nvPr/>
          </p:nvSpPr>
          <p:spPr>
            <a:xfrm rot="3521400">
              <a:off x="254880" y="10792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8" name="Google Shape;1014;p28"/>
            <p:cNvSpPr/>
            <p:nvPr/>
          </p:nvSpPr>
          <p:spPr>
            <a:xfrm rot="3521400">
              <a:off x="169200" y="115632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_ONLY_2_1_1">
    <p:bg>
      <p:bgPr>
        <a:solidFill>
          <a:schemeClr val="dk2"/>
        </a:solidFill>
        <a:effectLst/>
      </p:bgPr>
    </p:bg>
    <p:spTree>
      <p:nvGrpSpPr>
        <p:cNvPr id="1" name=""/>
        <p:cNvGrpSpPr/>
        <p:nvPr/>
      </p:nvGrpSpPr>
      <p:grpSpPr>
        <a:xfrm>
          <a:off x="0" y="0"/>
          <a:ext cx="0" cy="0"/>
          <a:chOff x="0" y="0"/>
          <a:chExt cx="0" cy="0"/>
        </a:xfrm>
      </p:grpSpPr>
      <p:sp>
        <p:nvSpPr>
          <p:cNvPr id="719" name="Google Shape;1016;p29"/>
          <p:cNvSpPr/>
          <p:nvPr/>
        </p:nvSpPr>
        <p:spPr>
          <a:xfrm rot="3451800">
            <a:off x="8201160" y="4799520"/>
            <a:ext cx="1134000" cy="258120"/>
          </a:xfrm>
          <a:custGeom>
            <a:avLst/>
            <a:gdLst>
              <a:gd name="textAreaLeft" fmla="*/ 0 w 1134000"/>
              <a:gd name="textAreaRight" fmla="*/ 1134360 w 1134000"/>
              <a:gd name="textAreaTop" fmla="*/ 0 h 258120"/>
              <a:gd name="textAreaBottom" fmla="*/ 258480 h 2581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0" name="Google Shape;1017;p29"/>
          <p:cNvSpPr/>
          <p:nvPr/>
        </p:nvSpPr>
        <p:spPr>
          <a:xfrm rot="10800000">
            <a:off x="-399240" y="4652280"/>
            <a:ext cx="2971800" cy="643320"/>
          </a:xfrm>
          <a:custGeom>
            <a:avLst/>
            <a:gdLst>
              <a:gd name="textAreaLeft" fmla="*/ 0 w 2971800"/>
              <a:gd name="textAreaRight" fmla="*/ 2972160 w 297180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1"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grpSp>
        <p:nvGrpSpPr>
          <p:cNvPr id="722" name="Google Shape;1019;p29"/>
          <p:cNvGrpSpPr/>
          <p:nvPr/>
        </p:nvGrpSpPr>
        <p:grpSpPr>
          <a:xfrm>
            <a:off x="-115200" y="3410280"/>
            <a:ext cx="1115640" cy="1323360"/>
            <a:chOff x="-115200" y="3410280"/>
            <a:chExt cx="1115640" cy="1323360"/>
          </a:xfrm>
        </p:grpSpPr>
        <p:sp>
          <p:nvSpPr>
            <p:cNvPr id="723" name="Google Shape;1020;p29"/>
            <p:cNvSpPr/>
            <p:nvPr/>
          </p:nvSpPr>
          <p:spPr>
            <a:xfrm rot="10138200" flipV="1">
              <a:off x="-22680" y="3598920"/>
              <a:ext cx="930960" cy="1054800"/>
            </a:xfrm>
            <a:custGeom>
              <a:avLst/>
              <a:gdLst>
                <a:gd name="textAreaLeft" fmla="*/ 0 w 930960"/>
                <a:gd name="textAreaRight" fmla="*/ 931320 w 930960"/>
                <a:gd name="textAreaTop" fmla="*/ 360 h 1054800"/>
                <a:gd name="textAreaBottom" fmla="*/ 105552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4" name="Google Shape;1021;p29"/>
            <p:cNvSpPr/>
            <p:nvPr/>
          </p:nvSpPr>
          <p:spPr>
            <a:xfrm rot="10138200" flipV="1">
              <a:off x="276120" y="3903480"/>
              <a:ext cx="32760" cy="118440"/>
            </a:xfrm>
            <a:custGeom>
              <a:avLst/>
              <a:gdLst>
                <a:gd name="textAreaLeft" fmla="*/ 0 w 32760"/>
                <a:gd name="textAreaRight" fmla="*/ 33120 w 32760"/>
                <a:gd name="textAreaTop" fmla="*/ -360 h 118440"/>
                <a:gd name="textAreaBottom" fmla="*/ 11844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5" name="Google Shape;1022;p29"/>
            <p:cNvSpPr/>
            <p:nvPr/>
          </p:nvSpPr>
          <p:spPr>
            <a:xfrm rot="10138200" flipV="1">
              <a:off x="211320" y="3929400"/>
              <a:ext cx="38160" cy="261360"/>
            </a:xfrm>
            <a:custGeom>
              <a:avLst/>
              <a:gdLst>
                <a:gd name="textAreaLeft" fmla="*/ 0 w 38160"/>
                <a:gd name="textAreaRight" fmla="*/ 38520 w 38160"/>
                <a:gd name="textAreaTop" fmla="*/ 360 h 261360"/>
                <a:gd name="textAreaBottom" fmla="*/ 26208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6" name="Google Shape;1023;p29"/>
            <p:cNvSpPr/>
            <p:nvPr/>
          </p:nvSpPr>
          <p:spPr>
            <a:xfrm rot="10138200" flipV="1">
              <a:off x="198360" y="3997080"/>
              <a:ext cx="336600" cy="244080"/>
            </a:xfrm>
            <a:custGeom>
              <a:avLst/>
              <a:gdLst>
                <a:gd name="textAreaLeft" fmla="*/ 0 w 336600"/>
                <a:gd name="textAreaRight" fmla="*/ 336960 w 336600"/>
                <a:gd name="textAreaTop" fmla="*/ 360 h 244080"/>
                <a:gd name="textAreaBottom" fmla="*/ 24480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7" name="Google Shape;1024;p29"/>
            <p:cNvSpPr/>
            <p:nvPr/>
          </p:nvSpPr>
          <p:spPr>
            <a:xfrm rot="10138200" flipV="1">
              <a:off x="145440" y="4041720"/>
              <a:ext cx="51840" cy="329040"/>
            </a:xfrm>
            <a:custGeom>
              <a:avLst/>
              <a:gdLst>
                <a:gd name="textAreaLeft" fmla="*/ 0 w 51840"/>
                <a:gd name="textAreaRight" fmla="*/ 52200 w 51840"/>
                <a:gd name="textAreaTop" fmla="*/ 360 h 329040"/>
                <a:gd name="textAreaBottom" fmla="*/ 32976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8" name="Google Shape;1025;p29"/>
            <p:cNvSpPr/>
            <p:nvPr/>
          </p:nvSpPr>
          <p:spPr>
            <a:xfrm rot="10138200" flipV="1">
              <a:off x="222120" y="3426840"/>
              <a:ext cx="235800" cy="618120"/>
            </a:xfrm>
            <a:custGeom>
              <a:avLst/>
              <a:gdLst>
                <a:gd name="textAreaLeft" fmla="*/ 0 w 235800"/>
                <a:gd name="textAreaRight" fmla="*/ 236160 w 235800"/>
                <a:gd name="textAreaTop" fmla="*/ -360 h 618120"/>
                <a:gd name="textAreaBottom" fmla="*/ 618120 h 61812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29" name="Google Shape;1026;p29"/>
          <p:cNvSpPr/>
          <p:nvPr/>
        </p:nvSpPr>
        <p:spPr>
          <a:xfrm rot="12807600" flipH="1">
            <a:off x="-1001160" y="4307760"/>
            <a:ext cx="2126520" cy="1696680"/>
          </a:xfrm>
          <a:custGeom>
            <a:avLst/>
            <a:gdLst>
              <a:gd name="textAreaLeft" fmla="*/ -360 w 2126520"/>
              <a:gd name="textAreaRight" fmla="*/ 212652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0" name="Google Shape;1027;p29"/>
          <p:cNvSpPr/>
          <p:nvPr/>
        </p:nvSpPr>
        <p:spPr>
          <a:xfrm rot="10800000" flipH="1">
            <a:off x="8454960" y="3256560"/>
            <a:ext cx="930960" cy="667080"/>
          </a:xfrm>
          <a:custGeom>
            <a:avLst/>
            <a:gdLst>
              <a:gd name="textAreaLeft" fmla="*/ 360 w 930960"/>
              <a:gd name="textAreaRight" fmla="*/ 93168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1" name="Google Shape;1028;p29"/>
          <p:cNvSpPr/>
          <p:nvPr/>
        </p:nvSpPr>
        <p:spPr>
          <a:xfrm rot="966000">
            <a:off x="7041960" y="-105012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2" name="Google Shape;1029;p29"/>
          <p:cNvSpPr/>
          <p:nvPr/>
        </p:nvSpPr>
        <p:spPr>
          <a:xfrm rot="20598600" flipH="1">
            <a:off x="-533880" y="-41400"/>
            <a:ext cx="1474200" cy="850680"/>
          </a:xfrm>
          <a:custGeom>
            <a:avLst/>
            <a:gdLst>
              <a:gd name="textAreaLeft" fmla="*/ -360 w 1474200"/>
              <a:gd name="textAreaRight" fmla="*/ 147420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33" name="Google Shape;1030;p29"/>
          <p:cNvGrpSpPr/>
          <p:nvPr/>
        </p:nvGrpSpPr>
        <p:grpSpPr>
          <a:xfrm>
            <a:off x="231120" y="184680"/>
            <a:ext cx="1092240" cy="664920"/>
            <a:chOff x="231120" y="184680"/>
            <a:chExt cx="1092240" cy="664920"/>
          </a:xfrm>
        </p:grpSpPr>
        <p:sp>
          <p:nvSpPr>
            <p:cNvPr id="734" name="Google Shape;1031;p29"/>
            <p:cNvSpPr/>
            <p:nvPr/>
          </p:nvSpPr>
          <p:spPr>
            <a:xfrm rot="16284600" flipH="1">
              <a:off x="675720" y="34416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5" name="Google Shape;1032;p29"/>
            <p:cNvSpPr/>
            <p:nvPr/>
          </p:nvSpPr>
          <p:spPr>
            <a:xfrm rot="16284600" flipH="1">
              <a:off x="697680" y="44928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6" name="Google Shape;1033;p29"/>
            <p:cNvSpPr/>
            <p:nvPr/>
          </p:nvSpPr>
          <p:spPr>
            <a:xfrm rot="16284600" flipH="1">
              <a:off x="610200" y="389520"/>
              <a:ext cx="35640" cy="31680"/>
            </a:xfrm>
            <a:custGeom>
              <a:avLst/>
              <a:gdLst>
                <a:gd name="textAreaLeft" fmla="*/ -360 w 35640"/>
                <a:gd name="textAreaRight" fmla="*/ 3564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034;p29"/>
            <p:cNvSpPr/>
            <p:nvPr/>
          </p:nvSpPr>
          <p:spPr>
            <a:xfrm rot="16284600" flipH="1">
              <a:off x="534960" y="61272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8" name="Google Shape;1035;p29"/>
            <p:cNvSpPr/>
            <p:nvPr/>
          </p:nvSpPr>
          <p:spPr>
            <a:xfrm rot="16284600" flipH="1">
              <a:off x="657000" y="51804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9" name="Google Shape;1036;p29"/>
            <p:cNvSpPr/>
            <p:nvPr/>
          </p:nvSpPr>
          <p:spPr>
            <a:xfrm rot="16284600" flipH="1">
              <a:off x="856800" y="618840"/>
              <a:ext cx="32040" cy="40320"/>
            </a:xfrm>
            <a:custGeom>
              <a:avLst/>
              <a:gdLst>
                <a:gd name="textAreaLeft" fmla="*/ -360 w 32040"/>
                <a:gd name="textAreaRight" fmla="*/ 3204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0" name="Google Shape;1037;p29"/>
            <p:cNvSpPr/>
            <p:nvPr/>
          </p:nvSpPr>
          <p:spPr>
            <a:xfrm rot="16284600" flipH="1">
              <a:off x="544320" y="444960"/>
              <a:ext cx="50760" cy="53640"/>
            </a:xfrm>
            <a:custGeom>
              <a:avLst/>
              <a:gdLst>
                <a:gd name="textAreaLeft" fmla="*/ -360 w 50760"/>
                <a:gd name="textAreaRight" fmla="*/ 50760 w 50760"/>
                <a:gd name="textAreaTop" fmla="*/ 0 h 53640"/>
                <a:gd name="textAreaBottom" fmla="*/ 54000 h 5364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1" name="Google Shape;1038;p29"/>
            <p:cNvSpPr/>
            <p:nvPr/>
          </p:nvSpPr>
          <p:spPr>
            <a:xfrm rot="16284600" flipH="1">
              <a:off x="381240" y="352080"/>
              <a:ext cx="52920" cy="38880"/>
            </a:xfrm>
            <a:custGeom>
              <a:avLst/>
              <a:gdLst>
                <a:gd name="textAreaLeft" fmla="*/ -360 w 52920"/>
                <a:gd name="textAreaRight" fmla="*/ 5292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039;p29"/>
            <p:cNvSpPr/>
            <p:nvPr/>
          </p:nvSpPr>
          <p:spPr>
            <a:xfrm rot="16284600" flipH="1">
              <a:off x="282600" y="415800"/>
              <a:ext cx="57600" cy="43560"/>
            </a:xfrm>
            <a:custGeom>
              <a:avLst/>
              <a:gdLst>
                <a:gd name="textAreaLeft" fmla="*/ 360 w 57600"/>
                <a:gd name="textAreaRight" fmla="*/ 5832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3" name="Google Shape;1040;p29"/>
            <p:cNvSpPr/>
            <p:nvPr/>
          </p:nvSpPr>
          <p:spPr>
            <a:xfrm rot="16284600" flipH="1">
              <a:off x="442080" y="22644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041;p29"/>
            <p:cNvSpPr/>
            <p:nvPr/>
          </p:nvSpPr>
          <p:spPr>
            <a:xfrm rot="16284600" flipH="1">
              <a:off x="281520" y="28404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5" name="Google Shape;1042;p29"/>
            <p:cNvSpPr/>
            <p:nvPr/>
          </p:nvSpPr>
          <p:spPr>
            <a:xfrm rot="16284600" flipH="1">
              <a:off x="228600" y="18756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6" name="Google Shape;1043;p29"/>
            <p:cNvSpPr/>
            <p:nvPr/>
          </p:nvSpPr>
          <p:spPr>
            <a:xfrm rot="16284600" flipH="1">
              <a:off x="688680" y="696600"/>
              <a:ext cx="65880" cy="48240"/>
            </a:xfrm>
            <a:custGeom>
              <a:avLst/>
              <a:gdLst>
                <a:gd name="textAreaLeft" fmla="*/ -360 w 65880"/>
                <a:gd name="textAreaRight" fmla="*/ 6588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7" name="Google Shape;1044;p29"/>
            <p:cNvSpPr/>
            <p:nvPr/>
          </p:nvSpPr>
          <p:spPr>
            <a:xfrm rot="16284600" flipH="1">
              <a:off x="820440" y="34956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8" name="Google Shape;1045;p29"/>
            <p:cNvSpPr/>
            <p:nvPr/>
          </p:nvSpPr>
          <p:spPr>
            <a:xfrm rot="16284600" flipH="1">
              <a:off x="1009440" y="70056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046;p29"/>
            <p:cNvSpPr/>
            <p:nvPr/>
          </p:nvSpPr>
          <p:spPr>
            <a:xfrm rot="16284600" flipH="1">
              <a:off x="1121040" y="72468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0" name="Google Shape;1047;p29"/>
            <p:cNvSpPr/>
            <p:nvPr/>
          </p:nvSpPr>
          <p:spPr>
            <a:xfrm rot="16284600" flipH="1">
              <a:off x="1286280" y="812880"/>
              <a:ext cx="41400" cy="30960"/>
            </a:xfrm>
            <a:custGeom>
              <a:avLst/>
              <a:gdLst>
                <a:gd name="textAreaLeft" fmla="*/ -360 w 41400"/>
                <a:gd name="textAreaRight" fmla="*/ 4140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51" name="Google Shape;1048;p29"/>
          <p:cNvSpPr/>
          <p:nvPr/>
        </p:nvSpPr>
        <p:spPr>
          <a:xfrm rot="2700000">
            <a:off x="7593120" y="64332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2" name="Google Shape;1049;p29"/>
          <p:cNvSpPr/>
          <p:nvPr/>
        </p:nvSpPr>
        <p:spPr>
          <a:xfrm rot="5400000" flipH="1">
            <a:off x="7894800" y="4052160"/>
            <a:ext cx="2126880" cy="643320"/>
          </a:xfrm>
          <a:custGeom>
            <a:avLst/>
            <a:gdLst>
              <a:gd name="textAreaLeft" fmla="*/ 360 w 2126880"/>
              <a:gd name="textAreaRight" fmla="*/ 212760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ITLE_ONLY_2_1_1_1">
    <p:bg>
      <p:bgPr>
        <a:solidFill>
          <a:schemeClr val="dk2"/>
        </a:solidFill>
        <a:effectLst/>
      </p:bgPr>
    </p:bg>
    <p:spTree>
      <p:nvGrpSpPr>
        <p:cNvPr id="1" name=""/>
        <p:cNvGrpSpPr/>
        <p:nvPr/>
      </p:nvGrpSpPr>
      <p:grpSpPr>
        <a:xfrm>
          <a:off x="0" y="0"/>
          <a:ext cx="0" cy="0"/>
          <a:chOff x="0" y="0"/>
          <a:chExt cx="0" cy="0"/>
        </a:xfrm>
      </p:grpSpPr>
      <p:sp>
        <p:nvSpPr>
          <p:cNvPr id="753"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54" name="Google Shape;1052;p30"/>
          <p:cNvSpPr/>
          <p:nvPr/>
        </p:nvSpPr>
        <p:spPr>
          <a:xfrm rot="21204600">
            <a:off x="544680" y="-18252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053;p30"/>
          <p:cNvSpPr/>
          <p:nvPr/>
        </p:nvSpPr>
        <p:spPr>
          <a:xfrm rot="10125600" flipH="1">
            <a:off x="-427320" y="433440"/>
            <a:ext cx="1320120" cy="793440"/>
          </a:xfrm>
          <a:custGeom>
            <a:avLst/>
            <a:gdLst>
              <a:gd name="textAreaLeft" fmla="*/ -360 w 1320120"/>
              <a:gd name="textAreaRight" fmla="*/ 1320120 w 1320120"/>
              <a:gd name="textAreaTop" fmla="*/ 0 h 793440"/>
              <a:gd name="textAreaBottom" fmla="*/ 793800 h 7934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756" name="Google Shape;1054;p30"/>
          <p:cNvGrpSpPr/>
          <p:nvPr/>
        </p:nvGrpSpPr>
        <p:grpSpPr>
          <a:xfrm>
            <a:off x="0" y="-108360"/>
            <a:ext cx="944280" cy="803520"/>
            <a:chOff x="0" y="-108360"/>
            <a:chExt cx="944280" cy="803520"/>
          </a:xfrm>
        </p:grpSpPr>
        <p:sp>
          <p:nvSpPr>
            <p:cNvPr id="757" name="Google Shape;1055;p30"/>
            <p:cNvSpPr/>
            <p:nvPr/>
          </p:nvSpPr>
          <p:spPr>
            <a:xfrm rot="1941600" flipH="1">
              <a:off x="549000" y="69840"/>
              <a:ext cx="39600" cy="37080"/>
            </a:xfrm>
            <a:custGeom>
              <a:avLst/>
              <a:gdLst>
                <a:gd name="textAreaLeft" fmla="*/ 360 w 39600"/>
                <a:gd name="textAreaRight" fmla="*/ 40320 w 39600"/>
                <a:gd name="textAreaTop" fmla="*/ 0 h 37080"/>
                <a:gd name="textAreaBottom" fmla="*/ 37440 h 3708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8" name="Google Shape;1056;p30"/>
            <p:cNvSpPr/>
            <p:nvPr/>
          </p:nvSpPr>
          <p:spPr>
            <a:xfrm rot="1941600" flipH="1">
              <a:off x="638280" y="52920"/>
              <a:ext cx="32040" cy="25560"/>
            </a:xfrm>
            <a:custGeom>
              <a:avLst/>
              <a:gdLst>
                <a:gd name="textAreaLeft" fmla="*/ -360 w 32040"/>
                <a:gd name="textAreaRight" fmla="*/ 32040 w 32040"/>
                <a:gd name="textAreaTop" fmla="*/ 0 h 25560"/>
                <a:gd name="textAreaBottom" fmla="*/ 25920 h 2556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9" name="Google Shape;1057;p30"/>
            <p:cNvSpPr/>
            <p:nvPr/>
          </p:nvSpPr>
          <p:spPr>
            <a:xfrm rot="1941600" flipH="1">
              <a:off x="605520" y="-57960"/>
              <a:ext cx="33120" cy="28080"/>
            </a:xfrm>
            <a:custGeom>
              <a:avLst/>
              <a:gdLst>
                <a:gd name="textAreaLeft" fmla="*/ 360 w 33120"/>
                <a:gd name="textAreaRight" fmla="*/ 33840 w 33120"/>
                <a:gd name="textAreaTop" fmla="*/ 0 h 28080"/>
                <a:gd name="textAreaBottom" fmla="*/ 28440 h 2808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0" name="Google Shape;1058;p30"/>
            <p:cNvSpPr/>
            <p:nvPr/>
          </p:nvSpPr>
          <p:spPr>
            <a:xfrm rot="1941600" flipH="1">
              <a:off x="788040" y="-19440"/>
              <a:ext cx="28800" cy="21600"/>
            </a:xfrm>
            <a:custGeom>
              <a:avLst/>
              <a:gdLst>
                <a:gd name="textAreaLeft" fmla="*/ 360 w 28800"/>
                <a:gd name="textAreaRight" fmla="*/ 29520 w 28800"/>
                <a:gd name="textAreaTop" fmla="*/ 0 h 21600"/>
                <a:gd name="textAreaBottom" fmla="*/ 21960 h 2160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1" name="Google Shape;1059;p30"/>
            <p:cNvSpPr/>
            <p:nvPr/>
          </p:nvSpPr>
          <p:spPr>
            <a:xfrm rot="1941600" flipH="1">
              <a:off x="893880" y="-98640"/>
              <a:ext cx="44640" cy="32760"/>
            </a:xfrm>
            <a:custGeom>
              <a:avLst/>
              <a:gdLst>
                <a:gd name="textAreaLeft" fmla="*/ 360 w 44640"/>
                <a:gd name="textAreaRight" fmla="*/ 45360 w 44640"/>
                <a:gd name="textAreaTop" fmla="*/ 0 h 32760"/>
                <a:gd name="textAreaBottom" fmla="*/ 33120 h 3276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2" name="Google Shape;1060;p30"/>
            <p:cNvSpPr/>
            <p:nvPr/>
          </p:nvSpPr>
          <p:spPr>
            <a:xfrm rot="1941600" flipH="1">
              <a:off x="379800" y="167040"/>
              <a:ext cx="41040" cy="34560"/>
            </a:xfrm>
            <a:custGeom>
              <a:avLst/>
              <a:gdLst>
                <a:gd name="textAreaLeft" fmla="*/ 360 w 41040"/>
                <a:gd name="textAreaRight" fmla="*/ 41760 w 41040"/>
                <a:gd name="textAreaTop" fmla="*/ 0 h 34560"/>
                <a:gd name="textAreaBottom" fmla="*/ 34920 h 3456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3" name="Google Shape;1061;p30"/>
            <p:cNvSpPr/>
            <p:nvPr/>
          </p:nvSpPr>
          <p:spPr>
            <a:xfrm rot="1941600" flipH="1">
              <a:off x="468360" y="325800"/>
              <a:ext cx="43560" cy="43560"/>
            </a:xfrm>
            <a:custGeom>
              <a:avLst/>
              <a:gdLst>
                <a:gd name="textAreaLeft" fmla="*/ -360 w 43560"/>
                <a:gd name="textAreaRight" fmla="*/ 43560 w 43560"/>
                <a:gd name="textAreaTop" fmla="*/ 0 h 43560"/>
                <a:gd name="textAreaBottom" fmla="*/ 43920 h 4356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4" name="Google Shape;1062;p30"/>
            <p:cNvSpPr/>
            <p:nvPr/>
          </p:nvSpPr>
          <p:spPr>
            <a:xfrm rot="1941600" flipH="1">
              <a:off x="297000" y="307440"/>
              <a:ext cx="42120" cy="32040"/>
            </a:xfrm>
            <a:custGeom>
              <a:avLst/>
              <a:gdLst>
                <a:gd name="textAreaLeft" fmla="*/ -360 w 42120"/>
                <a:gd name="textAreaRight" fmla="*/ 42120 w 42120"/>
                <a:gd name="textAreaTop" fmla="*/ 0 h 32040"/>
                <a:gd name="textAreaBottom" fmla="*/ 32400 h 320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5" name="Google Shape;1063;p30"/>
            <p:cNvSpPr/>
            <p:nvPr/>
          </p:nvSpPr>
          <p:spPr>
            <a:xfrm rot="1941600" flipH="1">
              <a:off x="340920" y="469440"/>
              <a:ext cx="47160" cy="35280"/>
            </a:xfrm>
            <a:custGeom>
              <a:avLst/>
              <a:gdLst>
                <a:gd name="textAreaLeft" fmla="*/ -360 w 47160"/>
                <a:gd name="textAreaRight" fmla="*/ 47160 w 47160"/>
                <a:gd name="textAreaTop" fmla="*/ 0 h 35280"/>
                <a:gd name="textAreaBottom" fmla="*/ 35640 h 3528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6" name="Google Shape;1064;p30"/>
            <p:cNvSpPr/>
            <p:nvPr/>
          </p:nvSpPr>
          <p:spPr>
            <a:xfrm rot="1941600" flipH="1">
              <a:off x="226440" y="475200"/>
              <a:ext cx="46080" cy="34920"/>
            </a:xfrm>
            <a:custGeom>
              <a:avLst/>
              <a:gdLst>
                <a:gd name="textAreaLeft" fmla="*/ 360 w 46080"/>
                <a:gd name="textAreaRight" fmla="*/ 46800 w 46080"/>
                <a:gd name="textAreaTop" fmla="*/ 0 h 34920"/>
                <a:gd name="textAreaBottom" fmla="*/ 35280 h 3492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7" name="Google Shape;1065;p30"/>
            <p:cNvSpPr/>
            <p:nvPr/>
          </p:nvSpPr>
          <p:spPr>
            <a:xfrm rot="1941600" flipH="1">
              <a:off x="160920" y="546120"/>
              <a:ext cx="28080" cy="21600"/>
            </a:xfrm>
            <a:custGeom>
              <a:avLst/>
              <a:gdLst>
                <a:gd name="textAreaLeft" fmla="*/ 360 w 28080"/>
                <a:gd name="textAreaRight" fmla="*/ 28800 w 28080"/>
                <a:gd name="textAreaTop" fmla="*/ 0 h 21600"/>
                <a:gd name="textAreaBottom" fmla="*/ 21960 h 2160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8" name="Google Shape;1066;p30"/>
            <p:cNvSpPr/>
            <p:nvPr/>
          </p:nvSpPr>
          <p:spPr>
            <a:xfrm rot="1941600" flipH="1">
              <a:off x="4680" y="659160"/>
              <a:ext cx="34560" cy="28800"/>
            </a:xfrm>
            <a:custGeom>
              <a:avLst/>
              <a:gdLst>
                <a:gd name="textAreaLeft" fmla="*/ 360 w 34560"/>
                <a:gd name="textAreaRight" fmla="*/ 35280 w 34560"/>
                <a:gd name="textAreaTop" fmla="*/ 0 h 28800"/>
                <a:gd name="textAreaBottom" fmla="*/ 29160 h 288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69" name="Google Shape;1067;p30"/>
          <p:cNvSpPr/>
          <p:nvPr/>
        </p:nvSpPr>
        <p:spPr>
          <a:xfrm rot="7006800" flipH="1">
            <a:off x="7789320" y="4487400"/>
            <a:ext cx="2126880" cy="977760"/>
          </a:xfrm>
          <a:custGeom>
            <a:avLst/>
            <a:gdLst>
              <a:gd name="textAreaLeft" fmla="*/ 360 w 2126880"/>
              <a:gd name="textAreaRight" fmla="*/ 2127600 w 2126880"/>
              <a:gd name="textAreaTop" fmla="*/ 0 h 977760"/>
              <a:gd name="textAreaBottom" fmla="*/ 978120 h 97776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70" name="Google Shape;1068;p30"/>
          <p:cNvGrpSpPr/>
          <p:nvPr/>
        </p:nvGrpSpPr>
        <p:grpSpPr>
          <a:xfrm>
            <a:off x="8655120" y="4134960"/>
            <a:ext cx="627840" cy="647280"/>
            <a:chOff x="8655120" y="4134960"/>
            <a:chExt cx="627840" cy="647280"/>
          </a:xfrm>
        </p:grpSpPr>
        <p:sp>
          <p:nvSpPr>
            <p:cNvPr id="771" name="Google Shape;1069;p30"/>
            <p:cNvSpPr/>
            <p:nvPr/>
          </p:nvSpPr>
          <p:spPr>
            <a:xfrm flipH="1">
              <a:off x="8664480" y="4134960"/>
              <a:ext cx="50400" cy="39960"/>
            </a:xfrm>
            <a:custGeom>
              <a:avLst/>
              <a:gdLst>
                <a:gd name="textAreaLeft" fmla="*/ 360 w 50400"/>
                <a:gd name="textAreaRight" fmla="*/ 51120 w 50400"/>
                <a:gd name="textAreaTop" fmla="*/ 0 h 39960"/>
                <a:gd name="textAreaBottom" fmla="*/ 40320 h 399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2" name="Google Shape;1070;p30"/>
            <p:cNvSpPr/>
            <p:nvPr/>
          </p:nvSpPr>
          <p:spPr>
            <a:xfrm flipH="1">
              <a:off x="8837640" y="4315680"/>
              <a:ext cx="53280" cy="54000"/>
            </a:xfrm>
            <a:custGeom>
              <a:avLst/>
              <a:gdLst>
                <a:gd name="textAreaLeft" fmla="*/ 360 w 53280"/>
                <a:gd name="textAreaRight" fmla="*/ 54000 w 53280"/>
                <a:gd name="textAreaTop" fmla="*/ 0 h 54000"/>
                <a:gd name="textAreaBottom" fmla="*/ 54360 h 5400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3" name="Google Shape;1071;p30"/>
            <p:cNvSpPr/>
            <p:nvPr/>
          </p:nvSpPr>
          <p:spPr>
            <a:xfrm flipH="1">
              <a:off x="8654760" y="4338000"/>
              <a:ext cx="56520" cy="47520"/>
            </a:xfrm>
            <a:custGeom>
              <a:avLst/>
              <a:gdLst>
                <a:gd name="textAreaLeft" fmla="*/ -360 w 56520"/>
                <a:gd name="textAreaRight" fmla="*/ 56520 w 56520"/>
                <a:gd name="textAreaTop" fmla="*/ 0 h 47520"/>
                <a:gd name="textAreaBottom" fmla="*/ 47880 h 475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4" name="Google Shape;1072;p30"/>
            <p:cNvSpPr/>
            <p:nvPr/>
          </p:nvSpPr>
          <p:spPr>
            <a:xfrm flipH="1">
              <a:off x="8855280" y="4200840"/>
              <a:ext cx="50400" cy="37080"/>
            </a:xfrm>
            <a:custGeom>
              <a:avLst/>
              <a:gdLst>
                <a:gd name="textAreaLeft" fmla="*/ 360 w 50400"/>
                <a:gd name="textAreaRight" fmla="*/ 51120 w 50400"/>
                <a:gd name="textAreaTop" fmla="*/ 0 h 37080"/>
                <a:gd name="textAreaBottom" fmla="*/ 37440 h 3708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1073;p30"/>
            <p:cNvSpPr/>
            <p:nvPr/>
          </p:nvSpPr>
          <p:spPr>
            <a:xfrm flipH="1">
              <a:off x="8875800" y="4539600"/>
              <a:ext cx="56880" cy="38160"/>
            </a:xfrm>
            <a:custGeom>
              <a:avLst/>
              <a:gdLst>
                <a:gd name="textAreaLeft" fmla="*/ 360 w 56880"/>
                <a:gd name="textAreaRight" fmla="*/ 57600 w 56880"/>
                <a:gd name="textAreaTop" fmla="*/ 0 h 38160"/>
                <a:gd name="textAreaBottom" fmla="*/ 38520 h 3816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6" name="Google Shape;1074;p30"/>
            <p:cNvSpPr/>
            <p:nvPr/>
          </p:nvSpPr>
          <p:spPr>
            <a:xfrm flipH="1">
              <a:off x="9056160" y="4421520"/>
              <a:ext cx="44280" cy="33840"/>
            </a:xfrm>
            <a:custGeom>
              <a:avLst/>
              <a:gdLst>
                <a:gd name="textAreaLeft" fmla="*/ -360 w 44280"/>
                <a:gd name="textAreaRight" fmla="*/ 44280 w 44280"/>
                <a:gd name="textAreaTop" fmla="*/ 0 h 33840"/>
                <a:gd name="textAreaBottom" fmla="*/ 34200 h 3384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7" name="Google Shape;1075;p30"/>
            <p:cNvSpPr/>
            <p:nvPr/>
          </p:nvSpPr>
          <p:spPr>
            <a:xfrm flipH="1">
              <a:off x="9077040" y="4590000"/>
              <a:ext cx="2520" cy="4320"/>
            </a:xfrm>
            <a:custGeom>
              <a:avLst/>
              <a:gdLst>
                <a:gd name="textAreaLeft" fmla="*/ -360 w 2520"/>
                <a:gd name="textAreaRight" fmla="*/ 2520 w 2520"/>
                <a:gd name="textAreaTop" fmla="*/ 0 h 4320"/>
                <a:gd name="textAreaBottom" fmla="*/ 4680 h 432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076;p30"/>
            <p:cNvSpPr/>
            <p:nvPr/>
          </p:nvSpPr>
          <p:spPr>
            <a:xfrm flipH="1">
              <a:off x="9247680" y="4752720"/>
              <a:ext cx="35280" cy="29520"/>
            </a:xfrm>
            <a:custGeom>
              <a:avLst/>
              <a:gdLst>
                <a:gd name="textAreaLeft" fmla="*/ 360 w 35280"/>
                <a:gd name="textAreaRight" fmla="*/ 36000 w 35280"/>
                <a:gd name="textAreaTop" fmla="*/ 0 h 29520"/>
                <a:gd name="textAreaBottom" fmla="*/ 29880 h 295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779" name="Google Shape;1077;p30"/>
          <p:cNvSpPr/>
          <p:nvPr/>
        </p:nvSpPr>
        <p:spPr>
          <a:xfrm rot="12807600" flipH="1">
            <a:off x="-654120" y="4457880"/>
            <a:ext cx="2126520" cy="1696680"/>
          </a:xfrm>
          <a:custGeom>
            <a:avLst/>
            <a:gdLst>
              <a:gd name="textAreaLeft" fmla="*/ -360 w 2126520"/>
              <a:gd name="textAreaRight" fmla="*/ 212652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dk2"/>
        </a:solidFill>
        <a:effectLst/>
      </p:bgPr>
    </p:bg>
    <p:spTree>
      <p:nvGrpSpPr>
        <p:cNvPr id="1" name=""/>
        <p:cNvGrpSpPr/>
        <p:nvPr/>
      </p:nvGrpSpPr>
      <p:grpSpPr>
        <a:xfrm>
          <a:off x="0" y="0"/>
          <a:ext cx="0" cy="0"/>
          <a:chOff x="0" y="0"/>
          <a:chExt cx="0" cy="0"/>
        </a:xfrm>
      </p:grpSpPr>
      <p:sp>
        <p:nvSpPr>
          <p:cNvPr id="780" name="Google Shape;106;p4"/>
          <p:cNvSpPr/>
          <p:nvPr/>
        </p:nvSpPr>
        <p:spPr>
          <a:xfrm rot="2479800">
            <a:off x="-1467000" y="334368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1" name="Google Shape;107;p4"/>
          <p:cNvSpPr/>
          <p:nvPr/>
        </p:nvSpPr>
        <p:spPr>
          <a:xfrm rot="10374600">
            <a:off x="5967720" y="4784040"/>
            <a:ext cx="2346480" cy="345960"/>
          </a:xfrm>
          <a:custGeom>
            <a:avLst/>
            <a:gdLst>
              <a:gd name="textAreaLeft" fmla="*/ 0 w 2346480"/>
              <a:gd name="textAreaRight" fmla="*/ 234684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2" name="PlaceHolder 1"/>
          <p:cNvSpPr>
            <a:spLocks noGrp="1"/>
          </p:cNvSpPr>
          <p:nvPr>
            <p:ph type="title"/>
          </p:nvPr>
        </p:nvSpPr>
        <p:spPr>
          <a:xfrm>
            <a:off x="712440" y="421200"/>
            <a:ext cx="77191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783" name="Google Shape;110;p4"/>
          <p:cNvSpPr/>
          <p:nvPr/>
        </p:nvSpPr>
        <p:spPr>
          <a:xfrm flipH="1">
            <a:off x="7793640" y="4467240"/>
            <a:ext cx="1319400" cy="783360"/>
          </a:xfrm>
          <a:custGeom>
            <a:avLst/>
            <a:gdLst>
              <a:gd name="textAreaLeft" fmla="*/ -360 w 1319400"/>
              <a:gd name="textAreaRight" fmla="*/ 131940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11;p4"/>
          <p:cNvSpPr/>
          <p:nvPr/>
        </p:nvSpPr>
        <p:spPr>
          <a:xfrm flipH="1">
            <a:off x="8405640" y="4118760"/>
            <a:ext cx="741600" cy="1079280"/>
          </a:xfrm>
          <a:custGeom>
            <a:avLst/>
            <a:gdLst>
              <a:gd name="textAreaLeft" fmla="*/ 360 w 741600"/>
              <a:gd name="textAreaRight" fmla="*/ 74232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85" name="Google Shape;112;p4"/>
          <p:cNvGrpSpPr/>
          <p:nvPr/>
        </p:nvGrpSpPr>
        <p:grpSpPr>
          <a:xfrm>
            <a:off x="-585720" y="-42840"/>
            <a:ext cx="1395000" cy="1361520"/>
            <a:chOff x="-585720" y="-42840"/>
            <a:chExt cx="1395000" cy="1361520"/>
          </a:xfrm>
        </p:grpSpPr>
        <p:sp>
          <p:nvSpPr>
            <p:cNvPr id="786" name="Google Shape;113;p4"/>
            <p:cNvSpPr/>
            <p:nvPr/>
          </p:nvSpPr>
          <p:spPr>
            <a:xfrm rot="3361800">
              <a:off x="-353520" y="11016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7" name="Google Shape;114;p4"/>
            <p:cNvSpPr/>
            <p:nvPr/>
          </p:nvSpPr>
          <p:spPr>
            <a:xfrm rot="3361800">
              <a:off x="317520" y="56808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8" name="Google Shape;115;p4"/>
            <p:cNvSpPr/>
            <p:nvPr/>
          </p:nvSpPr>
          <p:spPr>
            <a:xfrm rot="3361800">
              <a:off x="289440" y="60984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16;p4"/>
            <p:cNvSpPr/>
            <p:nvPr/>
          </p:nvSpPr>
          <p:spPr>
            <a:xfrm rot="3361800">
              <a:off x="2520" y="56340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17;p4"/>
            <p:cNvSpPr/>
            <p:nvPr/>
          </p:nvSpPr>
          <p:spPr>
            <a:xfrm rot="3361800">
              <a:off x="221400" y="72180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1" name="Google Shape;118;p4"/>
            <p:cNvSpPr/>
            <p:nvPr/>
          </p:nvSpPr>
          <p:spPr>
            <a:xfrm rot="3361800">
              <a:off x="342720" y="12456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2" name="Google Shape;119;p4"/>
          <p:cNvGrpSpPr/>
          <p:nvPr/>
        </p:nvGrpSpPr>
        <p:grpSpPr>
          <a:xfrm>
            <a:off x="8076600" y="114120"/>
            <a:ext cx="1209600" cy="1047600"/>
            <a:chOff x="8076600" y="114120"/>
            <a:chExt cx="1209600" cy="1047600"/>
          </a:xfrm>
        </p:grpSpPr>
        <p:sp>
          <p:nvSpPr>
            <p:cNvPr id="793" name="Google Shape;120;p4"/>
            <p:cNvSpPr/>
            <p:nvPr/>
          </p:nvSpPr>
          <p:spPr>
            <a:xfrm rot="20287800">
              <a:off x="8585640" y="7153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4" name="Google Shape;121;p4"/>
            <p:cNvSpPr/>
            <p:nvPr/>
          </p:nvSpPr>
          <p:spPr>
            <a:xfrm rot="20287800">
              <a:off x="8691840" y="699480"/>
              <a:ext cx="28800" cy="20520"/>
            </a:xfrm>
            <a:custGeom>
              <a:avLst/>
              <a:gdLst>
                <a:gd name="textAreaLeft" fmla="*/ 0 w 28800"/>
                <a:gd name="textAreaRight" fmla="*/ 29160 w 2880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5" name="Google Shape;122;p4"/>
            <p:cNvSpPr/>
            <p:nvPr/>
          </p:nvSpPr>
          <p:spPr>
            <a:xfrm rot="20287800">
              <a:off x="8607960" y="6339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6" name="Google Shape;123;p4"/>
            <p:cNvSpPr/>
            <p:nvPr/>
          </p:nvSpPr>
          <p:spPr>
            <a:xfrm rot="20287800">
              <a:off x="8789760" y="4863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7" name="Google Shape;124;p4"/>
            <p:cNvSpPr/>
            <p:nvPr/>
          </p:nvSpPr>
          <p:spPr>
            <a:xfrm rot="20287800">
              <a:off x="8744400" y="633240"/>
              <a:ext cx="38160" cy="32040"/>
            </a:xfrm>
            <a:custGeom>
              <a:avLst/>
              <a:gdLst>
                <a:gd name="textAreaLeft" fmla="*/ 0 w 38160"/>
                <a:gd name="textAreaRight" fmla="*/ 38520 w 3816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8" name="Google Shape;125;p4"/>
            <p:cNvSpPr/>
            <p:nvPr/>
          </p:nvSpPr>
          <p:spPr>
            <a:xfrm rot="20287800">
              <a:off x="8915040" y="7776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9" name="Google Shape;126;p4"/>
            <p:cNvSpPr/>
            <p:nvPr/>
          </p:nvSpPr>
          <p:spPr>
            <a:xfrm rot="20287800">
              <a:off x="8642880" y="545040"/>
              <a:ext cx="50760" cy="54360"/>
            </a:xfrm>
            <a:custGeom>
              <a:avLst/>
              <a:gdLst>
                <a:gd name="textAreaLeft" fmla="*/ 0 w 50760"/>
                <a:gd name="textAreaRight" fmla="*/ 51120 w 50760"/>
                <a:gd name="textAreaTop" fmla="*/ 0 h 54360"/>
                <a:gd name="textAreaBottom" fmla="*/ 54720 h 5436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0" name="Google Shape;127;p4"/>
            <p:cNvSpPr/>
            <p:nvPr/>
          </p:nvSpPr>
          <p:spPr>
            <a:xfrm rot="20287800">
              <a:off x="8490600" y="434880"/>
              <a:ext cx="52920" cy="39240"/>
            </a:xfrm>
            <a:custGeom>
              <a:avLst/>
              <a:gdLst>
                <a:gd name="textAreaLeft" fmla="*/ 0 w 52920"/>
                <a:gd name="textAreaRight" fmla="*/ 53280 w 52920"/>
                <a:gd name="textAreaTop" fmla="*/ 0 h 39240"/>
                <a:gd name="textAreaBottom" fmla="*/ 3960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1" name="Google Shape;128;p4"/>
            <p:cNvSpPr/>
            <p:nvPr/>
          </p:nvSpPr>
          <p:spPr>
            <a:xfrm rot="20287800">
              <a:off x="8516520" y="319680"/>
              <a:ext cx="57600" cy="43920"/>
            </a:xfrm>
            <a:custGeom>
              <a:avLst/>
              <a:gdLst>
                <a:gd name="textAreaLeft" fmla="*/ 0 w 57600"/>
                <a:gd name="textAreaRight" fmla="*/ 57960 w 57600"/>
                <a:gd name="textAreaTop" fmla="*/ 0 h 43920"/>
                <a:gd name="textAreaBottom" fmla="*/ 44280 h 4392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2" name="Google Shape;129;p4"/>
            <p:cNvSpPr/>
            <p:nvPr/>
          </p:nvSpPr>
          <p:spPr>
            <a:xfrm rot="20287800">
              <a:off x="8395200" y="5331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3" name="Google Shape;130;p4"/>
            <p:cNvSpPr/>
            <p:nvPr/>
          </p:nvSpPr>
          <p:spPr>
            <a:xfrm rot="20287800">
              <a:off x="8394840" y="360000"/>
              <a:ext cx="49680" cy="43920"/>
            </a:xfrm>
            <a:custGeom>
              <a:avLst/>
              <a:gdLst>
                <a:gd name="textAreaLeft" fmla="*/ 0 w 49680"/>
                <a:gd name="textAreaRight" fmla="*/ 50040 w 49680"/>
                <a:gd name="textAreaTop" fmla="*/ 0 h 43920"/>
                <a:gd name="textAreaBottom" fmla="*/ 44280 h 4392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4" name="Google Shape;131;p4"/>
            <p:cNvSpPr/>
            <p:nvPr/>
          </p:nvSpPr>
          <p:spPr>
            <a:xfrm rot="20287800">
              <a:off x="8282160" y="349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5" name="Google Shape;132;p4"/>
            <p:cNvSpPr/>
            <p:nvPr/>
          </p:nvSpPr>
          <p:spPr>
            <a:xfrm rot="20287800">
              <a:off x="8144280" y="191160"/>
              <a:ext cx="28800" cy="21600"/>
            </a:xfrm>
            <a:custGeom>
              <a:avLst/>
              <a:gdLst>
                <a:gd name="textAreaLeft" fmla="*/ 0 w 28800"/>
                <a:gd name="textAreaRight" fmla="*/ 29160 w 2880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6" name="Google Shape;133;p4"/>
            <p:cNvSpPr/>
            <p:nvPr/>
          </p:nvSpPr>
          <p:spPr>
            <a:xfrm rot="20287800">
              <a:off x="8079120" y="1180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34;p4"/>
            <p:cNvSpPr/>
            <p:nvPr/>
          </p:nvSpPr>
          <p:spPr>
            <a:xfrm rot="20287800">
              <a:off x="8921880" y="6033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8" name="Google Shape;135;p4"/>
            <p:cNvSpPr/>
            <p:nvPr/>
          </p:nvSpPr>
          <p:spPr>
            <a:xfrm rot="20287800">
              <a:off x="8643960" y="845280"/>
              <a:ext cx="69480" cy="54360"/>
            </a:xfrm>
            <a:custGeom>
              <a:avLst/>
              <a:gdLst>
                <a:gd name="textAreaLeft" fmla="*/ 0 w 69480"/>
                <a:gd name="textAreaRight" fmla="*/ 69840 w 6948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9" name="Google Shape;136;p4"/>
            <p:cNvSpPr/>
            <p:nvPr/>
          </p:nvSpPr>
          <p:spPr>
            <a:xfrm rot="20287800">
              <a:off x="9038160" y="901800"/>
              <a:ext cx="38160" cy="29880"/>
            </a:xfrm>
            <a:custGeom>
              <a:avLst/>
              <a:gdLst>
                <a:gd name="textAreaLeft" fmla="*/ 0 w 38160"/>
                <a:gd name="textAreaRight" fmla="*/ 38520 w 3816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37;p4"/>
            <p:cNvSpPr/>
            <p:nvPr/>
          </p:nvSpPr>
          <p:spPr>
            <a:xfrm rot="20287800">
              <a:off x="9099720" y="999720"/>
              <a:ext cx="38160" cy="28800"/>
            </a:xfrm>
            <a:custGeom>
              <a:avLst/>
              <a:gdLst>
                <a:gd name="textAreaLeft" fmla="*/ 0 w 38160"/>
                <a:gd name="textAreaRight" fmla="*/ 38520 w 3816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1" name="Google Shape;138;p4"/>
            <p:cNvSpPr/>
            <p:nvPr/>
          </p:nvSpPr>
          <p:spPr>
            <a:xfrm rot="20287800">
              <a:off x="9240120" y="112392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12" name="Google Shape;139;p4"/>
          <p:cNvSpPr/>
          <p:nvPr/>
        </p:nvSpPr>
        <p:spPr>
          <a:xfrm rot="17059200">
            <a:off x="-600120" y="3844800"/>
            <a:ext cx="1853640" cy="932400"/>
          </a:xfrm>
          <a:custGeom>
            <a:avLst/>
            <a:gdLst>
              <a:gd name="textAreaLeft" fmla="*/ 0 w 1853640"/>
              <a:gd name="textAreaRight" fmla="*/ 1854000 w 1853640"/>
              <a:gd name="textAreaTop" fmla="*/ 0 h 932400"/>
              <a:gd name="textAreaBottom" fmla="*/ 932760 h 93240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APTION_ONLY_1">
    <p:bg>
      <p:bgPr>
        <a:solidFill>
          <a:schemeClr val="dk2"/>
        </a:solidFill>
        <a:effectLst/>
      </p:bgPr>
    </p:bg>
    <p:spTree>
      <p:nvGrpSpPr>
        <p:cNvPr id="1" name=""/>
        <p:cNvGrpSpPr/>
        <p:nvPr/>
      </p:nvGrpSpPr>
      <p:grpSpPr>
        <a:xfrm>
          <a:off x="0" y="0"/>
          <a:ext cx="0" cy="0"/>
          <a:chOff x="0" y="0"/>
          <a:chExt cx="0" cy="0"/>
        </a:xfrm>
      </p:grpSpPr>
      <p:sp>
        <p:nvSpPr>
          <p:cNvPr id="814" name="PlaceHolder 1"/>
          <p:cNvSpPr>
            <a:spLocks noGrp="1"/>
          </p:cNvSpPr>
          <p:nvPr>
            <p:ph type="title"/>
          </p:nvPr>
        </p:nvSpPr>
        <p:spPr>
          <a:xfrm>
            <a:off x="4784040" y="2963520"/>
            <a:ext cx="3646440" cy="16448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815" name="Google Shape;1080;p31"/>
          <p:cNvSpPr/>
          <p:nvPr/>
        </p:nvSpPr>
        <p:spPr>
          <a:xfrm rot="13500000">
            <a:off x="20880" y="182484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6" name="Google Shape;1081;p31"/>
          <p:cNvSpPr/>
          <p:nvPr/>
        </p:nvSpPr>
        <p:spPr>
          <a:xfrm rot="19069200" flipH="1">
            <a:off x="4126320" y="2415240"/>
            <a:ext cx="5747760" cy="4740480"/>
          </a:xfrm>
          <a:custGeom>
            <a:avLst/>
            <a:gdLst>
              <a:gd name="textAreaLeft" fmla="*/ 360 w 5747760"/>
              <a:gd name="textAreaRight" fmla="*/ 5748480 w 5747760"/>
              <a:gd name="textAreaTop" fmla="*/ 0 h 4740480"/>
              <a:gd name="textAreaBottom" fmla="*/ 4740840 h 474048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7" name="Google Shape;1082;p31"/>
          <p:cNvSpPr/>
          <p:nvPr/>
        </p:nvSpPr>
        <p:spPr>
          <a:xfrm rot="3663000" flipH="1">
            <a:off x="6832800" y="-1159920"/>
            <a:ext cx="3264120" cy="2604600"/>
          </a:xfrm>
          <a:custGeom>
            <a:avLst/>
            <a:gdLst>
              <a:gd name="textAreaLeft" fmla="*/ -360 w 3264120"/>
              <a:gd name="textAreaRight" fmla="*/ 3264120 w 3264120"/>
              <a:gd name="textAreaTop" fmla="*/ 0 h 2604600"/>
              <a:gd name="textAreaBottom" fmla="*/ 2604960 h 260460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8" name="Google Shape;1083;p31"/>
          <p:cNvSpPr/>
          <p:nvPr/>
        </p:nvSpPr>
        <p:spPr>
          <a:xfrm rot="16200000">
            <a:off x="-757080" y="222624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9" name="Google Shape;1084;p31"/>
          <p:cNvSpPr/>
          <p:nvPr/>
        </p:nvSpPr>
        <p:spPr>
          <a:xfrm rot="20385000" flipH="1">
            <a:off x="-273240" y="286920"/>
            <a:ext cx="2346840" cy="346320"/>
          </a:xfrm>
          <a:custGeom>
            <a:avLst/>
            <a:gdLst>
              <a:gd name="textAreaLeft" fmla="*/ -360 w 2346840"/>
              <a:gd name="textAreaRight" fmla="*/ 2346840 w 2346840"/>
              <a:gd name="textAreaTop" fmla="*/ 0 h 346320"/>
              <a:gd name="textAreaBottom" fmla="*/ 346680 h 34632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TITLE_ONLY_5">
    <p:bg>
      <p:bgPr>
        <a:solidFill>
          <a:schemeClr val="dk2"/>
        </a:solidFill>
        <a:effectLst/>
      </p:bgPr>
    </p:bg>
    <p:spTree>
      <p:nvGrpSpPr>
        <p:cNvPr id="1" name=""/>
        <p:cNvGrpSpPr/>
        <p:nvPr/>
      </p:nvGrpSpPr>
      <p:grpSpPr>
        <a:xfrm>
          <a:off x="0" y="0"/>
          <a:ext cx="0" cy="0"/>
          <a:chOff x="0" y="0"/>
          <a:chExt cx="0" cy="0"/>
        </a:xfrm>
      </p:grpSpPr>
      <p:sp>
        <p:nvSpPr>
          <p:cNvPr id="820" name="Google Shape;1086;p32"/>
          <p:cNvSpPr/>
          <p:nvPr/>
        </p:nvSpPr>
        <p:spPr>
          <a:xfrm rot="787200">
            <a:off x="-232920" y="4336560"/>
            <a:ext cx="4559760" cy="1340280"/>
          </a:xfrm>
          <a:custGeom>
            <a:avLst/>
            <a:gdLst>
              <a:gd name="textAreaLeft" fmla="*/ 0 w 4559760"/>
              <a:gd name="textAreaRight" fmla="*/ 4560120 w 4559760"/>
              <a:gd name="textAreaTop" fmla="*/ 0 h 1340280"/>
              <a:gd name="textAreaBottom" fmla="*/ 1340640 h 134028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grpSp>
        <p:nvGrpSpPr>
          <p:cNvPr id="822" name="Google Shape;1088;p32"/>
          <p:cNvGrpSpPr/>
          <p:nvPr/>
        </p:nvGrpSpPr>
        <p:grpSpPr>
          <a:xfrm>
            <a:off x="241560" y="2263680"/>
            <a:ext cx="956520" cy="766440"/>
            <a:chOff x="241560" y="2263680"/>
            <a:chExt cx="956520" cy="766440"/>
          </a:xfrm>
        </p:grpSpPr>
        <p:sp>
          <p:nvSpPr>
            <p:cNvPr id="823" name="Google Shape;1089;p32"/>
            <p:cNvSpPr/>
            <p:nvPr/>
          </p:nvSpPr>
          <p:spPr>
            <a:xfrm rot="13100400">
              <a:off x="249120" y="29721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090;p32"/>
            <p:cNvSpPr/>
            <p:nvPr/>
          </p:nvSpPr>
          <p:spPr>
            <a:xfrm rot="13100400">
              <a:off x="301680" y="272664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091;p32"/>
            <p:cNvSpPr/>
            <p:nvPr/>
          </p:nvSpPr>
          <p:spPr>
            <a:xfrm rot="13100400">
              <a:off x="459000" y="293940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6" name="Google Shape;1092;p32"/>
            <p:cNvSpPr/>
            <p:nvPr/>
          </p:nvSpPr>
          <p:spPr>
            <a:xfrm rot="13100400">
              <a:off x="532800" y="26798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7" name="Google Shape;1093;p32"/>
            <p:cNvSpPr/>
            <p:nvPr/>
          </p:nvSpPr>
          <p:spPr>
            <a:xfrm rot="13100400">
              <a:off x="706680" y="27302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8" name="Google Shape;1094;p32"/>
            <p:cNvSpPr/>
            <p:nvPr/>
          </p:nvSpPr>
          <p:spPr>
            <a:xfrm rot="13100400">
              <a:off x="724320" y="25884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9" name="Google Shape;1095;p32"/>
            <p:cNvSpPr/>
            <p:nvPr/>
          </p:nvSpPr>
          <p:spPr>
            <a:xfrm rot="13100400">
              <a:off x="874080" y="250524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0" name="Google Shape;1096;p32"/>
            <p:cNvSpPr/>
            <p:nvPr/>
          </p:nvSpPr>
          <p:spPr>
            <a:xfrm rot="13100400">
              <a:off x="1012320" y="240120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1" name="Google Shape;1097;p32"/>
            <p:cNvSpPr/>
            <p:nvPr/>
          </p:nvSpPr>
          <p:spPr>
            <a:xfrm rot="13100400">
              <a:off x="1127880" y="22777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32" name="Google Shape;1098;p32"/>
          <p:cNvSpPr/>
          <p:nvPr/>
        </p:nvSpPr>
        <p:spPr>
          <a:xfrm rot="17673600">
            <a:off x="7813800" y="384336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3" name="Google Shape;1099;p32"/>
          <p:cNvSpPr/>
          <p:nvPr/>
        </p:nvSpPr>
        <p:spPr>
          <a:xfrm rot="5400000" flipH="1">
            <a:off x="7702920" y="705240"/>
            <a:ext cx="2126880" cy="962280"/>
          </a:xfrm>
          <a:custGeom>
            <a:avLst/>
            <a:gdLst>
              <a:gd name="textAreaLeft" fmla="*/ 360 w 2126880"/>
              <a:gd name="textAreaRight" fmla="*/ 2127600 w 2126880"/>
              <a:gd name="textAreaTop" fmla="*/ 0 h 962280"/>
              <a:gd name="textAreaBottom" fmla="*/ 962640 h 9622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4" name="Google Shape;1100;p32"/>
          <p:cNvSpPr/>
          <p:nvPr/>
        </p:nvSpPr>
        <p:spPr>
          <a:xfrm rot="10800000">
            <a:off x="5054040" y="474300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5" name="Google Shape;1101;p32"/>
          <p:cNvSpPr/>
          <p:nvPr/>
        </p:nvSpPr>
        <p:spPr>
          <a:xfrm rot="4110600" flipH="1">
            <a:off x="-573480" y="367776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36" name="Google Shape;1102;p32"/>
          <p:cNvGrpSpPr/>
          <p:nvPr/>
        </p:nvGrpSpPr>
        <p:grpSpPr>
          <a:xfrm>
            <a:off x="105120" y="4712400"/>
            <a:ext cx="696240" cy="1015920"/>
            <a:chOff x="105120" y="4712400"/>
            <a:chExt cx="696240" cy="1015920"/>
          </a:xfrm>
        </p:grpSpPr>
        <p:sp>
          <p:nvSpPr>
            <p:cNvPr id="837" name="Google Shape;1103;p32"/>
            <p:cNvSpPr/>
            <p:nvPr/>
          </p:nvSpPr>
          <p:spPr>
            <a:xfrm rot="1098000">
              <a:off x="704880" y="47199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8" name="Google Shape;1104;p32"/>
            <p:cNvSpPr/>
            <p:nvPr/>
          </p:nvSpPr>
          <p:spPr>
            <a:xfrm rot="1098000">
              <a:off x="737280" y="49665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9" name="Google Shape;1105;p32"/>
            <p:cNvSpPr/>
            <p:nvPr/>
          </p:nvSpPr>
          <p:spPr>
            <a:xfrm rot="1098000">
              <a:off x="488880" y="48106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0" name="Google Shape;1106;p32"/>
            <p:cNvSpPr/>
            <p:nvPr/>
          </p:nvSpPr>
          <p:spPr>
            <a:xfrm rot="1098000">
              <a:off x="526680" y="508428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107;p32"/>
            <p:cNvSpPr/>
            <p:nvPr/>
          </p:nvSpPr>
          <p:spPr>
            <a:xfrm rot="1098000">
              <a:off x="345240" y="509544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2" name="Google Shape;1108;p32"/>
            <p:cNvSpPr/>
            <p:nvPr/>
          </p:nvSpPr>
          <p:spPr>
            <a:xfrm rot="1098000">
              <a:off x="383760" y="52419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3" name="Google Shape;1109;p32"/>
            <p:cNvSpPr/>
            <p:nvPr/>
          </p:nvSpPr>
          <p:spPr>
            <a:xfrm rot="1098000">
              <a:off x="268920" y="536724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4" name="Google Shape;1110;p32"/>
            <p:cNvSpPr/>
            <p:nvPr/>
          </p:nvSpPr>
          <p:spPr>
            <a:xfrm rot="1098000">
              <a:off x="172440" y="55144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5" name="Google Shape;1111;p32"/>
            <p:cNvSpPr/>
            <p:nvPr/>
          </p:nvSpPr>
          <p:spPr>
            <a:xfrm rot="1098000">
              <a:off x="110880" y="56721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46" name="Google Shape;1112;p32"/>
          <p:cNvGrpSpPr/>
          <p:nvPr/>
        </p:nvGrpSpPr>
        <p:grpSpPr>
          <a:xfrm>
            <a:off x="34920" y="3115080"/>
            <a:ext cx="1171800" cy="355320"/>
            <a:chOff x="34920" y="3115080"/>
            <a:chExt cx="1171800" cy="355320"/>
          </a:xfrm>
        </p:grpSpPr>
        <p:sp>
          <p:nvSpPr>
            <p:cNvPr id="847" name="Google Shape;1113;p32"/>
            <p:cNvSpPr/>
            <p:nvPr/>
          </p:nvSpPr>
          <p:spPr>
            <a:xfrm rot="4895400">
              <a:off x="1152000" y="32745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8" name="Google Shape;1114;p32"/>
            <p:cNvSpPr/>
            <p:nvPr/>
          </p:nvSpPr>
          <p:spPr>
            <a:xfrm rot="4895400">
              <a:off x="944640" y="341460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9" name="Google Shape;1115;p32"/>
            <p:cNvSpPr/>
            <p:nvPr/>
          </p:nvSpPr>
          <p:spPr>
            <a:xfrm rot="4895400">
              <a:off x="958680" y="313020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116;p32"/>
            <p:cNvSpPr/>
            <p:nvPr/>
          </p:nvSpPr>
          <p:spPr>
            <a:xfrm rot="4895400">
              <a:off x="739440" y="32814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1" name="Google Shape;1117;p32"/>
            <p:cNvSpPr/>
            <p:nvPr/>
          </p:nvSpPr>
          <p:spPr>
            <a:xfrm rot="4895400">
              <a:off x="647640" y="312408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118;p32"/>
            <p:cNvSpPr/>
            <p:nvPr/>
          </p:nvSpPr>
          <p:spPr>
            <a:xfrm rot="4895400">
              <a:off x="538560" y="32245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3" name="Google Shape;1119;p32"/>
            <p:cNvSpPr/>
            <p:nvPr/>
          </p:nvSpPr>
          <p:spPr>
            <a:xfrm rot="4895400">
              <a:off x="372960" y="31780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4" name="Google Shape;1120;p32"/>
            <p:cNvSpPr/>
            <p:nvPr/>
          </p:nvSpPr>
          <p:spPr>
            <a:xfrm rot="4895400">
              <a:off x="197640" y="315972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5" name="Google Shape;1121;p32"/>
            <p:cNvSpPr/>
            <p:nvPr/>
          </p:nvSpPr>
          <p:spPr>
            <a:xfrm rot="4895400">
              <a:off x="31680" y="317448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856" name="Google Shape;1122;p32"/>
          <p:cNvSpPr/>
          <p:nvPr/>
        </p:nvSpPr>
        <p:spPr>
          <a:xfrm rot="18000000">
            <a:off x="-893880" y="651240"/>
            <a:ext cx="2346480" cy="345960"/>
          </a:xfrm>
          <a:custGeom>
            <a:avLst/>
            <a:gdLst>
              <a:gd name="textAreaLeft" fmla="*/ 0 w 2346480"/>
              <a:gd name="textAreaRight" fmla="*/ 234684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7" name="Google Shape;1123;p32"/>
          <p:cNvSpPr/>
          <p:nvPr/>
        </p:nvSpPr>
        <p:spPr>
          <a:xfrm rot="3446400">
            <a:off x="-582120" y="327960"/>
            <a:ext cx="1381680" cy="600120"/>
          </a:xfrm>
          <a:custGeom>
            <a:avLst/>
            <a:gdLst>
              <a:gd name="textAreaLeft" fmla="*/ 0 w 1381680"/>
              <a:gd name="textAreaRight" fmla="*/ 1382040 w 1381680"/>
              <a:gd name="textAreaTop" fmla="*/ 0 h 600120"/>
              <a:gd name="textAreaBottom" fmla="*/ 600480 h 60012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8" name="Google Shape;1124;p32"/>
          <p:cNvSpPr/>
          <p:nvPr/>
        </p:nvSpPr>
        <p:spPr>
          <a:xfrm rot="10102200" flipH="1">
            <a:off x="7659360" y="1388160"/>
            <a:ext cx="1724400" cy="1023840"/>
          </a:xfrm>
          <a:custGeom>
            <a:avLst/>
            <a:gdLst>
              <a:gd name="textAreaLeft" fmla="*/ 360 w 1724400"/>
              <a:gd name="textAreaRight" fmla="*/ 1725120 w 172440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9" name="Google Shape;1125;p32"/>
          <p:cNvSpPr/>
          <p:nvPr/>
        </p:nvSpPr>
        <p:spPr>
          <a:xfrm rot="231600">
            <a:off x="6790680" y="-862920"/>
            <a:ext cx="2559600" cy="2042280"/>
          </a:xfrm>
          <a:custGeom>
            <a:avLst/>
            <a:gdLst>
              <a:gd name="textAreaLeft" fmla="*/ 0 w 2559600"/>
              <a:gd name="textAreaRight" fmla="*/ 2559960 w 2559600"/>
              <a:gd name="textAreaTop" fmla="*/ 0 h 2042280"/>
              <a:gd name="textAreaBottom" fmla="*/ 2042640 h 20422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TITLE_ONLY_2_1_1_1_2">
    <p:bg>
      <p:bgPr>
        <a:solidFill>
          <a:schemeClr val="dk2"/>
        </a:solidFill>
        <a:effectLst/>
      </p:bgPr>
    </p:bg>
    <p:spTree>
      <p:nvGrpSpPr>
        <p:cNvPr id="1" name=""/>
        <p:cNvGrpSpPr/>
        <p:nvPr/>
      </p:nvGrpSpPr>
      <p:grpSpPr>
        <a:xfrm>
          <a:off x="0" y="0"/>
          <a:ext cx="0" cy="0"/>
          <a:chOff x="0" y="0"/>
          <a:chExt cx="0" cy="0"/>
        </a:xfrm>
      </p:grpSpPr>
      <p:sp>
        <p:nvSpPr>
          <p:cNvPr id="860" name="Google Shape;1127;p33"/>
          <p:cNvSpPr/>
          <p:nvPr/>
        </p:nvSpPr>
        <p:spPr>
          <a:xfrm flipH="1">
            <a:off x="1235880" y="4685400"/>
            <a:ext cx="4714920" cy="1044000"/>
          </a:xfrm>
          <a:custGeom>
            <a:avLst/>
            <a:gdLst>
              <a:gd name="textAreaLeft" fmla="*/ -360 w 4714920"/>
              <a:gd name="textAreaRight" fmla="*/ 4714920 w 4714920"/>
              <a:gd name="textAreaTop" fmla="*/ 0 h 1044000"/>
              <a:gd name="textAreaBottom" fmla="*/ 1044360 h 104400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1"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862" name="Google Shape;1129;p33"/>
          <p:cNvSpPr/>
          <p:nvPr/>
        </p:nvSpPr>
        <p:spPr>
          <a:xfrm rot="6997800" flipH="1">
            <a:off x="-711360" y="365040"/>
            <a:ext cx="1544040" cy="776520"/>
          </a:xfrm>
          <a:custGeom>
            <a:avLst/>
            <a:gdLst>
              <a:gd name="textAreaLeft" fmla="*/ -360 w 1544040"/>
              <a:gd name="textAreaRight" fmla="*/ 1544040 w 1544040"/>
              <a:gd name="textAreaTop" fmla="*/ 0 h 776520"/>
              <a:gd name="textAreaBottom" fmla="*/ 776880 h 77652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3" name="Google Shape;1130;p33"/>
          <p:cNvSpPr/>
          <p:nvPr/>
        </p:nvSpPr>
        <p:spPr>
          <a:xfrm rot="21092400">
            <a:off x="5355720" y="4659120"/>
            <a:ext cx="4788720" cy="986040"/>
          </a:xfrm>
          <a:custGeom>
            <a:avLst/>
            <a:gdLst>
              <a:gd name="textAreaLeft" fmla="*/ 0 w 4788720"/>
              <a:gd name="textAreaRight" fmla="*/ 4789080 w 4788720"/>
              <a:gd name="textAreaTop" fmla="*/ 0 h 986040"/>
              <a:gd name="textAreaBottom" fmla="*/ 986400 h 986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4" name="Google Shape;1131;p33"/>
          <p:cNvSpPr/>
          <p:nvPr/>
        </p:nvSpPr>
        <p:spPr>
          <a:xfrm rot="12906600" flipH="1">
            <a:off x="-857880" y="4473360"/>
            <a:ext cx="2274120" cy="1357560"/>
          </a:xfrm>
          <a:custGeom>
            <a:avLst/>
            <a:gdLst>
              <a:gd name="textAreaLeft" fmla="*/ -360 w 2274120"/>
              <a:gd name="textAreaRight" fmla="*/ 2274120 w 2274120"/>
              <a:gd name="textAreaTop" fmla="*/ 0 h 1357560"/>
              <a:gd name="textAreaBottom" fmla="*/ 1357920 h 13575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865" name="Google Shape;1132;p33"/>
          <p:cNvGrpSpPr/>
          <p:nvPr/>
        </p:nvGrpSpPr>
        <p:grpSpPr>
          <a:xfrm>
            <a:off x="-419760" y="3434040"/>
            <a:ext cx="773640" cy="1379520"/>
            <a:chOff x="-419760" y="3434040"/>
            <a:chExt cx="773640" cy="1379520"/>
          </a:xfrm>
        </p:grpSpPr>
        <p:sp>
          <p:nvSpPr>
            <p:cNvPr id="866" name="Google Shape;1133;p33"/>
            <p:cNvSpPr/>
            <p:nvPr/>
          </p:nvSpPr>
          <p:spPr>
            <a:xfrm rot="10884600" flipV="1">
              <a:off x="62280" y="416952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7" name="Google Shape;1134;p33"/>
            <p:cNvSpPr/>
            <p:nvPr/>
          </p:nvSpPr>
          <p:spPr>
            <a:xfrm rot="10884600" flipV="1">
              <a:off x="-44280" y="419184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8" name="Google Shape;1135;p33"/>
            <p:cNvSpPr/>
            <p:nvPr/>
          </p:nvSpPr>
          <p:spPr>
            <a:xfrm rot="10884600" flipV="1">
              <a:off x="6120" y="4102560"/>
              <a:ext cx="35640" cy="31680"/>
            </a:xfrm>
            <a:custGeom>
              <a:avLst/>
              <a:gdLst>
                <a:gd name="textAreaLeft" fmla="*/ 0 w 35640"/>
                <a:gd name="textAreaRight" fmla="*/ 36000 w 35640"/>
                <a:gd name="textAreaTop" fmla="*/ 360 h 31680"/>
                <a:gd name="textAreaBottom" fmla="*/ 3240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136;p33"/>
            <p:cNvSpPr/>
            <p:nvPr/>
          </p:nvSpPr>
          <p:spPr>
            <a:xfrm rot="10884600" flipV="1">
              <a:off x="-216720" y="4028400"/>
              <a:ext cx="36720" cy="29880"/>
            </a:xfrm>
            <a:custGeom>
              <a:avLst/>
              <a:gdLst>
                <a:gd name="textAreaLeft" fmla="*/ 0 w 36720"/>
                <a:gd name="textAreaRight" fmla="*/ 37080 w 36720"/>
                <a:gd name="textAreaTop" fmla="*/ -360 h 29880"/>
                <a:gd name="textAreaBottom" fmla="*/ 2988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0" name="Google Shape;1137;p33"/>
            <p:cNvSpPr/>
            <p:nvPr/>
          </p:nvSpPr>
          <p:spPr>
            <a:xfrm rot="10884600" flipV="1">
              <a:off x="-123480" y="415008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138;p33"/>
            <p:cNvSpPr/>
            <p:nvPr/>
          </p:nvSpPr>
          <p:spPr>
            <a:xfrm rot="10884600" flipV="1">
              <a:off x="-225720" y="4343040"/>
              <a:ext cx="32040" cy="40320"/>
            </a:xfrm>
            <a:custGeom>
              <a:avLst/>
              <a:gdLst>
                <a:gd name="textAreaLeft" fmla="*/ 0 w 32040"/>
                <a:gd name="textAreaRight" fmla="*/ 32400 w 32040"/>
                <a:gd name="textAreaTop" fmla="*/ 360 h 40320"/>
                <a:gd name="textAreaBottom" fmla="*/ 4104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2" name="Google Shape;1139;p33"/>
            <p:cNvSpPr/>
            <p:nvPr/>
          </p:nvSpPr>
          <p:spPr>
            <a:xfrm rot="10884600" flipV="1">
              <a:off x="-67680" y="4032720"/>
              <a:ext cx="50760" cy="53640"/>
            </a:xfrm>
            <a:custGeom>
              <a:avLst/>
              <a:gdLst>
                <a:gd name="textAreaLeft" fmla="*/ 0 w 50760"/>
                <a:gd name="textAreaRight" fmla="*/ 51120 w 50760"/>
                <a:gd name="textAreaTop" fmla="*/ -360 h 53640"/>
                <a:gd name="textAreaBottom" fmla="*/ 53640 h 5364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140;p33"/>
            <p:cNvSpPr/>
            <p:nvPr/>
          </p:nvSpPr>
          <p:spPr>
            <a:xfrm rot="10884600" flipV="1">
              <a:off x="30960" y="3878640"/>
              <a:ext cx="52920" cy="38880"/>
            </a:xfrm>
            <a:custGeom>
              <a:avLst/>
              <a:gdLst>
                <a:gd name="textAreaLeft" fmla="*/ 0 w 52920"/>
                <a:gd name="textAreaRight" fmla="*/ 53280 w 52920"/>
                <a:gd name="textAreaTop" fmla="*/ 360 h 38880"/>
                <a:gd name="textAreaBottom" fmla="*/ 3960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4" name="Google Shape;1141;p33"/>
            <p:cNvSpPr/>
            <p:nvPr/>
          </p:nvSpPr>
          <p:spPr>
            <a:xfrm rot="10884600" flipV="1">
              <a:off x="-37080" y="3780000"/>
              <a:ext cx="57600" cy="43560"/>
            </a:xfrm>
            <a:custGeom>
              <a:avLst/>
              <a:gdLst>
                <a:gd name="textAreaLeft" fmla="*/ 0 w 57600"/>
                <a:gd name="textAreaRight" fmla="*/ 57960 w 57600"/>
                <a:gd name="textAreaTop" fmla="*/ -360 h 43560"/>
                <a:gd name="textAreaBottom" fmla="*/ 4356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5" name="Google Shape;1142;p33"/>
            <p:cNvSpPr/>
            <p:nvPr/>
          </p:nvSpPr>
          <p:spPr>
            <a:xfrm rot="10884600" flipV="1">
              <a:off x="138240" y="393984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143;p33"/>
            <p:cNvSpPr/>
            <p:nvPr/>
          </p:nvSpPr>
          <p:spPr>
            <a:xfrm rot="10884600" flipV="1">
              <a:off x="98640" y="377424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7" name="Google Shape;1144;p33"/>
            <p:cNvSpPr/>
            <p:nvPr/>
          </p:nvSpPr>
          <p:spPr>
            <a:xfrm rot="10884600" flipV="1">
              <a:off x="219240" y="372168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8" name="Google Shape;1145;p33"/>
            <p:cNvSpPr/>
            <p:nvPr/>
          </p:nvSpPr>
          <p:spPr>
            <a:xfrm rot="10884600" flipV="1">
              <a:off x="290520" y="3526560"/>
              <a:ext cx="28440" cy="21600"/>
            </a:xfrm>
            <a:custGeom>
              <a:avLst/>
              <a:gdLst>
                <a:gd name="textAreaLeft" fmla="*/ 0 w 28440"/>
                <a:gd name="textAreaRight" fmla="*/ 28800 w 28440"/>
                <a:gd name="textAreaTop" fmla="*/ 360 h 21600"/>
                <a:gd name="textAreaBottom" fmla="*/ 2232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9" name="Google Shape;1146;p33"/>
            <p:cNvSpPr/>
            <p:nvPr/>
          </p:nvSpPr>
          <p:spPr>
            <a:xfrm rot="10884600" flipV="1">
              <a:off x="328320" y="343440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0" name="Google Shape;1147;p33"/>
            <p:cNvSpPr/>
            <p:nvPr/>
          </p:nvSpPr>
          <p:spPr>
            <a:xfrm rot="10884600" flipV="1">
              <a:off x="-324000" y="4187520"/>
              <a:ext cx="65880" cy="48240"/>
            </a:xfrm>
            <a:custGeom>
              <a:avLst/>
              <a:gdLst>
                <a:gd name="textAreaLeft" fmla="*/ 0 w 65880"/>
                <a:gd name="textAreaRight" fmla="*/ 66240 w 65880"/>
                <a:gd name="textAreaTop" fmla="*/ 360 h 48240"/>
                <a:gd name="textAreaBottom" fmla="*/ 4896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148;p33"/>
            <p:cNvSpPr/>
            <p:nvPr/>
          </p:nvSpPr>
          <p:spPr>
            <a:xfrm rot="10884600" flipV="1">
              <a:off x="18000" y="431784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2" name="Google Shape;1149;p33"/>
            <p:cNvSpPr/>
            <p:nvPr/>
          </p:nvSpPr>
          <p:spPr>
            <a:xfrm rot="10884600" flipV="1">
              <a:off x="-304920" y="450324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3" name="Google Shape;1150;p33"/>
            <p:cNvSpPr/>
            <p:nvPr/>
          </p:nvSpPr>
          <p:spPr>
            <a:xfrm rot="10884600" flipV="1">
              <a:off x="-328320" y="461556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4" name="Google Shape;1151;p33"/>
            <p:cNvSpPr/>
            <p:nvPr/>
          </p:nvSpPr>
          <p:spPr>
            <a:xfrm rot="10884600" flipV="1">
              <a:off x="-419400" y="4781520"/>
              <a:ext cx="41400" cy="30960"/>
            </a:xfrm>
            <a:custGeom>
              <a:avLst/>
              <a:gdLst>
                <a:gd name="textAreaLeft" fmla="*/ 0 w 41400"/>
                <a:gd name="textAreaRight" fmla="*/ 41760 w 41400"/>
                <a:gd name="textAreaTop" fmla="*/ 360 h 30960"/>
                <a:gd name="textAreaBottom" fmla="*/ 3168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885" name="Google Shape;1152;p33"/>
          <p:cNvSpPr/>
          <p:nvPr/>
        </p:nvSpPr>
        <p:spPr>
          <a:xfrm rot="7219200">
            <a:off x="8033400" y="-90720"/>
            <a:ext cx="1722240" cy="993960"/>
          </a:xfrm>
          <a:custGeom>
            <a:avLst/>
            <a:gdLst>
              <a:gd name="textAreaLeft" fmla="*/ 0 w 1722240"/>
              <a:gd name="textAreaRight" fmla="*/ 1722600 w 1722240"/>
              <a:gd name="textAreaTop" fmla="*/ 0 h 993960"/>
              <a:gd name="textAreaBottom" fmla="*/ 994320 h 99396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886" name="Google Shape;1153;p33"/>
          <p:cNvGrpSpPr/>
          <p:nvPr/>
        </p:nvGrpSpPr>
        <p:grpSpPr>
          <a:xfrm>
            <a:off x="8451000" y="349200"/>
            <a:ext cx="509040" cy="1115280"/>
            <a:chOff x="8451000" y="349200"/>
            <a:chExt cx="509040" cy="1115280"/>
          </a:xfrm>
        </p:grpSpPr>
        <p:sp>
          <p:nvSpPr>
            <p:cNvPr id="887" name="Google Shape;1154;p33"/>
            <p:cNvSpPr/>
            <p:nvPr/>
          </p:nvSpPr>
          <p:spPr>
            <a:xfrm rot="300600">
              <a:off x="8811720" y="3513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8" name="Google Shape;1155;p33"/>
            <p:cNvSpPr/>
            <p:nvPr/>
          </p:nvSpPr>
          <p:spPr>
            <a:xfrm rot="300600">
              <a:off x="8899920" y="58428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156;p33"/>
            <p:cNvSpPr/>
            <p:nvPr/>
          </p:nvSpPr>
          <p:spPr>
            <a:xfrm rot="300600">
              <a:off x="8624160" y="48600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0" name="Google Shape;1157;p33"/>
            <p:cNvSpPr/>
            <p:nvPr/>
          </p:nvSpPr>
          <p:spPr>
            <a:xfrm rot="300600">
              <a:off x="8723160" y="74556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1" name="Google Shape;1158;p33"/>
            <p:cNvSpPr/>
            <p:nvPr/>
          </p:nvSpPr>
          <p:spPr>
            <a:xfrm rot="300600">
              <a:off x="8549280" y="79776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2" name="Google Shape;1159;p33"/>
            <p:cNvSpPr/>
            <p:nvPr/>
          </p:nvSpPr>
          <p:spPr>
            <a:xfrm rot="300600">
              <a:off x="8619120" y="93312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160;p33"/>
            <p:cNvSpPr/>
            <p:nvPr/>
          </p:nvSpPr>
          <p:spPr>
            <a:xfrm rot="300600">
              <a:off x="8537040" y="10807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161;p33"/>
            <p:cNvSpPr/>
            <p:nvPr/>
          </p:nvSpPr>
          <p:spPr>
            <a:xfrm rot="300600">
              <a:off x="8476560" y="124596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5" name="Google Shape;1162;p33"/>
            <p:cNvSpPr/>
            <p:nvPr/>
          </p:nvSpPr>
          <p:spPr>
            <a:xfrm rot="300600">
              <a:off x="8452440" y="14144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96" name="Google Shape;1163;p33"/>
          <p:cNvGrpSpPr/>
          <p:nvPr/>
        </p:nvGrpSpPr>
        <p:grpSpPr>
          <a:xfrm>
            <a:off x="8274240" y="3367080"/>
            <a:ext cx="1403640" cy="1404720"/>
            <a:chOff x="8274240" y="3367080"/>
            <a:chExt cx="1403640" cy="1404720"/>
          </a:xfrm>
        </p:grpSpPr>
        <p:sp>
          <p:nvSpPr>
            <p:cNvPr id="897" name="Google Shape;1164;p33"/>
            <p:cNvSpPr/>
            <p:nvPr/>
          </p:nvSpPr>
          <p:spPr>
            <a:xfrm rot="8116200" flipV="1">
              <a:off x="8510400" y="3542040"/>
              <a:ext cx="930960" cy="1054800"/>
            </a:xfrm>
            <a:custGeom>
              <a:avLst/>
              <a:gdLst>
                <a:gd name="textAreaLeft" fmla="*/ 0 w 930960"/>
                <a:gd name="textAreaRight" fmla="*/ 931320 w 930960"/>
                <a:gd name="textAreaTop" fmla="*/ 360 h 1054800"/>
                <a:gd name="textAreaBottom" fmla="*/ 105552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8" name="Google Shape;1165;p33"/>
            <p:cNvSpPr/>
            <p:nvPr/>
          </p:nvSpPr>
          <p:spPr>
            <a:xfrm rot="8116200" flipV="1">
              <a:off x="8743680" y="4001040"/>
              <a:ext cx="38160" cy="261000"/>
            </a:xfrm>
            <a:custGeom>
              <a:avLst/>
              <a:gdLst>
                <a:gd name="textAreaLeft" fmla="*/ 0 w 38160"/>
                <a:gd name="textAreaRight" fmla="*/ 38520 w 38160"/>
                <a:gd name="textAreaTop" fmla="*/ -360 h 261000"/>
                <a:gd name="textAreaBottom" fmla="*/ 261000 h 26100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9" name="Google Shape;1166;p33"/>
            <p:cNvSpPr/>
            <p:nvPr/>
          </p:nvSpPr>
          <p:spPr>
            <a:xfrm rot="8116200" flipV="1">
              <a:off x="8740080" y="3982680"/>
              <a:ext cx="336600" cy="244080"/>
            </a:xfrm>
            <a:custGeom>
              <a:avLst/>
              <a:gdLst>
                <a:gd name="textAreaLeft" fmla="*/ 0 w 336600"/>
                <a:gd name="textAreaRight" fmla="*/ 336960 w 336600"/>
                <a:gd name="textAreaTop" fmla="*/ 360 h 244080"/>
                <a:gd name="textAreaBottom" fmla="*/ 24480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0" name="Google Shape;1167;p33"/>
            <p:cNvSpPr/>
            <p:nvPr/>
          </p:nvSpPr>
          <p:spPr>
            <a:xfrm rot="8116200" flipV="1">
              <a:off x="8768160" y="4121280"/>
              <a:ext cx="51840" cy="329040"/>
            </a:xfrm>
            <a:custGeom>
              <a:avLst/>
              <a:gdLst>
                <a:gd name="textAreaLeft" fmla="*/ 0 w 51840"/>
                <a:gd name="textAreaRight" fmla="*/ 52200 w 51840"/>
                <a:gd name="textAreaTop" fmla="*/ 360 h 329040"/>
                <a:gd name="textAreaBottom" fmla="*/ 32976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168;p33"/>
            <p:cNvSpPr/>
            <p:nvPr/>
          </p:nvSpPr>
          <p:spPr>
            <a:xfrm rot="8116200" flipV="1">
              <a:off x="8555400" y="3491280"/>
              <a:ext cx="235800" cy="617400"/>
            </a:xfrm>
            <a:custGeom>
              <a:avLst/>
              <a:gdLst>
                <a:gd name="textAreaLeft" fmla="*/ 0 w 235800"/>
                <a:gd name="textAreaRight" fmla="*/ 236160 w 235800"/>
                <a:gd name="textAreaTop" fmla="*/ -360 h 617400"/>
                <a:gd name="textAreaBottom" fmla="*/ 617400 h 61740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02" name="Google Shape;1169;p33"/>
          <p:cNvSpPr/>
          <p:nvPr/>
        </p:nvSpPr>
        <p:spPr>
          <a:xfrm rot="19188600">
            <a:off x="-678240" y="-29124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TITLE_ONLY_2_1_1_1_3">
    <p:bg>
      <p:bgPr>
        <a:solidFill>
          <a:schemeClr val="dk2"/>
        </a:solidFill>
        <a:effectLst/>
      </p:bgPr>
    </p:bg>
    <p:spTree>
      <p:nvGrpSpPr>
        <p:cNvPr id="1" name=""/>
        <p:cNvGrpSpPr/>
        <p:nvPr/>
      </p:nvGrpSpPr>
      <p:grpSpPr>
        <a:xfrm>
          <a:off x="0" y="0"/>
          <a:ext cx="0" cy="0"/>
          <a:chOff x="0" y="0"/>
          <a:chExt cx="0" cy="0"/>
        </a:xfrm>
      </p:grpSpPr>
      <p:sp>
        <p:nvSpPr>
          <p:cNvPr id="903"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904" name="Google Shape;1172;p34"/>
          <p:cNvSpPr/>
          <p:nvPr/>
        </p:nvSpPr>
        <p:spPr>
          <a:xfrm rot="21092400">
            <a:off x="3823560" y="4659120"/>
            <a:ext cx="4788720" cy="986040"/>
          </a:xfrm>
          <a:custGeom>
            <a:avLst/>
            <a:gdLst>
              <a:gd name="textAreaLeft" fmla="*/ 0 w 4788720"/>
              <a:gd name="textAreaRight" fmla="*/ 4789080 w 4788720"/>
              <a:gd name="textAreaTop" fmla="*/ 0 h 986040"/>
              <a:gd name="textAreaBottom" fmla="*/ 986400 h 986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5" name="Google Shape;1173;p34"/>
          <p:cNvSpPr/>
          <p:nvPr/>
        </p:nvSpPr>
        <p:spPr>
          <a:xfrm rot="19987800" flipH="1">
            <a:off x="-929160" y="-654120"/>
            <a:ext cx="2274120" cy="1357560"/>
          </a:xfrm>
          <a:custGeom>
            <a:avLst/>
            <a:gdLst>
              <a:gd name="textAreaLeft" fmla="*/ -360 w 2274120"/>
              <a:gd name="textAreaRight" fmla="*/ 2274120 w 2274120"/>
              <a:gd name="textAreaTop" fmla="*/ 0 h 1357560"/>
              <a:gd name="textAreaBottom" fmla="*/ 1357920 h 13575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06" name="Google Shape;1174;p34"/>
          <p:cNvGrpSpPr/>
          <p:nvPr/>
        </p:nvGrpSpPr>
        <p:grpSpPr>
          <a:xfrm>
            <a:off x="-95400" y="-173880"/>
            <a:ext cx="773640" cy="1379160"/>
            <a:chOff x="-95400" y="-173880"/>
            <a:chExt cx="773640" cy="1379160"/>
          </a:xfrm>
        </p:grpSpPr>
        <p:sp>
          <p:nvSpPr>
            <p:cNvPr id="907" name="Google Shape;1175;p34"/>
            <p:cNvSpPr/>
            <p:nvPr/>
          </p:nvSpPr>
          <p:spPr>
            <a:xfrm rot="10884600" flipV="1">
              <a:off x="386640" y="56124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8" name="Google Shape;1176;p34"/>
            <p:cNvSpPr/>
            <p:nvPr/>
          </p:nvSpPr>
          <p:spPr>
            <a:xfrm rot="10884600" flipV="1">
              <a:off x="279720" y="58356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177;p34"/>
            <p:cNvSpPr/>
            <p:nvPr/>
          </p:nvSpPr>
          <p:spPr>
            <a:xfrm rot="10884600" flipV="1">
              <a:off x="330480" y="494640"/>
              <a:ext cx="35640" cy="31680"/>
            </a:xfrm>
            <a:custGeom>
              <a:avLst/>
              <a:gdLst>
                <a:gd name="textAreaLeft" fmla="*/ 0 w 35640"/>
                <a:gd name="textAreaRight" fmla="*/ 36000 w 35640"/>
                <a:gd name="textAreaTop" fmla="*/ 360 h 31680"/>
                <a:gd name="textAreaBottom" fmla="*/ 3240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0" name="Google Shape;1178;p34"/>
            <p:cNvSpPr/>
            <p:nvPr/>
          </p:nvSpPr>
          <p:spPr>
            <a:xfrm rot="10884600" flipV="1">
              <a:off x="107280" y="420120"/>
              <a:ext cx="36720" cy="29880"/>
            </a:xfrm>
            <a:custGeom>
              <a:avLst/>
              <a:gdLst>
                <a:gd name="textAreaLeft" fmla="*/ 0 w 36720"/>
                <a:gd name="textAreaRight" fmla="*/ 37080 w 36720"/>
                <a:gd name="textAreaTop" fmla="*/ -360 h 29880"/>
                <a:gd name="textAreaBottom" fmla="*/ 2988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1" name="Google Shape;1179;p34"/>
            <p:cNvSpPr/>
            <p:nvPr/>
          </p:nvSpPr>
          <p:spPr>
            <a:xfrm rot="10884600" flipV="1">
              <a:off x="200520" y="54180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180;p34"/>
            <p:cNvSpPr/>
            <p:nvPr/>
          </p:nvSpPr>
          <p:spPr>
            <a:xfrm rot="10884600" flipV="1">
              <a:off x="98280" y="735120"/>
              <a:ext cx="32040" cy="40320"/>
            </a:xfrm>
            <a:custGeom>
              <a:avLst/>
              <a:gdLst>
                <a:gd name="textAreaLeft" fmla="*/ 0 w 32040"/>
                <a:gd name="textAreaRight" fmla="*/ 32400 w 32040"/>
                <a:gd name="textAreaTop" fmla="*/ 360 h 40320"/>
                <a:gd name="textAreaBottom" fmla="*/ 4104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3" name="Google Shape;1181;p34"/>
            <p:cNvSpPr/>
            <p:nvPr/>
          </p:nvSpPr>
          <p:spPr>
            <a:xfrm rot="10884600" flipV="1">
              <a:off x="256320" y="424800"/>
              <a:ext cx="50760" cy="53640"/>
            </a:xfrm>
            <a:custGeom>
              <a:avLst/>
              <a:gdLst>
                <a:gd name="textAreaLeft" fmla="*/ 0 w 50760"/>
                <a:gd name="textAreaRight" fmla="*/ 51120 w 50760"/>
                <a:gd name="textAreaTop" fmla="*/ -360 h 53640"/>
                <a:gd name="textAreaBottom" fmla="*/ 53640 h 5364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182;p34"/>
            <p:cNvSpPr/>
            <p:nvPr/>
          </p:nvSpPr>
          <p:spPr>
            <a:xfrm rot="10884600" flipV="1">
              <a:off x="355320" y="270360"/>
              <a:ext cx="52920" cy="38880"/>
            </a:xfrm>
            <a:custGeom>
              <a:avLst/>
              <a:gdLst>
                <a:gd name="textAreaLeft" fmla="*/ 0 w 52920"/>
                <a:gd name="textAreaRight" fmla="*/ 53280 w 52920"/>
                <a:gd name="textAreaTop" fmla="*/ 360 h 38880"/>
                <a:gd name="textAreaBottom" fmla="*/ 3960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5" name="Google Shape;1183;p34"/>
            <p:cNvSpPr/>
            <p:nvPr/>
          </p:nvSpPr>
          <p:spPr>
            <a:xfrm rot="10884600" flipV="1">
              <a:off x="286920" y="171720"/>
              <a:ext cx="57600" cy="43560"/>
            </a:xfrm>
            <a:custGeom>
              <a:avLst/>
              <a:gdLst>
                <a:gd name="textAreaLeft" fmla="*/ 0 w 57600"/>
                <a:gd name="textAreaRight" fmla="*/ 57960 w 57600"/>
                <a:gd name="textAreaTop" fmla="*/ -360 h 43560"/>
                <a:gd name="textAreaBottom" fmla="*/ 4356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184;p34"/>
            <p:cNvSpPr/>
            <p:nvPr/>
          </p:nvSpPr>
          <p:spPr>
            <a:xfrm rot="10884600" flipV="1">
              <a:off x="462600" y="33192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7" name="Google Shape;1185;p34"/>
            <p:cNvSpPr/>
            <p:nvPr/>
          </p:nvSpPr>
          <p:spPr>
            <a:xfrm rot="10884600" flipV="1">
              <a:off x="423000" y="16632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186;p34"/>
            <p:cNvSpPr/>
            <p:nvPr/>
          </p:nvSpPr>
          <p:spPr>
            <a:xfrm rot="10884600" flipV="1">
              <a:off x="543600" y="11340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9" name="Google Shape;1187;p34"/>
            <p:cNvSpPr/>
            <p:nvPr/>
          </p:nvSpPr>
          <p:spPr>
            <a:xfrm rot="10884600" flipV="1">
              <a:off x="614880" y="-81360"/>
              <a:ext cx="28440" cy="21600"/>
            </a:xfrm>
            <a:custGeom>
              <a:avLst/>
              <a:gdLst>
                <a:gd name="textAreaLeft" fmla="*/ 0 w 28440"/>
                <a:gd name="textAreaRight" fmla="*/ 28800 w 28440"/>
                <a:gd name="textAreaTop" fmla="*/ -360 h 21600"/>
                <a:gd name="textAreaBottom" fmla="*/ 2160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188;p34"/>
            <p:cNvSpPr/>
            <p:nvPr/>
          </p:nvSpPr>
          <p:spPr>
            <a:xfrm rot="10884600" flipV="1">
              <a:off x="652680" y="-173160"/>
              <a:ext cx="25200" cy="19440"/>
            </a:xfrm>
            <a:custGeom>
              <a:avLst/>
              <a:gdLst>
                <a:gd name="textAreaLeft" fmla="*/ 0 w 25200"/>
                <a:gd name="textAreaRight" fmla="*/ 25560 w 25200"/>
                <a:gd name="textAreaTop" fmla="*/ -360 h 19440"/>
                <a:gd name="textAreaBottom" fmla="*/ 1944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1" name="Google Shape;1189;p34"/>
            <p:cNvSpPr/>
            <p:nvPr/>
          </p:nvSpPr>
          <p:spPr>
            <a:xfrm rot="10884600" flipV="1">
              <a:off x="0" y="579600"/>
              <a:ext cx="65880" cy="48240"/>
            </a:xfrm>
            <a:custGeom>
              <a:avLst/>
              <a:gdLst>
                <a:gd name="textAreaLeft" fmla="*/ 0 w 65880"/>
                <a:gd name="textAreaRight" fmla="*/ 66240 w 65880"/>
                <a:gd name="textAreaTop" fmla="*/ 360 h 48240"/>
                <a:gd name="textAreaBottom" fmla="*/ 4896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2" name="Google Shape;1190;p34"/>
            <p:cNvSpPr/>
            <p:nvPr/>
          </p:nvSpPr>
          <p:spPr>
            <a:xfrm rot="10884600" flipV="1">
              <a:off x="342360" y="70992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3" name="Google Shape;1191;p34"/>
            <p:cNvSpPr/>
            <p:nvPr/>
          </p:nvSpPr>
          <p:spPr>
            <a:xfrm rot="10884600" flipV="1">
              <a:off x="19080" y="89532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4" name="Google Shape;1192;p34"/>
            <p:cNvSpPr/>
            <p:nvPr/>
          </p:nvSpPr>
          <p:spPr>
            <a:xfrm rot="10884600" flipV="1">
              <a:off x="-4320" y="100728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5" name="Google Shape;1193;p34"/>
            <p:cNvSpPr/>
            <p:nvPr/>
          </p:nvSpPr>
          <p:spPr>
            <a:xfrm rot="10884600" flipV="1">
              <a:off x="-95040" y="1173240"/>
              <a:ext cx="41400" cy="30960"/>
            </a:xfrm>
            <a:custGeom>
              <a:avLst/>
              <a:gdLst>
                <a:gd name="textAreaLeft" fmla="*/ 0 w 41400"/>
                <a:gd name="textAreaRight" fmla="*/ 41760 w 41400"/>
                <a:gd name="textAreaTop" fmla="*/ 360 h 30960"/>
                <a:gd name="textAreaBottom" fmla="*/ 3168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26" name="Google Shape;1194;p34"/>
          <p:cNvSpPr/>
          <p:nvPr/>
        </p:nvSpPr>
        <p:spPr>
          <a:xfrm rot="6997800" flipH="1">
            <a:off x="-303480" y="4275360"/>
            <a:ext cx="1544040" cy="776520"/>
          </a:xfrm>
          <a:custGeom>
            <a:avLst/>
            <a:gdLst>
              <a:gd name="textAreaLeft" fmla="*/ -360 w 1544040"/>
              <a:gd name="textAreaRight" fmla="*/ 1544040 w 1544040"/>
              <a:gd name="textAreaTop" fmla="*/ 0 h 776520"/>
              <a:gd name="textAreaBottom" fmla="*/ 776880 h 77652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343F3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195;p34"/>
          <p:cNvSpPr/>
          <p:nvPr/>
        </p:nvSpPr>
        <p:spPr>
          <a:xfrm rot="7219200">
            <a:off x="8069040" y="4178160"/>
            <a:ext cx="1722240" cy="993960"/>
          </a:xfrm>
          <a:custGeom>
            <a:avLst/>
            <a:gdLst>
              <a:gd name="textAreaLeft" fmla="*/ 0 w 1722240"/>
              <a:gd name="textAreaRight" fmla="*/ 1722600 w 1722240"/>
              <a:gd name="textAreaTop" fmla="*/ 0 h 993960"/>
              <a:gd name="textAreaBottom" fmla="*/ 994320 h 99396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928" name="Google Shape;1196;p34"/>
          <p:cNvGrpSpPr/>
          <p:nvPr/>
        </p:nvGrpSpPr>
        <p:grpSpPr>
          <a:xfrm>
            <a:off x="8215560" y="1085760"/>
            <a:ext cx="1374840" cy="1242000"/>
            <a:chOff x="8215560" y="1085760"/>
            <a:chExt cx="1374840" cy="1242000"/>
          </a:xfrm>
        </p:grpSpPr>
        <p:sp>
          <p:nvSpPr>
            <p:cNvPr id="929" name="Google Shape;1197;p34"/>
            <p:cNvSpPr/>
            <p:nvPr/>
          </p:nvSpPr>
          <p:spPr>
            <a:xfrm rot="17431200" flipH="1">
              <a:off x="8467200" y="1179000"/>
              <a:ext cx="930960" cy="1054800"/>
            </a:xfrm>
            <a:custGeom>
              <a:avLst/>
              <a:gdLst>
                <a:gd name="textAreaLeft" fmla="*/ 360 w 930960"/>
                <a:gd name="textAreaRight" fmla="*/ 93168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0" name="Google Shape;1198;p34"/>
            <p:cNvSpPr/>
            <p:nvPr/>
          </p:nvSpPr>
          <p:spPr>
            <a:xfrm rot="17431200" flipH="1">
              <a:off x="8745840" y="1721520"/>
              <a:ext cx="38160" cy="261360"/>
            </a:xfrm>
            <a:custGeom>
              <a:avLst/>
              <a:gdLst>
                <a:gd name="textAreaLeft" fmla="*/ 360 w 38160"/>
                <a:gd name="textAreaRight" fmla="*/ 3888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199;p34"/>
            <p:cNvSpPr/>
            <p:nvPr/>
          </p:nvSpPr>
          <p:spPr>
            <a:xfrm rot="17431200" flipH="1">
              <a:off x="8717400" y="1644840"/>
              <a:ext cx="336600" cy="244080"/>
            </a:xfrm>
            <a:custGeom>
              <a:avLst/>
              <a:gdLst>
                <a:gd name="textAreaLeft" fmla="*/ -360 w 336600"/>
                <a:gd name="textAreaRight" fmla="*/ 33660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200;p34"/>
            <p:cNvSpPr/>
            <p:nvPr/>
          </p:nvSpPr>
          <p:spPr>
            <a:xfrm rot="17431200" flipH="1">
              <a:off x="8832600" y="1815480"/>
              <a:ext cx="51840" cy="329040"/>
            </a:xfrm>
            <a:custGeom>
              <a:avLst/>
              <a:gdLst>
                <a:gd name="textAreaLeft" fmla="*/ 360 w 51840"/>
                <a:gd name="textAreaRight" fmla="*/ 5256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3" name="Google Shape;1201;p34"/>
            <p:cNvSpPr/>
            <p:nvPr/>
          </p:nvSpPr>
          <p:spPr>
            <a:xfrm rot="17431200" flipH="1">
              <a:off x="8427960" y="1280520"/>
              <a:ext cx="235800" cy="617760"/>
            </a:xfrm>
            <a:custGeom>
              <a:avLst/>
              <a:gdLst>
                <a:gd name="textAreaLeft" fmla="*/ -360 w 235800"/>
                <a:gd name="textAreaRight" fmla="*/ 23580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34" name="Google Shape;1202;p34"/>
          <p:cNvSpPr/>
          <p:nvPr/>
        </p:nvSpPr>
        <p:spPr>
          <a:xfrm rot="5007000">
            <a:off x="7794720" y="145332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5" name="Google Shape;1203;p34"/>
          <p:cNvSpPr/>
          <p:nvPr/>
        </p:nvSpPr>
        <p:spPr>
          <a:xfrm flipH="1">
            <a:off x="228600" y="4864320"/>
            <a:ext cx="4714920" cy="788040"/>
          </a:xfrm>
          <a:custGeom>
            <a:avLst/>
            <a:gdLst>
              <a:gd name="textAreaLeft" fmla="*/ -360 w 4714920"/>
              <a:gd name="textAreaRight" fmla="*/ 471492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TITLE_ONLY_2_1_1_1_4">
    <p:bg>
      <p:bgPr>
        <a:solidFill>
          <a:schemeClr val="dk2"/>
        </a:solidFill>
        <a:effectLst/>
      </p:bgPr>
    </p:bg>
    <p:spTree>
      <p:nvGrpSpPr>
        <p:cNvPr id="1" name=""/>
        <p:cNvGrpSpPr/>
        <p:nvPr/>
      </p:nvGrpSpPr>
      <p:grpSpPr>
        <a:xfrm>
          <a:off x="0" y="0"/>
          <a:ext cx="0" cy="0"/>
          <a:chOff x="0" y="0"/>
          <a:chExt cx="0" cy="0"/>
        </a:xfrm>
      </p:grpSpPr>
      <p:sp>
        <p:nvSpPr>
          <p:cNvPr id="936"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937" name="Google Shape;1206;p35"/>
          <p:cNvSpPr/>
          <p:nvPr/>
        </p:nvSpPr>
        <p:spPr>
          <a:xfrm rot="14072400" flipH="1">
            <a:off x="8427240" y="4173120"/>
            <a:ext cx="930960" cy="667440"/>
          </a:xfrm>
          <a:custGeom>
            <a:avLst/>
            <a:gdLst>
              <a:gd name="textAreaLeft" fmla="*/ 360 w 930960"/>
              <a:gd name="textAreaRight" fmla="*/ 931680 w 930960"/>
              <a:gd name="textAreaTop" fmla="*/ 0 h 667440"/>
              <a:gd name="textAreaBottom" fmla="*/ 667800 h 66744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207;p35"/>
          <p:cNvSpPr/>
          <p:nvPr/>
        </p:nvSpPr>
        <p:spPr>
          <a:xfrm rot="1001400">
            <a:off x="7869240" y="-4140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208;p35"/>
          <p:cNvSpPr/>
          <p:nvPr/>
        </p:nvSpPr>
        <p:spPr>
          <a:xfrm rot="1332000" flipH="1">
            <a:off x="-788400" y="4158720"/>
            <a:ext cx="3157920" cy="1822320"/>
          </a:xfrm>
          <a:custGeom>
            <a:avLst/>
            <a:gdLst>
              <a:gd name="textAreaLeft" fmla="*/ 360 w 3157920"/>
              <a:gd name="textAreaRight" fmla="*/ 3158640 w 3157920"/>
              <a:gd name="textAreaTop" fmla="*/ 0 h 1822320"/>
              <a:gd name="textAreaBottom" fmla="*/ 1822680 h 182232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40" name="Google Shape;1209;p35"/>
          <p:cNvGrpSpPr/>
          <p:nvPr/>
        </p:nvGrpSpPr>
        <p:grpSpPr>
          <a:xfrm>
            <a:off x="7749000" y="3256200"/>
            <a:ext cx="1395000" cy="1361520"/>
            <a:chOff x="7749000" y="3256200"/>
            <a:chExt cx="1395000" cy="1361520"/>
          </a:xfrm>
        </p:grpSpPr>
        <p:sp>
          <p:nvSpPr>
            <p:cNvPr id="941" name="Google Shape;1210;p35"/>
            <p:cNvSpPr/>
            <p:nvPr/>
          </p:nvSpPr>
          <p:spPr>
            <a:xfrm rot="3361800">
              <a:off x="7980840" y="340920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2" name="Google Shape;1211;p35"/>
            <p:cNvSpPr/>
            <p:nvPr/>
          </p:nvSpPr>
          <p:spPr>
            <a:xfrm rot="3361800">
              <a:off x="8651880" y="386712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3" name="Google Shape;1212;p35"/>
            <p:cNvSpPr/>
            <p:nvPr/>
          </p:nvSpPr>
          <p:spPr>
            <a:xfrm rot="3361800">
              <a:off x="8623800" y="39085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213;p35"/>
            <p:cNvSpPr/>
            <p:nvPr/>
          </p:nvSpPr>
          <p:spPr>
            <a:xfrm rot="3361800">
              <a:off x="8337240" y="386244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5" name="Google Shape;1214;p35"/>
            <p:cNvSpPr/>
            <p:nvPr/>
          </p:nvSpPr>
          <p:spPr>
            <a:xfrm rot="3361800">
              <a:off x="8556120" y="402084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6" name="Google Shape;1215;p35"/>
            <p:cNvSpPr/>
            <p:nvPr/>
          </p:nvSpPr>
          <p:spPr>
            <a:xfrm rot="3361800">
              <a:off x="8677080" y="342360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47" name="Google Shape;1216;p35"/>
          <p:cNvSpPr/>
          <p:nvPr/>
        </p:nvSpPr>
        <p:spPr>
          <a:xfrm rot="8792400">
            <a:off x="7351200" y="43678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8" name="Google Shape;1217;p35"/>
          <p:cNvSpPr/>
          <p:nvPr/>
        </p:nvSpPr>
        <p:spPr>
          <a:xfrm rot="16200000">
            <a:off x="-845280" y="25992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49" name="Google Shape;1218;p35"/>
          <p:cNvGrpSpPr/>
          <p:nvPr/>
        </p:nvGrpSpPr>
        <p:grpSpPr>
          <a:xfrm>
            <a:off x="7203600" y="4295160"/>
            <a:ext cx="741240" cy="1194840"/>
            <a:chOff x="7203600" y="4295160"/>
            <a:chExt cx="741240" cy="1194840"/>
          </a:xfrm>
        </p:grpSpPr>
        <p:sp>
          <p:nvSpPr>
            <p:cNvPr id="950" name="Google Shape;1219;p35"/>
            <p:cNvSpPr/>
            <p:nvPr/>
          </p:nvSpPr>
          <p:spPr>
            <a:xfrm rot="3521400">
              <a:off x="7412040" y="489744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1" name="Google Shape;1220;p35"/>
            <p:cNvSpPr/>
            <p:nvPr/>
          </p:nvSpPr>
          <p:spPr>
            <a:xfrm rot="3521400">
              <a:off x="7443360" y="50004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221;p35"/>
            <p:cNvSpPr/>
            <p:nvPr/>
          </p:nvSpPr>
          <p:spPr>
            <a:xfrm rot="3521400">
              <a:off x="7485840" y="490608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3" name="Google Shape;1222;p35"/>
            <p:cNvSpPr/>
            <p:nvPr/>
          </p:nvSpPr>
          <p:spPr>
            <a:xfrm rot="3521400">
              <a:off x="7661160" y="50619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4" name="Google Shape;1223;p35"/>
            <p:cNvSpPr/>
            <p:nvPr/>
          </p:nvSpPr>
          <p:spPr>
            <a:xfrm rot="3521400">
              <a:off x="7507440" y="50407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5" name="Google Shape;1224;p35"/>
            <p:cNvSpPr/>
            <p:nvPr/>
          </p:nvSpPr>
          <p:spPr>
            <a:xfrm rot="3521400">
              <a:off x="7391520" y="522648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6" name="Google Shape;1225;p35"/>
            <p:cNvSpPr/>
            <p:nvPr/>
          </p:nvSpPr>
          <p:spPr>
            <a:xfrm rot="3521400">
              <a:off x="7561800" y="49233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226;p35"/>
            <p:cNvSpPr/>
            <p:nvPr/>
          </p:nvSpPr>
          <p:spPr>
            <a:xfrm rot="3521400">
              <a:off x="7651440" y="47628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8" name="Google Shape;1227;p35"/>
            <p:cNvSpPr/>
            <p:nvPr/>
          </p:nvSpPr>
          <p:spPr>
            <a:xfrm rot="3521400">
              <a:off x="7764840" y="477036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9" name="Google Shape;1228;p35"/>
            <p:cNvSpPr/>
            <p:nvPr/>
          </p:nvSpPr>
          <p:spPr>
            <a:xfrm rot="3521400">
              <a:off x="7522200" y="46879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0" name="Google Shape;1229;p35"/>
            <p:cNvSpPr/>
            <p:nvPr/>
          </p:nvSpPr>
          <p:spPr>
            <a:xfrm rot="3521400">
              <a:off x="7708680" y="465300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230;p35"/>
            <p:cNvSpPr/>
            <p:nvPr/>
          </p:nvSpPr>
          <p:spPr>
            <a:xfrm rot="3521400">
              <a:off x="7723080" y="45385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2" name="Google Shape;1231;p35"/>
            <p:cNvSpPr/>
            <p:nvPr/>
          </p:nvSpPr>
          <p:spPr>
            <a:xfrm rot="3521400">
              <a:off x="7853400" y="437796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3" name="Google Shape;1232;p35"/>
            <p:cNvSpPr/>
            <p:nvPr/>
          </p:nvSpPr>
          <p:spPr>
            <a:xfrm rot="3521400">
              <a:off x="7917480" y="43009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233;p35"/>
            <p:cNvSpPr/>
            <p:nvPr/>
          </p:nvSpPr>
          <p:spPr>
            <a:xfrm rot="3521400">
              <a:off x="7545960" y="521748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5" name="Google Shape;1234;p35"/>
            <p:cNvSpPr/>
            <p:nvPr/>
          </p:nvSpPr>
          <p:spPr>
            <a:xfrm rot="3521400">
              <a:off x="7258320" y="49827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1235;p35"/>
            <p:cNvSpPr/>
            <p:nvPr/>
          </p:nvSpPr>
          <p:spPr>
            <a:xfrm rot="3521400">
              <a:off x="7292520" y="537480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7" name="Google Shape;1236;p35"/>
            <p:cNvSpPr/>
            <p:nvPr/>
          </p:nvSpPr>
          <p:spPr>
            <a:xfrm rot="3521400">
              <a:off x="7206480" y="545184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68" name="Google Shape;1237;p35"/>
          <p:cNvGrpSpPr/>
          <p:nvPr/>
        </p:nvGrpSpPr>
        <p:grpSpPr>
          <a:xfrm>
            <a:off x="-231120" y="1240920"/>
            <a:ext cx="496440" cy="1515600"/>
            <a:chOff x="-231120" y="1240920"/>
            <a:chExt cx="496440" cy="1515600"/>
          </a:xfrm>
        </p:grpSpPr>
        <p:sp>
          <p:nvSpPr>
            <p:cNvPr id="969" name="Google Shape;1238;p35"/>
            <p:cNvSpPr/>
            <p:nvPr/>
          </p:nvSpPr>
          <p:spPr>
            <a:xfrm rot="10113600" flipV="1">
              <a:off x="142560" y="201852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0" name="Google Shape;1239;p35"/>
            <p:cNvSpPr/>
            <p:nvPr/>
          </p:nvSpPr>
          <p:spPr>
            <a:xfrm rot="10113600" flipV="1">
              <a:off x="43560" y="206496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240;p35"/>
            <p:cNvSpPr/>
            <p:nvPr/>
          </p:nvSpPr>
          <p:spPr>
            <a:xfrm rot="10113600" flipV="1">
              <a:off x="73800" y="1965240"/>
              <a:ext cx="35640" cy="31680"/>
            </a:xfrm>
            <a:custGeom>
              <a:avLst/>
              <a:gdLst>
                <a:gd name="textAreaLeft" fmla="*/ 0 w 35640"/>
                <a:gd name="textAreaRight" fmla="*/ 36000 w 35640"/>
                <a:gd name="textAreaTop" fmla="*/ 360 h 31680"/>
                <a:gd name="textAreaBottom" fmla="*/ 3240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2" name="Google Shape;1241;p35"/>
            <p:cNvSpPr/>
            <p:nvPr/>
          </p:nvSpPr>
          <p:spPr>
            <a:xfrm rot="10113600" flipV="1">
              <a:off x="-159480" y="1941840"/>
              <a:ext cx="36720" cy="30240"/>
            </a:xfrm>
            <a:custGeom>
              <a:avLst/>
              <a:gdLst>
                <a:gd name="textAreaLeft" fmla="*/ 0 w 36720"/>
                <a:gd name="textAreaRight" fmla="*/ 37080 w 36720"/>
                <a:gd name="textAreaTop" fmla="*/ 360 h 30240"/>
                <a:gd name="textAreaBottom" fmla="*/ 30960 h 3024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3" name="Google Shape;1242;p35"/>
            <p:cNvSpPr/>
            <p:nvPr/>
          </p:nvSpPr>
          <p:spPr>
            <a:xfrm rot="10113600" flipV="1">
              <a:off x="-41400" y="204012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4" name="Google Shape;1243;p35"/>
            <p:cNvSpPr/>
            <p:nvPr/>
          </p:nvSpPr>
          <p:spPr>
            <a:xfrm rot="10113600" flipV="1">
              <a:off x="-96840" y="2251440"/>
              <a:ext cx="32040" cy="39960"/>
            </a:xfrm>
            <a:custGeom>
              <a:avLst/>
              <a:gdLst>
                <a:gd name="textAreaLeft" fmla="*/ 0 w 32040"/>
                <a:gd name="textAreaRight" fmla="*/ 32400 w 32040"/>
                <a:gd name="textAreaTop" fmla="*/ -360 h 39960"/>
                <a:gd name="textAreaBottom" fmla="*/ 39960 h 3996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244;p35"/>
            <p:cNvSpPr/>
            <p:nvPr/>
          </p:nvSpPr>
          <p:spPr>
            <a:xfrm rot="10113600" flipV="1">
              <a:off x="-10800" y="1911600"/>
              <a:ext cx="50760" cy="54000"/>
            </a:xfrm>
            <a:custGeom>
              <a:avLst/>
              <a:gdLst>
                <a:gd name="textAreaLeft" fmla="*/ 0 w 50760"/>
                <a:gd name="textAreaRight" fmla="*/ 51120 w 50760"/>
                <a:gd name="textAreaTop" fmla="*/ 360 h 54000"/>
                <a:gd name="textAreaBottom" fmla="*/ 5472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6" name="Google Shape;1245;p35"/>
            <p:cNvSpPr/>
            <p:nvPr/>
          </p:nvSpPr>
          <p:spPr>
            <a:xfrm rot="10113600" flipV="1">
              <a:off x="49320" y="1738440"/>
              <a:ext cx="52920" cy="38880"/>
            </a:xfrm>
            <a:custGeom>
              <a:avLst/>
              <a:gdLst>
                <a:gd name="textAreaLeft" fmla="*/ 0 w 52920"/>
                <a:gd name="textAreaRight" fmla="*/ 53280 w 52920"/>
                <a:gd name="textAreaTop" fmla="*/ 360 h 38880"/>
                <a:gd name="textAreaBottom" fmla="*/ 3960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246;p35"/>
            <p:cNvSpPr/>
            <p:nvPr/>
          </p:nvSpPr>
          <p:spPr>
            <a:xfrm rot="10113600" flipV="1">
              <a:off x="-38160" y="1658880"/>
              <a:ext cx="57600" cy="43200"/>
            </a:xfrm>
            <a:custGeom>
              <a:avLst/>
              <a:gdLst>
                <a:gd name="textAreaLeft" fmla="*/ 0 w 57600"/>
                <a:gd name="textAreaRight" fmla="*/ 57960 w 57600"/>
                <a:gd name="textAreaTop" fmla="*/ 360 h 43200"/>
                <a:gd name="textAreaBottom" fmla="*/ 43920 h 4320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8" name="Google Shape;1247;p35"/>
            <p:cNvSpPr/>
            <p:nvPr/>
          </p:nvSpPr>
          <p:spPr>
            <a:xfrm rot="10113600" flipV="1">
              <a:off x="169200" y="177300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248;p35"/>
            <p:cNvSpPr/>
            <p:nvPr/>
          </p:nvSpPr>
          <p:spPr>
            <a:xfrm rot="10113600" flipV="1">
              <a:off x="92520" y="162324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0" name="Google Shape;1249;p35"/>
            <p:cNvSpPr/>
            <p:nvPr/>
          </p:nvSpPr>
          <p:spPr>
            <a:xfrm rot="10113600" flipV="1">
              <a:off x="196200" y="154692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1" name="Google Shape;1250;p35"/>
            <p:cNvSpPr/>
            <p:nvPr/>
          </p:nvSpPr>
          <p:spPr>
            <a:xfrm rot="10113600" flipV="1">
              <a:off x="222120" y="1341720"/>
              <a:ext cx="28440" cy="21240"/>
            </a:xfrm>
            <a:custGeom>
              <a:avLst/>
              <a:gdLst>
                <a:gd name="textAreaLeft" fmla="*/ 0 w 28440"/>
                <a:gd name="textAreaRight" fmla="*/ 28800 w 28440"/>
                <a:gd name="textAreaTop" fmla="*/ -360 h 21240"/>
                <a:gd name="textAreaBottom" fmla="*/ 21240 h 2124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2" name="Google Shape;1251;p35"/>
            <p:cNvSpPr/>
            <p:nvPr/>
          </p:nvSpPr>
          <p:spPr>
            <a:xfrm rot="10113600" flipV="1">
              <a:off x="238680" y="124272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3" name="Google Shape;1252;p35"/>
            <p:cNvSpPr/>
            <p:nvPr/>
          </p:nvSpPr>
          <p:spPr>
            <a:xfrm rot="10113600" flipV="1">
              <a:off x="-226800" y="2118600"/>
              <a:ext cx="65880" cy="48600"/>
            </a:xfrm>
            <a:custGeom>
              <a:avLst/>
              <a:gdLst>
                <a:gd name="textAreaLeft" fmla="*/ 0 w 65880"/>
                <a:gd name="textAreaRight" fmla="*/ 66240 w 65880"/>
                <a:gd name="textAreaTop" fmla="*/ -360 h 48600"/>
                <a:gd name="textAreaBottom" fmla="*/ 48600 h 4860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480" bIns="24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253;p35"/>
            <p:cNvSpPr/>
            <p:nvPr/>
          </p:nvSpPr>
          <p:spPr>
            <a:xfrm rot="10113600" flipV="1">
              <a:off x="135360" y="216864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5" name="Google Shape;1254;p35"/>
            <p:cNvSpPr/>
            <p:nvPr/>
          </p:nvSpPr>
          <p:spPr>
            <a:xfrm rot="10113600" flipV="1">
              <a:off x="-139680" y="242532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6" name="Google Shape;1255;p35"/>
            <p:cNvSpPr/>
            <p:nvPr/>
          </p:nvSpPr>
          <p:spPr>
            <a:xfrm rot="10113600" flipV="1">
              <a:off x="-137520" y="253980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256;p35"/>
            <p:cNvSpPr/>
            <p:nvPr/>
          </p:nvSpPr>
          <p:spPr>
            <a:xfrm rot="10113600" flipV="1">
              <a:off x="-189720" y="2721240"/>
              <a:ext cx="41400" cy="30960"/>
            </a:xfrm>
            <a:custGeom>
              <a:avLst/>
              <a:gdLst>
                <a:gd name="textAreaLeft" fmla="*/ 0 w 41400"/>
                <a:gd name="textAreaRight" fmla="*/ 41760 w 41400"/>
                <a:gd name="textAreaTop" fmla="*/ 360 h 30960"/>
                <a:gd name="textAreaBottom" fmla="*/ 3168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988" name="Google Shape;1257;p35"/>
          <p:cNvSpPr/>
          <p:nvPr/>
        </p:nvSpPr>
        <p:spPr>
          <a:xfrm rot="7252800">
            <a:off x="7634880" y="433368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89" name="Google Shape;1258;p35"/>
          <p:cNvGrpSpPr/>
          <p:nvPr/>
        </p:nvGrpSpPr>
        <p:grpSpPr>
          <a:xfrm>
            <a:off x="8342280" y="91800"/>
            <a:ext cx="464040" cy="1268280"/>
            <a:chOff x="8342280" y="91800"/>
            <a:chExt cx="464040" cy="1268280"/>
          </a:xfrm>
        </p:grpSpPr>
        <p:sp>
          <p:nvSpPr>
            <p:cNvPr id="990" name="Google Shape;1259;p35"/>
            <p:cNvSpPr/>
            <p:nvPr/>
          </p:nvSpPr>
          <p:spPr>
            <a:xfrm rot="2210400">
              <a:off x="8457480" y="5457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1" name="Google Shape;1260;p35"/>
            <p:cNvSpPr/>
            <p:nvPr/>
          </p:nvSpPr>
          <p:spPr>
            <a:xfrm rot="2210400">
              <a:off x="8525520" y="62892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2" name="Google Shape;1261;p35"/>
            <p:cNvSpPr/>
            <p:nvPr/>
          </p:nvSpPr>
          <p:spPr>
            <a:xfrm rot="2210400">
              <a:off x="8531280" y="5238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3" name="Google Shape;1262;p35"/>
            <p:cNvSpPr/>
            <p:nvPr/>
          </p:nvSpPr>
          <p:spPr>
            <a:xfrm rot="2210400">
              <a:off x="8751600" y="6037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4" name="Google Shape;1263;p35"/>
            <p:cNvSpPr/>
            <p:nvPr/>
          </p:nvSpPr>
          <p:spPr>
            <a:xfrm rot="2210400">
              <a:off x="8601480" y="64080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5" name="Google Shape;1264;p35"/>
            <p:cNvSpPr/>
            <p:nvPr/>
          </p:nvSpPr>
          <p:spPr>
            <a:xfrm rot="2210400">
              <a:off x="8564760" y="8568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6" name="Google Shape;1265;p35"/>
            <p:cNvSpPr/>
            <p:nvPr/>
          </p:nvSpPr>
          <p:spPr>
            <a:xfrm rot="2210400">
              <a:off x="8611560" y="50832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7" name="Google Shape;1266;p35"/>
            <p:cNvSpPr/>
            <p:nvPr/>
          </p:nvSpPr>
          <p:spPr>
            <a:xfrm rot="2210400">
              <a:off x="8632440" y="32616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8" name="Google Shape;1267;p35"/>
            <p:cNvSpPr/>
            <p:nvPr/>
          </p:nvSpPr>
          <p:spPr>
            <a:xfrm rot="2210400">
              <a:off x="8741160" y="2894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9" name="Google Shape;1268;p35"/>
            <p:cNvSpPr/>
            <p:nvPr/>
          </p:nvSpPr>
          <p:spPr>
            <a:xfrm rot="2210400">
              <a:off x="8487000" y="3002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0" name="Google Shape;1269;p35"/>
            <p:cNvSpPr/>
            <p:nvPr/>
          </p:nvSpPr>
          <p:spPr>
            <a:xfrm rot="2210400">
              <a:off x="8645760" y="2030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1" name="Google Shape;1270;p35"/>
            <p:cNvSpPr/>
            <p:nvPr/>
          </p:nvSpPr>
          <p:spPr>
            <a:xfrm rot="2210400">
              <a:off x="8612640" y="97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2" name="Google Shape;1271;p35"/>
            <p:cNvSpPr/>
            <p:nvPr/>
          </p:nvSpPr>
          <p:spPr>
            <a:xfrm rot="2210400">
              <a:off x="8705520" y="7848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3" name="Google Shape;1272;p35"/>
            <p:cNvSpPr/>
            <p:nvPr/>
          </p:nvSpPr>
          <p:spPr>
            <a:xfrm rot="2210400">
              <a:off x="8351640" y="6728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4" name="Google Shape;1273;p35"/>
            <p:cNvSpPr/>
            <p:nvPr/>
          </p:nvSpPr>
          <p:spPr>
            <a:xfrm rot="2210400">
              <a:off x="8525880" y="103104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5" name="Google Shape;1274;p35"/>
            <p:cNvSpPr/>
            <p:nvPr/>
          </p:nvSpPr>
          <p:spPr>
            <a:xfrm rot="2210400">
              <a:off x="8474760" y="11343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6" name="Google Shape;1275;p35"/>
            <p:cNvSpPr/>
            <p:nvPr/>
          </p:nvSpPr>
          <p:spPr>
            <a:xfrm rot="2210400">
              <a:off x="8439840" y="131940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ECTION_HEADER_1">
    <p:bg>
      <p:bgPr>
        <a:solidFill>
          <a:schemeClr val="accent2"/>
        </a:solidFill>
        <a:effectLst/>
      </p:bgPr>
    </p:bg>
    <p:spTree>
      <p:nvGrpSpPr>
        <p:cNvPr id="1" name=""/>
        <p:cNvGrpSpPr/>
        <p:nvPr/>
      </p:nvGrpSpPr>
      <p:grpSpPr>
        <a:xfrm>
          <a:off x="0" y="0"/>
          <a:ext cx="0" cy="0"/>
          <a:chOff x="0" y="0"/>
          <a:chExt cx="0" cy="0"/>
        </a:xfrm>
      </p:grpSpPr>
      <p:sp>
        <p:nvSpPr>
          <p:cNvPr id="1007" name="Google Shape;1277;p36"/>
          <p:cNvSpPr/>
          <p:nvPr/>
        </p:nvSpPr>
        <p:spPr>
          <a:xfrm>
            <a:off x="5080320" y="4349520"/>
            <a:ext cx="4559760" cy="978480"/>
          </a:xfrm>
          <a:custGeom>
            <a:avLst/>
            <a:gdLst>
              <a:gd name="textAreaLeft" fmla="*/ 0 w 4559760"/>
              <a:gd name="textAreaRight" fmla="*/ 4560120 w 4559760"/>
              <a:gd name="textAreaTop" fmla="*/ 0 h 978480"/>
              <a:gd name="textAreaBottom" fmla="*/ 978840 h 97848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8" name="Google Shape;1278;p36"/>
          <p:cNvSpPr/>
          <p:nvPr/>
        </p:nvSpPr>
        <p:spPr>
          <a:xfrm rot="4526400">
            <a:off x="6282360" y="340560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9" name="Google Shape;1279;p36"/>
          <p:cNvSpPr/>
          <p:nvPr/>
        </p:nvSpPr>
        <p:spPr>
          <a:xfrm rot="16486200">
            <a:off x="186840" y="4427280"/>
            <a:ext cx="1169280" cy="587880"/>
          </a:xfrm>
          <a:custGeom>
            <a:avLst/>
            <a:gdLst>
              <a:gd name="textAreaLeft" fmla="*/ 0 w 1169280"/>
              <a:gd name="textAreaRight" fmla="*/ 1169640 w 1169280"/>
              <a:gd name="textAreaTop" fmla="*/ 0 h 587880"/>
              <a:gd name="textAreaBottom" fmla="*/ 588240 h 587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0" name="Google Shape;1280;p36"/>
          <p:cNvSpPr/>
          <p:nvPr/>
        </p:nvSpPr>
        <p:spPr>
          <a:xfrm rot="7200000">
            <a:off x="289800" y="1767960"/>
            <a:ext cx="8786520" cy="6630120"/>
          </a:xfrm>
          <a:custGeom>
            <a:avLst/>
            <a:gdLst>
              <a:gd name="textAreaLeft" fmla="*/ 0 w 8786520"/>
              <a:gd name="textAreaRight" fmla="*/ 8786880 w 8786520"/>
              <a:gd name="textAreaTop" fmla="*/ 0 h 6630120"/>
              <a:gd name="textAreaBottom" fmla="*/ 6630480 h 66301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PlaceHolder 1"/>
          <p:cNvSpPr>
            <a:spLocks noGrp="1"/>
          </p:cNvSpPr>
          <p:nvPr>
            <p:ph type="title"/>
          </p:nvPr>
        </p:nvSpPr>
        <p:spPr>
          <a:xfrm>
            <a:off x="2121120" y="1914840"/>
            <a:ext cx="4901760" cy="141300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012" name="PlaceHolder 2"/>
          <p:cNvSpPr>
            <a:spLocks noGrp="1"/>
          </p:cNvSpPr>
          <p:nvPr>
            <p:ph type="title"/>
          </p:nvPr>
        </p:nvSpPr>
        <p:spPr>
          <a:xfrm>
            <a:off x="3291480" y="927720"/>
            <a:ext cx="2561040" cy="1218960"/>
          </a:xfrm>
          <a:prstGeom prst="rect">
            <a:avLst/>
          </a:prstGeom>
          <a:noFill/>
          <a:ln w="0">
            <a:noFill/>
          </a:ln>
        </p:spPr>
        <p:txBody>
          <a:bodyPr lIns="91440" tIns="91440" rIns="91440" bIns="91440" anchor="t">
            <a:noAutofit/>
          </a:bodyPr>
          <a:lstStyle/>
          <a:p>
            <a:pPr indent="0" algn="ctr">
              <a:lnSpc>
                <a:spcPct val="100000"/>
              </a:lnSpc>
              <a:buNone/>
            </a:pPr>
            <a:r>
              <a:rPr lang="fr-FR" sz="7000" b="0" u="none" strike="noStrike">
                <a:solidFill>
                  <a:schemeClr val="lt1"/>
                </a:solidFill>
                <a:effectLst/>
                <a:uFillTx/>
                <a:latin typeface="Calistoga"/>
                <a:ea typeface="Calistoga"/>
              </a:rPr>
              <a:t>xx%</a:t>
            </a:r>
            <a:endParaRPr lang="fr-FR" sz="7000" b="0" u="none" strike="noStrike">
              <a:solidFill>
                <a:schemeClr val="dk1"/>
              </a:solidFill>
              <a:effectLst/>
              <a:uFillTx/>
              <a:latin typeface="Arial"/>
            </a:endParaRPr>
          </a:p>
        </p:txBody>
      </p:sp>
      <p:sp>
        <p:nvSpPr>
          <p:cNvPr id="1013" name="Google Shape;1284;p36"/>
          <p:cNvSpPr/>
          <p:nvPr/>
        </p:nvSpPr>
        <p:spPr>
          <a:xfrm rot="17937000">
            <a:off x="-918720" y="158040"/>
            <a:ext cx="3264120" cy="2604600"/>
          </a:xfrm>
          <a:custGeom>
            <a:avLst/>
            <a:gdLst>
              <a:gd name="textAreaLeft" fmla="*/ 0 w 3264120"/>
              <a:gd name="textAreaRight" fmla="*/ 3264480 w 3264120"/>
              <a:gd name="textAreaTop" fmla="*/ 0 h 2604600"/>
              <a:gd name="textAreaBottom" fmla="*/ 2604960 h 260460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014" name="Google Shape;1285;p36"/>
          <p:cNvGrpSpPr/>
          <p:nvPr/>
        </p:nvGrpSpPr>
        <p:grpSpPr>
          <a:xfrm>
            <a:off x="1576440" y="1235520"/>
            <a:ext cx="740880" cy="1194840"/>
            <a:chOff x="1576440" y="1235520"/>
            <a:chExt cx="740880" cy="1194840"/>
          </a:xfrm>
        </p:grpSpPr>
        <p:sp>
          <p:nvSpPr>
            <p:cNvPr id="1015" name="Google Shape;1286;p36"/>
            <p:cNvSpPr/>
            <p:nvPr/>
          </p:nvSpPr>
          <p:spPr>
            <a:xfrm rot="3521400">
              <a:off x="1784520" y="1838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6" name="Google Shape;1287;p36"/>
            <p:cNvSpPr/>
            <p:nvPr/>
          </p:nvSpPr>
          <p:spPr>
            <a:xfrm rot="3521400">
              <a:off x="1815840" y="194112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7" name="Google Shape;1288;p36"/>
            <p:cNvSpPr/>
            <p:nvPr/>
          </p:nvSpPr>
          <p:spPr>
            <a:xfrm rot="3521400">
              <a:off x="1858320" y="184644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8" name="Google Shape;1289;p36"/>
            <p:cNvSpPr/>
            <p:nvPr/>
          </p:nvSpPr>
          <p:spPr>
            <a:xfrm rot="3521400">
              <a:off x="2034000" y="200268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9" name="Google Shape;1290;p36"/>
            <p:cNvSpPr/>
            <p:nvPr/>
          </p:nvSpPr>
          <p:spPr>
            <a:xfrm rot="3521400">
              <a:off x="1879920" y="19814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0" name="Google Shape;1291;p36"/>
            <p:cNvSpPr/>
            <p:nvPr/>
          </p:nvSpPr>
          <p:spPr>
            <a:xfrm rot="3521400">
              <a:off x="1764000" y="21668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1" name="Google Shape;1292;p36"/>
            <p:cNvSpPr/>
            <p:nvPr/>
          </p:nvSpPr>
          <p:spPr>
            <a:xfrm rot="3521400">
              <a:off x="1934280" y="186408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293;p36"/>
            <p:cNvSpPr/>
            <p:nvPr/>
          </p:nvSpPr>
          <p:spPr>
            <a:xfrm rot="3521400">
              <a:off x="2024280" y="170352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3" name="Google Shape;1294;p36"/>
            <p:cNvSpPr/>
            <p:nvPr/>
          </p:nvSpPr>
          <p:spPr>
            <a:xfrm rot="3521400">
              <a:off x="2137320" y="171108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295;p36"/>
            <p:cNvSpPr/>
            <p:nvPr/>
          </p:nvSpPr>
          <p:spPr>
            <a:xfrm rot="3521400">
              <a:off x="1894680" y="16286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5" name="Google Shape;1296;p36"/>
            <p:cNvSpPr/>
            <p:nvPr/>
          </p:nvSpPr>
          <p:spPr>
            <a:xfrm rot="3521400">
              <a:off x="2081160" y="159372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6" name="Google Shape;1297;p36"/>
            <p:cNvSpPr/>
            <p:nvPr/>
          </p:nvSpPr>
          <p:spPr>
            <a:xfrm rot="3521400">
              <a:off x="2095560" y="14788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7" name="Google Shape;1298;p36"/>
            <p:cNvSpPr/>
            <p:nvPr/>
          </p:nvSpPr>
          <p:spPr>
            <a:xfrm rot="3521400">
              <a:off x="2225880" y="131832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8" name="Google Shape;1299;p36"/>
            <p:cNvSpPr/>
            <p:nvPr/>
          </p:nvSpPr>
          <p:spPr>
            <a:xfrm rot="3521400">
              <a:off x="2289960" y="12412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300;p36"/>
            <p:cNvSpPr/>
            <p:nvPr/>
          </p:nvSpPr>
          <p:spPr>
            <a:xfrm rot="3521400">
              <a:off x="1918800" y="21582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0" name="Google Shape;1301;p36"/>
            <p:cNvSpPr/>
            <p:nvPr/>
          </p:nvSpPr>
          <p:spPr>
            <a:xfrm rot="3521400">
              <a:off x="1630800" y="192312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1" name="Google Shape;1302;p36"/>
            <p:cNvSpPr/>
            <p:nvPr/>
          </p:nvSpPr>
          <p:spPr>
            <a:xfrm rot="3521400">
              <a:off x="1665000" y="23151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2" name="Google Shape;1303;p36"/>
            <p:cNvSpPr/>
            <p:nvPr/>
          </p:nvSpPr>
          <p:spPr>
            <a:xfrm rot="3521400">
              <a:off x="1579320" y="239220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3" name="Google Shape;1304;p36"/>
          <p:cNvGrpSpPr/>
          <p:nvPr/>
        </p:nvGrpSpPr>
        <p:grpSpPr>
          <a:xfrm>
            <a:off x="1401840" y="267120"/>
            <a:ext cx="1075320" cy="1406520"/>
            <a:chOff x="1401840" y="267120"/>
            <a:chExt cx="1075320" cy="1406520"/>
          </a:xfrm>
        </p:grpSpPr>
        <p:sp>
          <p:nvSpPr>
            <p:cNvPr id="1034" name="Google Shape;1305;p36"/>
            <p:cNvSpPr/>
            <p:nvPr/>
          </p:nvSpPr>
          <p:spPr>
            <a:xfrm rot="1149000">
              <a:off x="1612800" y="2937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306;p36"/>
            <p:cNvSpPr/>
            <p:nvPr/>
          </p:nvSpPr>
          <p:spPr>
            <a:xfrm rot="1149000">
              <a:off x="1957680" y="99180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6" name="Google Shape;1307;p36"/>
            <p:cNvSpPr/>
            <p:nvPr/>
          </p:nvSpPr>
          <p:spPr>
            <a:xfrm rot="1149000">
              <a:off x="1840680" y="105048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7" name="Google Shape;1308;p36"/>
            <p:cNvSpPr/>
            <p:nvPr/>
          </p:nvSpPr>
          <p:spPr>
            <a:xfrm rot="1149000">
              <a:off x="1806840" y="83268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8" name="Google Shape;1309;p36"/>
            <p:cNvSpPr/>
            <p:nvPr/>
          </p:nvSpPr>
          <p:spPr>
            <a:xfrm rot="1149000">
              <a:off x="1703520" y="114660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9" name="Google Shape;1310;p36"/>
            <p:cNvSpPr/>
            <p:nvPr/>
          </p:nvSpPr>
          <p:spPr>
            <a:xfrm rot="1149000">
              <a:off x="1994400" y="6390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0" name="Google Shape;1311;p36"/>
            <p:cNvSpPr/>
            <p:nvPr/>
          </p:nvSpPr>
          <p:spPr>
            <a:xfrm rot="1149000">
              <a:off x="1957680" y="99180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041" name="Google Shape;1312;p36"/>
          <p:cNvSpPr/>
          <p:nvPr/>
        </p:nvSpPr>
        <p:spPr>
          <a:xfrm rot="1215000">
            <a:off x="7284240" y="1706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SECTION_HEADER_1_1_1">
    <p:bg>
      <p:bgPr>
        <a:solidFill>
          <a:schemeClr val="accent2"/>
        </a:solidFill>
        <a:effectLst/>
      </p:bgPr>
    </p:bg>
    <p:spTree>
      <p:nvGrpSpPr>
        <p:cNvPr id="1" name=""/>
        <p:cNvGrpSpPr/>
        <p:nvPr/>
      </p:nvGrpSpPr>
      <p:grpSpPr>
        <a:xfrm>
          <a:off x="0" y="0"/>
          <a:ext cx="0" cy="0"/>
          <a:chOff x="0" y="0"/>
          <a:chExt cx="0" cy="0"/>
        </a:xfrm>
      </p:grpSpPr>
      <p:sp>
        <p:nvSpPr>
          <p:cNvPr id="1110" name="Google Shape;1384;p38"/>
          <p:cNvSpPr/>
          <p:nvPr/>
        </p:nvSpPr>
        <p:spPr>
          <a:xfrm rot="5113800" flipH="1">
            <a:off x="1288440" y="3598920"/>
            <a:ext cx="1169280" cy="587880"/>
          </a:xfrm>
          <a:custGeom>
            <a:avLst/>
            <a:gdLst>
              <a:gd name="textAreaLeft" fmla="*/ 360 w 1169280"/>
              <a:gd name="textAreaRight" fmla="*/ 1170000 w 1169280"/>
              <a:gd name="textAreaTop" fmla="*/ 0 h 587880"/>
              <a:gd name="textAreaBottom" fmla="*/ 588240 h 587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1" name="Google Shape;1385;p38"/>
          <p:cNvSpPr/>
          <p:nvPr/>
        </p:nvSpPr>
        <p:spPr>
          <a:xfrm rot="14662200">
            <a:off x="2401200" y="249156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2" name="Google Shape;1386;p38"/>
          <p:cNvSpPr/>
          <p:nvPr/>
        </p:nvSpPr>
        <p:spPr>
          <a:xfrm rot="14400000" flipH="1">
            <a:off x="1587960" y="687240"/>
            <a:ext cx="6625800" cy="5034240"/>
          </a:xfrm>
          <a:custGeom>
            <a:avLst/>
            <a:gdLst>
              <a:gd name="textAreaLeft" fmla="*/ -360 w 6625800"/>
              <a:gd name="textAreaRight" fmla="*/ 6625800 w 6625800"/>
              <a:gd name="textAreaTop" fmla="*/ 0 h 5034240"/>
              <a:gd name="textAreaBottom" fmla="*/ 5034600 h 503424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3" name="Google Shape;1387;p38"/>
          <p:cNvSpPr/>
          <p:nvPr/>
        </p:nvSpPr>
        <p:spPr>
          <a:xfrm rot="20899800" flipH="1">
            <a:off x="4883040" y="4263840"/>
            <a:ext cx="4559760" cy="1325160"/>
          </a:xfrm>
          <a:custGeom>
            <a:avLst/>
            <a:gdLst>
              <a:gd name="textAreaLeft" fmla="*/ 360 w 4559760"/>
              <a:gd name="textAreaRight" fmla="*/ 4560480 w 4559760"/>
              <a:gd name="textAreaTop" fmla="*/ 0 h 1325160"/>
              <a:gd name="textAreaBottom" fmla="*/ 1325520 h 132516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4" name="Google Shape;1388;p38"/>
          <p:cNvSpPr/>
          <p:nvPr/>
        </p:nvSpPr>
        <p:spPr>
          <a:xfrm rot="700200">
            <a:off x="-981360" y="4287240"/>
            <a:ext cx="4559760" cy="1325160"/>
          </a:xfrm>
          <a:custGeom>
            <a:avLst/>
            <a:gdLst>
              <a:gd name="textAreaLeft" fmla="*/ 0 w 4559760"/>
              <a:gd name="textAreaRight" fmla="*/ 4560120 w 4559760"/>
              <a:gd name="textAreaTop" fmla="*/ 0 h 1325160"/>
              <a:gd name="textAreaBottom" fmla="*/ 1325520 h 132516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15" name="Google Shape;1389;p38"/>
          <p:cNvGrpSpPr/>
          <p:nvPr/>
        </p:nvGrpSpPr>
        <p:grpSpPr>
          <a:xfrm>
            <a:off x="284760" y="3072960"/>
            <a:ext cx="1233720" cy="1327320"/>
            <a:chOff x="284760" y="3072960"/>
            <a:chExt cx="1233720" cy="1327320"/>
          </a:xfrm>
        </p:grpSpPr>
        <p:sp>
          <p:nvSpPr>
            <p:cNvPr id="1116" name="Google Shape;1390;p38"/>
            <p:cNvSpPr/>
            <p:nvPr/>
          </p:nvSpPr>
          <p:spPr>
            <a:xfrm rot="13500000" flipV="1">
              <a:off x="705240" y="3106440"/>
              <a:ext cx="392040" cy="1352880"/>
            </a:xfrm>
            <a:custGeom>
              <a:avLst/>
              <a:gdLst>
                <a:gd name="textAreaLeft" fmla="*/ 0 w 392040"/>
                <a:gd name="textAreaRight" fmla="*/ 392400 w 392040"/>
                <a:gd name="textAreaTop" fmla="*/ 360 h 1352880"/>
                <a:gd name="textAreaBottom" fmla="*/ 135360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391;p38"/>
            <p:cNvSpPr/>
            <p:nvPr/>
          </p:nvSpPr>
          <p:spPr>
            <a:xfrm rot="13500000" flipV="1">
              <a:off x="710280" y="359208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8" name="Google Shape;1392;p38"/>
            <p:cNvSpPr/>
            <p:nvPr/>
          </p:nvSpPr>
          <p:spPr>
            <a:xfrm rot="13500000" flipV="1">
              <a:off x="588960" y="3647520"/>
              <a:ext cx="221400" cy="150120"/>
            </a:xfrm>
            <a:custGeom>
              <a:avLst/>
              <a:gdLst>
                <a:gd name="textAreaLeft" fmla="*/ 0 w 221400"/>
                <a:gd name="textAreaRight" fmla="*/ 221760 w 221400"/>
                <a:gd name="textAreaTop" fmla="*/ -360 h 150120"/>
                <a:gd name="textAreaBottom" fmla="*/ 15012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393;p38"/>
            <p:cNvSpPr/>
            <p:nvPr/>
          </p:nvSpPr>
          <p:spPr>
            <a:xfrm rot="13500000" flipV="1">
              <a:off x="775800" y="3569040"/>
              <a:ext cx="94320" cy="404640"/>
            </a:xfrm>
            <a:custGeom>
              <a:avLst/>
              <a:gdLst>
                <a:gd name="textAreaLeft" fmla="*/ 0 w 94320"/>
                <a:gd name="textAreaRight" fmla="*/ 94680 w 94320"/>
                <a:gd name="textAreaTop" fmla="*/ 360 h 404640"/>
                <a:gd name="textAreaBottom" fmla="*/ 405360 h 40464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0" name="Google Shape;1394;p38"/>
            <p:cNvSpPr/>
            <p:nvPr/>
          </p:nvSpPr>
          <p:spPr>
            <a:xfrm rot="13500000" flipV="1">
              <a:off x="502560" y="3776040"/>
              <a:ext cx="278640" cy="190800"/>
            </a:xfrm>
            <a:custGeom>
              <a:avLst/>
              <a:gdLst>
                <a:gd name="textAreaLeft" fmla="*/ 0 w 278640"/>
                <a:gd name="textAreaRight" fmla="*/ 279000 w 278640"/>
                <a:gd name="textAreaTop" fmla="*/ 360 h 190800"/>
                <a:gd name="textAreaBottom" fmla="*/ 19152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1" name="Google Shape;1395;p38"/>
            <p:cNvSpPr/>
            <p:nvPr/>
          </p:nvSpPr>
          <p:spPr>
            <a:xfrm rot="13500000" flipV="1">
              <a:off x="593640" y="3142440"/>
              <a:ext cx="409680" cy="513000"/>
            </a:xfrm>
            <a:custGeom>
              <a:avLst/>
              <a:gdLst>
                <a:gd name="textAreaLeft" fmla="*/ 0 w 409680"/>
                <a:gd name="textAreaRight" fmla="*/ 410040 w 409680"/>
                <a:gd name="textAreaTop" fmla="*/ -360 h 513000"/>
                <a:gd name="textAreaBottom" fmla="*/ 51300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396;p38"/>
            <p:cNvSpPr/>
            <p:nvPr/>
          </p:nvSpPr>
          <p:spPr>
            <a:xfrm rot="13500000" flipV="1">
              <a:off x="710280" y="359208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23" name="Google Shape;1397;p38"/>
          <p:cNvSpPr/>
          <p:nvPr/>
        </p:nvSpPr>
        <p:spPr>
          <a:xfrm rot="19045800" flipH="1">
            <a:off x="-317160" y="396360"/>
            <a:ext cx="3170520" cy="1554840"/>
          </a:xfrm>
          <a:custGeom>
            <a:avLst/>
            <a:gdLst>
              <a:gd name="textAreaLeft" fmla="*/ -360 w 3170520"/>
              <a:gd name="textAreaRight" fmla="*/ 3170520 w 317052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398;p38"/>
          <p:cNvSpPr/>
          <p:nvPr/>
        </p:nvSpPr>
        <p:spPr>
          <a:xfrm rot="14038200">
            <a:off x="-457200" y="-25560"/>
            <a:ext cx="2274120" cy="1357920"/>
          </a:xfrm>
          <a:custGeom>
            <a:avLst/>
            <a:gdLst>
              <a:gd name="textAreaLeft" fmla="*/ 0 w 2274120"/>
              <a:gd name="textAreaRight" fmla="*/ 2274480 w 2274120"/>
              <a:gd name="textAreaTop" fmla="*/ 0 h 1357920"/>
              <a:gd name="textAreaBottom" fmla="*/ 1358280 h 1357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125" name="Google Shape;1399;p38"/>
          <p:cNvGrpSpPr/>
          <p:nvPr/>
        </p:nvGrpSpPr>
        <p:grpSpPr>
          <a:xfrm>
            <a:off x="8640" y="1641960"/>
            <a:ext cx="1017000" cy="695160"/>
            <a:chOff x="8640" y="1641960"/>
            <a:chExt cx="1017000" cy="695160"/>
          </a:xfrm>
        </p:grpSpPr>
        <p:sp>
          <p:nvSpPr>
            <p:cNvPr id="1126" name="Google Shape;1400;p38"/>
            <p:cNvSpPr/>
            <p:nvPr/>
          </p:nvSpPr>
          <p:spPr>
            <a:xfrm rot="2620200">
              <a:off x="961200" y="16675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401;p38"/>
            <p:cNvSpPr/>
            <p:nvPr/>
          </p:nvSpPr>
          <p:spPr>
            <a:xfrm rot="2620200">
              <a:off x="884160" y="19047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8" name="Google Shape;1402;p38"/>
            <p:cNvSpPr/>
            <p:nvPr/>
          </p:nvSpPr>
          <p:spPr>
            <a:xfrm rot="2620200">
              <a:off x="722880" y="166212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403;p38"/>
            <p:cNvSpPr/>
            <p:nvPr/>
          </p:nvSpPr>
          <p:spPr>
            <a:xfrm rot="2620200">
              <a:off x="641520" y="19224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0" name="Google Shape;1404;p38"/>
            <p:cNvSpPr/>
            <p:nvPr/>
          </p:nvSpPr>
          <p:spPr>
            <a:xfrm rot="2620200">
              <a:off x="473040" y="185472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405;p38"/>
            <p:cNvSpPr/>
            <p:nvPr/>
          </p:nvSpPr>
          <p:spPr>
            <a:xfrm rot="2620200">
              <a:off x="446760" y="20030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2" name="Google Shape;1406;p38"/>
            <p:cNvSpPr/>
            <p:nvPr/>
          </p:nvSpPr>
          <p:spPr>
            <a:xfrm rot="2620200">
              <a:off x="288360" y="20674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3" name="Google Shape;1407;p38"/>
            <p:cNvSpPr/>
            <p:nvPr/>
          </p:nvSpPr>
          <p:spPr>
            <a:xfrm rot="2620200">
              <a:off x="138240" y="21596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4" name="Google Shape;1408;p38"/>
            <p:cNvSpPr/>
            <p:nvPr/>
          </p:nvSpPr>
          <p:spPr>
            <a:xfrm rot="2620200">
              <a:off x="15840" y="22748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35" name="PlaceHolder 1"/>
          <p:cNvSpPr>
            <a:spLocks noGrp="1"/>
          </p:cNvSpPr>
          <p:nvPr>
            <p:ph type="title"/>
          </p:nvPr>
        </p:nvSpPr>
        <p:spPr>
          <a:xfrm>
            <a:off x="1315080" y="1858680"/>
            <a:ext cx="3629520" cy="84132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136" name="PlaceHolder 2"/>
          <p:cNvSpPr>
            <a:spLocks noGrp="1"/>
          </p:cNvSpPr>
          <p:nvPr>
            <p:ph type="title"/>
          </p:nvPr>
        </p:nvSpPr>
        <p:spPr>
          <a:xfrm>
            <a:off x="4995000" y="1864080"/>
            <a:ext cx="1978920" cy="1197000"/>
          </a:xfrm>
          <a:prstGeom prst="rect">
            <a:avLst/>
          </a:prstGeom>
          <a:noFill/>
          <a:ln w="0">
            <a:noFill/>
          </a:ln>
        </p:spPr>
        <p:txBody>
          <a:bodyPr lIns="91440" tIns="91440" rIns="91440" bIns="91440" anchor="t">
            <a:noAutofit/>
          </a:bodyPr>
          <a:lstStyle/>
          <a:p>
            <a:pPr indent="0">
              <a:lnSpc>
                <a:spcPct val="100000"/>
              </a:lnSpc>
              <a:buNone/>
            </a:pPr>
            <a:r>
              <a:rPr lang="fr-FR" sz="9000" b="0" u="none" strike="noStrike">
                <a:solidFill>
                  <a:schemeClr val="lt1"/>
                </a:solidFill>
                <a:effectLst/>
                <a:uFillTx/>
                <a:latin typeface="Calistoga"/>
                <a:ea typeface="Calistoga"/>
              </a:rPr>
              <a:t>xx%</a:t>
            </a:r>
            <a:endParaRPr lang="fr-FR" sz="9000" b="0" u="none" strike="noStrike">
              <a:solidFill>
                <a:schemeClr val="dk1"/>
              </a:solidFill>
              <a:effectLst/>
              <a:uFillTx/>
              <a:latin typeface="Arial"/>
            </a:endParaRPr>
          </a:p>
        </p:txBody>
      </p:sp>
      <p:grpSp>
        <p:nvGrpSpPr>
          <p:cNvPr id="1137" name="Google Shape;1412;p38"/>
          <p:cNvGrpSpPr/>
          <p:nvPr/>
        </p:nvGrpSpPr>
        <p:grpSpPr>
          <a:xfrm>
            <a:off x="928080" y="824400"/>
            <a:ext cx="740880" cy="1194840"/>
            <a:chOff x="928080" y="824400"/>
            <a:chExt cx="740880" cy="1194840"/>
          </a:xfrm>
        </p:grpSpPr>
        <p:sp>
          <p:nvSpPr>
            <p:cNvPr id="1138" name="Google Shape;1413;p38"/>
            <p:cNvSpPr/>
            <p:nvPr/>
          </p:nvSpPr>
          <p:spPr>
            <a:xfrm rot="3521400">
              <a:off x="1136160" y="14266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414;p38"/>
            <p:cNvSpPr/>
            <p:nvPr/>
          </p:nvSpPr>
          <p:spPr>
            <a:xfrm rot="3521400">
              <a:off x="1167480" y="15300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0" name="Google Shape;1415;p38"/>
            <p:cNvSpPr/>
            <p:nvPr/>
          </p:nvSpPr>
          <p:spPr>
            <a:xfrm rot="3521400">
              <a:off x="1209960" y="14353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1" name="Google Shape;1416;p38"/>
            <p:cNvSpPr/>
            <p:nvPr/>
          </p:nvSpPr>
          <p:spPr>
            <a:xfrm rot="3521400">
              <a:off x="1385640" y="15912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417;p38"/>
            <p:cNvSpPr/>
            <p:nvPr/>
          </p:nvSpPr>
          <p:spPr>
            <a:xfrm rot="3521400">
              <a:off x="1231560" y="15703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418;p38"/>
            <p:cNvSpPr/>
            <p:nvPr/>
          </p:nvSpPr>
          <p:spPr>
            <a:xfrm rot="3521400">
              <a:off x="1115640" y="175572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4" name="Google Shape;1419;p38"/>
            <p:cNvSpPr/>
            <p:nvPr/>
          </p:nvSpPr>
          <p:spPr>
            <a:xfrm rot="3521400">
              <a:off x="1285920" y="145260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5" name="Google Shape;1420;p38"/>
            <p:cNvSpPr/>
            <p:nvPr/>
          </p:nvSpPr>
          <p:spPr>
            <a:xfrm rot="3521400">
              <a:off x="1375920" y="129204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6" name="Google Shape;1421;p38"/>
            <p:cNvSpPr/>
            <p:nvPr/>
          </p:nvSpPr>
          <p:spPr>
            <a:xfrm rot="3521400">
              <a:off x="1488960" y="12996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7" name="Google Shape;1422;p38"/>
            <p:cNvSpPr/>
            <p:nvPr/>
          </p:nvSpPr>
          <p:spPr>
            <a:xfrm rot="3521400">
              <a:off x="1246320" y="12171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8" name="Google Shape;1423;p38"/>
            <p:cNvSpPr/>
            <p:nvPr/>
          </p:nvSpPr>
          <p:spPr>
            <a:xfrm rot="3521400">
              <a:off x="1432800" y="11822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9" name="Google Shape;1424;p38"/>
            <p:cNvSpPr/>
            <p:nvPr/>
          </p:nvSpPr>
          <p:spPr>
            <a:xfrm rot="3521400">
              <a:off x="1447200" y="10677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0" name="Google Shape;1425;p38"/>
            <p:cNvSpPr/>
            <p:nvPr/>
          </p:nvSpPr>
          <p:spPr>
            <a:xfrm rot="3521400">
              <a:off x="1577520" y="90720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1" name="Google Shape;1426;p38"/>
            <p:cNvSpPr/>
            <p:nvPr/>
          </p:nvSpPr>
          <p:spPr>
            <a:xfrm rot="3521400">
              <a:off x="1641600" y="8301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2" name="Google Shape;1427;p38"/>
            <p:cNvSpPr/>
            <p:nvPr/>
          </p:nvSpPr>
          <p:spPr>
            <a:xfrm rot="3521400">
              <a:off x="1270440" y="17467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3" name="Google Shape;1428;p38"/>
            <p:cNvSpPr/>
            <p:nvPr/>
          </p:nvSpPr>
          <p:spPr>
            <a:xfrm rot="3521400">
              <a:off x="982440" y="151200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4" name="Google Shape;1429;p38"/>
            <p:cNvSpPr/>
            <p:nvPr/>
          </p:nvSpPr>
          <p:spPr>
            <a:xfrm rot="3521400">
              <a:off x="1016640" y="190404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5" name="Google Shape;1430;p38"/>
            <p:cNvSpPr/>
            <p:nvPr/>
          </p:nvSpPr>
          <p:spPr>
            <a:xfrm rot="3521400">
              <a:off x="930960" y="19810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56" name="Google Shape;1431;p38"/>
          <p:cNvGrpSpPr/>
          <p:nvPr/>
        </p:nvGrpSpPr>
        <p:grpSpPr>
          <a:xfrm>
            <a:off x="7330320" y="295200"/>
            <a:ext cx="1016640" cy="695520"/>
            <a:chOff x="7330320" y="295200"/>
            <a:chExt cx="1016640" cy="695520"/>
          </a:xfrm>
        </p:grpSpPr>
        <p:sp>
          <p:nvSpPr>
            <p:cNvPr id="1157" name="Google Shape;1432;p38"/>
            <p:cNvSpPr/>
            <p:nvPr/>
          </p:nvSpPr>
          <p:spPr>
            <a:xfrm rot="2620200">
              <a:off x="8282520" y="32076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8" name="Google Shape;1433;p38"/>
            <p:cNvSpPr/>
            <p:nvPr/>
          </p:nvSpPr>
          <p:spPr>
            <a:xfrm rot="2620200">
              <a:off x="8205840" y="5583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434;p38"/>
            <p:cNvSpPr/>
            <p:nvPr/>
          </p:nvSpPr>
          <p:spPr>
            <a:xfrm rot="2620200">
              <a:off x="8044200" y="31536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0" name="Google Shape;1435;p38"/>
            <p:cNvSpPr/>
            <p:nvPr/>
          </p:nvSpPr>
          <p:spPr>
            <a:xfrm rot="2620200">
              <a:off x="7962840" y="5756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1" name="Google Shape;1436;p38"/>
            <p:cNvSpPr/>
            <p:nvPr/>
          </p:nvSpPr>
          <p:spPr>
            <a:xfrm rot="2620200">
              <a:off x="7794360" y="50796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437;p38"/>
            <p:cNvSpPr/>
            <p:nvPr/>
          </p:nvSpPr>
          <p:spPr>
            <a:xfrm rot="2620200">
              <a:off x="7768080" y="6566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3" name="Google Shape;1438;p38"/>
            <p:cNvSpPr/>
            <p:nvPr/>
          </p:nvSpPr>
          <p:spPr>
            <a:xfrm rot="2620200">
              <a:off x="7609680" y="72072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439;p38"/>
            <p:cNvSpPr/>
            <p:nvPr/>
          </p:nvSpPr>
          <p:spPr>
            <a:xfrm rot="2620200">
              <a:off x="7459920" y="8128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5" name="Google Shape;1440;p38"/>
            <p:cNvSpPr/>
            <p:nvPr/>
          </p:nvSpPr>
          <p:spPr>
            <a:xfrm rot="2620200">
              <a:off x="7337520" y="9284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66" name="Google Shape;1441;p38"/>
          <p:cNvSpPr/>
          <p:nvPr/>
        </p:nvSpPr>
        <p:spPr>
          <a:xfrm rot="11743800">
            <a:off x="7114320" y="-133560"/>
            <a:ext cx="2268720" cy="1346760"/>
          </a:xfrm>
          <a:custGeom>
            <a:avLst/>
            <a:gdLst>
              <a:gd name="textAreaLeft" fmla="*/ 0 w 2268720"/>
              <a:gd name="textAreaRight" fmla="*/ 2269080 w 2268720"/>
              <a:gd name="textAreaTop" fmla="*/ 0 h 1346760"/>
              <a:gd name="textAreaBottom" fmla="*/ 1347120 h 13467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442;p38"/>
          <p:cNvSpPr/>
          <p:nvPr/>
        </p:nvSpPr>
        <p:spPr>
          <a:xfrm rot="10800000">
            <a:off x="-2229480" y="4313520"/>
            <a:ext cx="4537080" cy="982080"/>
          </a:xfrm>
          <a:custGeom>
            <a:avLst/>
            <a:gdLst>
              <a:gd name="textAreaLeft" fmla="*/ 0 w 4537080"/>
              <a:gd name="textAreaRight" fmla="*/ 4537440 w 4537080"/>
              <a:gd name="textAreaTop" fmla="*/ 0 h 982080"/>
              <a:gd name="textAreaBottom" fmla="*/ 982440 h 982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SECTION_HEADER_1_1_2">
    <p:bg>
      <p:bgPr>
        <a:solidFill>
          <a:schemeClr val="accent2"/>
        </a:solidFill>
        <a:effectLst/>
      </p:bgPr>
    </p:bg>
    <p:spTree>
      <p:nvGrpSpPr>
        <p:cNvPr id="1" name=""/>
        <p:cNvGrpSpPr/>
        <p:nvPr/>
      </p:nvGrpSpPr>
      <p:grpSpPr>
        <a:xfrm>
          <a:off x="0" y="0"/>
          <a:ext cx="0" cy="0"/>
          <a:chOff x="0" y="0"/>
          <a:chExt cx="0" cy="0"/>
        </a:xfrm>
      </p:grpSpPr>
      <p:sp>
        <p:nvSpPr>
          <p:cNvPr id="1168" name="Google Shape;1444;p39"/>
          <p:cNvSpPr/>
          <p:nvPr/>
        </p:nvSpPr>
        <p:spPr>
          <a:xfrm rot="16486200">
            <a:off x="334800" y="888480"/>
            <a:ext cx="1169280" cy="587880"/>
          </a:xfrm>
          <a:custGeom>
            <a:avLst/>
            <a:gdLst>
              <a:gd name="textAreaLeft" fmla="*/ 0 w 1169280"/>
              <a:gd name="textAreaRight" fmla="*/ 1169640 w 1169280"/>
              <a:gd name="textAreaTop" fmla="*/ 0 h 587880"/>
              <a:gd name="textAreaBottom" fmla="*/ 588240 h 587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445;p39"/>
          <p:cNvSpPr/>
          <p:nvPr/>
        </p:nvSpPr>
        <p:spPr>
          <a:xfrm rot="4291800">
            <a:off x="7100280" y="209988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0" name="Google Shape;1446;p39"/>
          <p:cNvSpPr/>
          <p:nvPr/>
        </p:nvSpPr>
        <p:spPr>
          <a:xfrm rot="10074000">
            <a:off x="-147240" y="1087560"/>
            <a:ext cx="8295480" cy="5488920"/>
          </a:xfrm>
          <a:custGeom>
            <a:avLst/>
            <a:gdLst>
              <a:gd name="textAreaLeft" fmla="*/ 0 w 8295480"/>
              <a:gd name="textAreaRight" fmla="*/ 8295840 w 8295480"/>
              <a:gd name="textAreaTop" fmla="*/ 0 h 5488920"/>
              <a:gd name="textAreaBottom" fmla="*/ 5489280 h 5488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1" name="Google Shape;1447;p39"/>
          <p:cNvSpPr/>
          <p:nvPr/>
        </p:nvSpPr>
        <p:spPr>
          <a:xfrm>
            <a:off x="-282600" y="4398120"/>
            <a:ext cx="4559760" cy="1603800"/>
          </a:xfrm>
          <a:custGeom>
            <a:avLst/>
            <a:gdLst>
              <a:gd name="textAreaLeft" fmla="*/ 0 w 4559760"/>
              <a:gd name="textAreaRight" fmla="*/ 4560120 w 4559760"/>
              <a:gd name="textAreaTop" fmla="*/ 0 h 1603800"/>
              <a:gd name="textAreaBottom" fmla="*/ 1604160 h 160380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72" name="Google Shape;1448;p39"/>
          <p:cNvGrpSpPr/>
          <p:nvPr/>
        </p:nvGrpSpPr>
        <p:grpSpPr>
          <a:xfrm>
            <a:off x="6778080" y="768960"/>
            <a:ext cx="1300680" cy="1285200"/>
            <a:chOff x="6778080" y="768960"/>
            <a:chExt cx="1300680" cy="1285200"/>
          </a:xfrm>
        </p:grpSpPr>
        <p:sp>
          <p:nvSpPr>
            <p:cNvPr id="1173" name="Google Shape;1449;p39"/>
            <p:cNvSpPr/>
            <p:nvPr/>
          </p:nvSpPr>
          <p:spPr>
            <a:xfrm rot="2418000">
              <a:off x="7169040" y="73512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450;p39"/>
            <p:cNvSpPr/>
            <p:nvPr/>
          </p:nvSpPr>
          <p:spPr>
            <a:xfrm rot="2418000">
              <a:off x="7480440" y="150228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5" name="Google Shape;1451;p39"/>
            <p:cNvSpPr/>
            <p:nvPr/>
          </p:nvSpPr>
          <p:spPr>
            <a:xfrm rot="2418000">
              <a:off x="7331400" y="153252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452;p39"/>
            <p:cNvSpPr/>
            <p:nvPr/>
          </p:nvSpPr>
          <p:spPr>
            <a:xfrm rot="2418000">
              <a:off x="7337160" y="1285920"/>
              <a:ext cx="93960" cy="403920"/>
            </a:xfrm>
            <a:custGeom>
              <a:avLst/>
              <a:gdLst>
                <a:gd name="textAreaLeft" fmla="*/ 0 w 93960"/>
                <a:gd name="textAreaRight" fmla="*/ 94320 w 93960"/>
                <a:gd name="textAreaTop" fmla="*/ 0 h 403920"/>
                <a:gd name="textAreaBottom" fmla="*/ 404280 h 40392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7" name="Google Shape;1453;p39"/>
            <p:cNvSpPr/>
            <p:nvPr/>
          </p:nvSpPr>
          <p:spPr>
            <a:xfrm rot="2418000">
              <a:off x="7159320" y="158184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8" name="Google Shape;1454;p39"/>
            <p:cNvSpPr/>
            <p:nvPr/>
          </p:nvSpPr>
          <p:spPr>
            <a:xfrm rot="2418000">
              <a:off x="7551720" y="12258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9" name="Google Shape;1455;p39"/>
            <p:cNvSpPr/>
            <p:nvPr/>
          </p:nvSpPr>
          <p:spPr>
            <a:xfrm rot="2418000">
              <a:off x="7480440" y="150228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180" name="Google Shape;1456;p39"/>
          <p:cNvGrpSpPr/>
          <p:nvPr/>
        </p:nvGrpSpPr>
        <p:grpSpPr>
          <a:xfrm>
            <a:off x="6926400" y="4003200"/>
            <a:ext cx="1366920" cy="447840"/>
            <a:chOff x="6926400" y="4003200"/>
            <a:chExt cx="1366920" cy="447840"/>
          </a:xfrm>
        </p:grpSpPr>
        <p:sp>
          <p:nvSpPr>
            <p:cNvPr id="1181" name="Google Shape;1457;p39"/>
            <p:cNvSpPr/>
            <p:nvPr/>
          </p:nvSpPr>
          <p:spPr>
            <a:xfrm rot="6464400">
              <a:off x="7485480" y="40669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2" name="Google Shape;1458;p39"/>
            <p:cNvSpPr/>
            <p:nvPr/>
          </p:nvSpPr>
          <p:spPr>
            <a:xfrm rot="6464400">
              <a:off x="7427520" y="415872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3" name="Google Shape;1459;p39"/>
            <p:cNvSpPr/>
            <p:nvPr/>
          </p:nvSpPr>
          <p:spPr>
            <a:xfrm rot="6464400">
              <a:off x="7521120" y="41295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4" name="Google Shape;1460;p39"/>
            <p:cNvSpPr/>
            <p:nvPr/>
          </p:nvSpPr>
          <p:spPr>
            <a:xfrm rot="6464400">
              <a:off x="7518600" y="43653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5" name="Google Shape;1461;p39"/>
            <p:cNvSpPr/>
            <p:nvPr/>
          </p:nvSpPr>
          <p:spPr>
            <a:xfrm rot="6464400">
              <a:off x="7433280" y="42350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6" name="Google Shape;1462;p39"/>
            <p:cNvSpPr/>
            <p:nvPr/>
          </p:nvSpPr>
          <p:spPr>
            <a:xfrm rot="6464400">
              <a:off x="7215120" y="42656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7" name="Google Shape;1463;p39"/>
            <p:cNvSpPr/>
            <p:nvPr/>
          </p:nvSpPr>
          <p:spPr>
            <a:xfrm rot="6464400">
              <a:off x="7546680" y="420048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8" name="Google Shape;1464;p39"/>
            <p:cNvSpPr/>
            <p:nvPr/>
          </p:nvSpPr>
          <p:spPr>
            <a:xfrm rot="6464400">
              <a:off x="7732080" y="416664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9" name="Google Shape;1465;p39"/>
            <p:cNvSpPr/>
            <p:nvPr/>
          </p:nvSpPr>
          <p:spPr>
            <a:xfrm rot="6464400">
              <a:off x="7798320" y="425808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466;p39"/>
            <p:cNvSpPr/>
            <p:nvPr/>
          </p:nvSpPr>
          <p:spPr>
            <a:xfrm rot="6464400">
              <a:off x="7693920" y="402408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1" name="Google Shape;1467;p39"/>
            <p:cNvSpPr/>
            <p:nvPr/>
          </p:nvSpPr>
          <p:spPr>
            <a:xfrm rot="6464400">
              <a:off x="7851600" y="413532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2" name="Google Shape;1468;p39"/>
            <p:cNvSpPr/>
            <p:nvPr/>
          </p:nvSpPr>
          <p:spPr>
            <a:xfrm rot="6464400">
              <a:off x="7960320" y="4066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1469;p39"/>
            <p:cNvSpPr/>
            <p:nvPr/>
          </p:nvSpPr>
          <p:spPr>
            <a:xfrm rot="6464400">
              <a:off x="8165880" y="406008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4" name="Google Shape;1470;p39"/>
            <p:cNvSpPr/>
            <p:nvPr/>
          </p:nvSpPr>
          <p:spPr>
            <a:xfrm rot="6464400">
              <a:off x="8267400" y="4057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471;p39"/>
            <p:cNvSpPr/>
            <p:nvPr/>
          </p:nvSpPr>
          <p:spPr>
            <a:xfrm rot="6464400">
              <a:off x="7313760" y="438804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6" name="Google Shape;1472;p39"/>
            <p:cNvSpPr/>
            <p:nvPr/>
          </p:nvSpPr>
          <p:spPr>
            <a:xfrm rot="6464400">
              <a:off x="7299720" y="401688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7" name="Google Shape;1473;p39"/>
            <p:cNvSpPr/>
            <p:nvPr/>
          </p:nvSpPr>
          <p:spPr>
            <a:xfrm rot="6464400">
              <a:off x="7040520" y="42919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474;p39"/>
            <p:cNvSpPr/>
            <p:nvPr/>
          </p:nvSpPr>
          <p:spPr>
            <a:xfrm rot="6464400">
              <a:off x="6926760" y="42778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99" name="Google Shape;1475;p39"/>
          <p:cNvSpPr/>
          <p:nvPr/>
        </p:nvSpPr>
        <p:spPr>
          <a:xfrm rot="18900000">
            <a:off x="-658440" y="4550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0" name="PlaceHolder 1"/>
          <p:cNvSpPr>
            <a:spLocks noGrp="1"/>
          </p:cNvSpPr>
          <p:nvPr>
            <p:ph type="title"/>
          </p:nvPr>
        </p:nvSpPr>
        <p:spPr>
          <a:xfrm>
            <a:off x="2684160" y="1858680"/>
            <a:ext cx="4398120" cy="72720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201" name="PlaceHolder 2"/>
          <p:cNvSpPr>
            <a:spLocks noGrp="1"/>
          </p:cNvSpPr>
          <p:nvPr>
            <p:ph type="title"/>
          </p:nvPr>
        </p:nvSpPr>
        <p:spPr>
          <a:xfrm>
            <a:off x="713160" y="1864080"/>
            <a:ext cx="1742040" cy="1197000"/>
          </a:xfrm>
          <a:prstGeom prst="rect">
            <a:avLst/>
          </a:prstGeom>
          <a:noFill/>
          <a:ln w="0">
            <a:noFill/>
          </a:ln>
        </p:spPr>
        <p:txBody>
          <a:bodyPr lIns="91440" tIns="91440" rIns="91440" bIns="91440" anchor="t">
            <a:noAutofit/>
          </a:bodyPr>
          <a:lstStyle/>
          <a:p>
            <a:pPr indent="0" algn="r">
              <a:lnSpc>
                <a:spcPct val="100000"/>
              </a:lnSpc>
              <a:buNone/>
            </a:pPr>
            <a:r>
              <a:rPr lang="fr-FR" sz="9000" b="0" u="none" strike="noStrike">
                <a:solidFill>
                  <a:schemeClr val="lt1"/>
                </a:solidFill>
                <a:effectLst/>
                <a:uFillTx/>
                <a:latin typeface="Calistoga"/>
                <a:ea typeface="Calistoga"/>
              </a:rPr>
              <a:t>xx%</a:t>
            </a:r>
            <a:endParaRPr lang="fr-FR" sz="9000" b="0" u="none" strike="noStrike">
              <a:solidFill>
                <a:schemeClr val="dk1"/>
              </a:solidFill>
              <a:effectLst/>
              <a:uFillTx/>
              <a:latin typeface="Arial"/>
            </a:endParaRPr>
          </a:p>
        </p:txBody>
      </p:sp>
      <p:grpSp>
        <p:nvGrpSpPr>
          <p:cNvPr id="1202" name="Google Shape;1479;p39"/>
          <p:cNvGrpSpPr/>
          <p:nvPr/>
        </p:nvGrpSpPr>
        <p:grpSpPr>
          <a:xfrm>
            <a:off x="5838480" y="4003200"/>
            <a:ext cx="1366560" cy="447840"/>
            <a:chOff x="5838480" y="4003200"/>
            <a:chExt cx="1366560" cy="447840"/>
          </a:xfrm>
        </p:grpSpPr>
        <p:sp>
          <p:nvSpPr>
            <p:cNvPr id="1203" name="Google Shape;1480;p39"/>
            <p:cNvSpPr/>
            <p:nvPr/>
          </p:nvSpPr>
          <p:spPr>
            <a:xfrm rot="6464400">
              <a:off x="6397200" y="40669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481;p39"/>
            <p:cNvSpPr/>
            <p:nvPr/>
          </p:nvSpPr>
          <p:spPr>
            <a:xfrm rot="6464400">
              <a:off x="6339600" y="415872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5" name="Google Shape;1482;p39"/>
            <p:cNvSpPr/>
            <p:nvPr/>
          </p:nvSpPr>
          <p:spPr>
            <a:xfrm rot="6464400">
              <a:off x="6433200" y="41295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483;p39"/>
            <p:cNvSpPr/>
            <p:nvPr/>
          </p:nvSpPr>
          <p:spPr>
            <a:xfrm rot="6464400">
              <a:off x="6430320" y="43653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7" name="Google Shape;1484;p39"/>
            <p:cNvSpPr/>
            <p:nvPr/>
          </p:nvSpPr>
          <p:spPr>
            <a:xfrm rot="6464400">
              <a:off x="6345000" y="42350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8" name="Google Shape;1485;p39"/>
            <p:cNvSpPr/>
            <p:nvPr/>
          </p:nvSpPr>
          <p:spPr>
            <a:xfrm rot="6464400">
              <a:off x="6126840" y="42656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9" name="Google Shape;1486;p39"/>
            <p:cNvSpPr/>
            <p:nvPr/>
          </p:nvSpPr>
          <p:spPr>
            <a:xfrm rot="6464400">
              <a:off x="6458760" y="420048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0" name="Google Shape;1487;p39"/>
            <p:cNvSpPr/>
            <p:nvPr/>
          </p:nvSpPr>
          <p:spPr>
            <a:xfrm rot="6464400">
              <a:off x="6644160" y="416664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1" name="Google Shape;1488;p39"/>
            <p:cNvSpPr/>
            <p:nvPr/>
          </p:nvSpPr>
          <p:spPr>
            <a:xfrm rot="6464400">
              <a:off x="6710400" y="425808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2" name="Google Shape;1489;p39"/>
            <p:cNvSpPr/>
            <p:nvPr/>
          </p:nvSpPr>
          <p:spPr>
            <a:xfrm rot="6464400">
              <a:off x="6605640" y="402408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3" name="Google Shape;1490;p39"/>
            <p:cNvSpPr/>
            <p:nvPr/>
          </p:nvSpPr>
          <p:spPr>
            <a:xfrm rot="6464400">
              <a:off x="6763680" y="413532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4" name="Google Shape;1491;p39"/>
            <p:cNvSpPr/>
            <p:nvPr/>
          </p:nvSpPr>
          <p:spPr>
            <a:xfrm rot="6464400">
              <a:off x="6872400" y="4066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5" name="Google Shape;1492;p39"/>
            <p:cNvSpPr/>
            <p:nvPr/>
          </p:nvSpPr>
          <p:spPr>
            <a:xfrm rot="6464400">
              <a:off x="7077960" y="406008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6" name="Google Shape;1493;p39"/>
            <p:cNvSpPr/>
            <p:nvPr/>
          </p:nvSpPr>
          <p:spPr>
            <a:xfrm rot="6464400">
              <a:off x="7179120" y="4057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7" name="Google Shape;1494;p39"/>
            <p:cNvSpPr/>
            <p:nvPr/>
          </p:nvSpPr>
          <p:spPr>
            <a:xfrm rot="6464400">
              <a:off x="6225840" y="438804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8" name="Google Shape;1495;p39"/>
            <p:cNvSpPr/>
            <p:nvPr/>
          </p:nvSpPr>
          <p:spPr>
            <a:xfrm rot="6464400">
              <a:off x="6211440" y="401688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9" name="Google Shape;1496;p39"/>
            <p:cNvSpPr/>
            <p:nvPr/>
          </p:nvSpPr>
          <p:spPr>
            <a:xfrm rot="6464400">
              <a:off x="5952240" y="42919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0" name="Google Shape;1497;p39"/>
            <p:cNvSpPr/>
            <p:nvPr/>
          </p:nvSpPr>
          <p:spPr>
            <a:xfrm rot="6464400">
              <a:off x="5838840" y="42778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21" name="Google Shape;1498;p39"/>
          <p:cNvSpPr/>
          <p:nvPr/>
        </p:nvSpPr>
        <p:spPr>
          <a:xfrm>
            <a:off x="5996880" y="-104040"/>
            <a:ext cx="3191760" cy="965520"/>
          </a:xfrm>
          <a:custGeom>
            <a:avLst/>
            <a:gdLst>
              <a:gd name="textAreaLeft" fmla="*/ 0 w 3191760"/>
              <a:gd name="textAreaRight" fmla="*/ 3192120 w 3191760"/>
              <a:gd name="textAreaTop" fmla="*/ 0 h 965520"/>
              <a:gd name="textAreaBottom" fmla="*/ 965880 h 9655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22" name="Google Shape;1499;p39"/>
          <p:cNvGrpSpPr/>
          <p:nvPr/>
        </p:nvGrpSpPr>
        <p:grpSpPr>
          <a:xfrm>
            <a:off x="1426680" y="599760"/>
            <a:ext cx="1382040" cy="450360"/>
            <a:chOff x="1426680" y="599760"/>
            <a:chExt cx="1382040" cy="450360"/>
          </a:xfrm>
        </p:grpSpPr>
        <p:sp>
          <p:nvSpPr>
            <p:cNvPr id="1223" name="Google Shape;1500;p39"/>
            <p:cNvSpPr/>
            <p:nvPr/>
          </p:nvSpPr>
          <p:spPr>
            <a:xfrm rot="6728400">
              <a:off x="2001600" y="677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1501;p39"/>
            <p:cNvSpPr/>
            <p:nvPr/>
          </p:nvSpPr>
          <p:spPr>
            <a:xfrm rot="6728400">
              <a:off x="1937160" y="7642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5" name="Google Shape;1502;p39"/>
            <p:cNvSpPr/>
            <p:nvPr/>
          </p:nvSpPr>
          <p:spPr>
            <a:xfrm rot="6728400">
              <a:off x="2032200" y="74304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503;p39"/>
            <p:cNvSpPr/>
            <p:nvPr/>
          </p:nvSpPr>
          <p:spPr>
            <a:xfrm rot="6728400">
              <a:off x="2011680" y="9777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7" name="Google Shape;1504;p39"/>
            <p:cNvSpPr/>
            <p:nvPr/>
          </p:nvSpPr>
          <p:spPr>
            <a:xfrm rot="6728400">
              <a:off x="1936080" y="84168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8" name="Google Shape;1505;p39"/>
            <p:cNvSpPr/>
            <p:nvPr/>
          </p:nvSpPr>
          <p:spPr>
            <a:xfrm rot="6728400">
              <a:off x="1716120" y="8550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506;p39"/>
            <p:cNvSpPr/>
            <p:nvPr/>
          </p:nvSpPr>
          <p:spPr>
            <a:xfrm rot="6728400">
              <a:off x="2051280" y="81612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0" name="Google Shape;1507;p39"/>
            <p:cNvSpPr/>
            <p:nvPr/>
          </p:nvSpPr>
          <p:spPr>
            <a:xfrm rot="6728400">
              <a:off x="2239200" y="79632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508;p39"/>
            <p:cNvSpPr/>
            <p:nvPr/>
          </p:nvSpPr>
          <p:spPr>
            <a:xfrm rot="6728400">
              <a:off x="2297880" y="8928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2" name="Google Shape;1509;p39"/>
            <p:cNvSpPr/>
            <p:nvPr/>
          </p:nvSpPr>
          <p:spPr>
            <a:xfrm rot="6728400">
              <a:off x="2211480" y="6523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3" name="Google Shape;1510;p39"/>
            <p:cNvSpPr/>
            <p:nvPr/>
          </p:nvSpPr>
          <p:spPr>
            <a:xfrm rot="6728400">
              <a:off x="2360520" y="77472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511;p39"/>
            <p:cNvSpPr/>
            <p:nvPr/>
          </p:nvSpPr>
          <p:spPr>
            <a:xfrm rot="6728400">
              <a:off x="2475360" y="7131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5" name="Google Shape;1512;p39"/>
            <p:cNvSpPr/>
            <p:nvPr/>
          </p:nvSpPr>
          <p:spPr>
            <a:xfrm rot="6728400">
              <a:off x="2680560" y="72288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6" name="Google Shape;1513;p39"/>
            <p:cNvSpPr/>
            <p:nvPr/>
          </p:nvSpPr>
          <p:spPr>
            <a:xfrm rot="6728400">
              <a:off x="2782080" y="72792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7" name="Google Shape;1514;p39"/>
            <p:cNvSpPr/>
            <p:nvPr/>
          </p:nvSpPr>
          <p:spPr>
            <a:xfrm rot="6728400">
              <a:off x="1804680" y="98604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8" name="Google Shape;1515;p39"/>
            <p:cNvSpPr/>
            <p:nvPr/>
          </p:nvSpPr>
          <p:spPr>
            <a:xfrm rot="6728400">
              <a:off x="1819080" y="61452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9" name="Google Shape;1516;p39"/>
            <p:cNvSpPr/>
            <p:nvPr/>
          </p:nvSpPr>
          <p:spPr>
            <a:xfrm rot="6728400">
              <a:off x="1540800" y="8679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1517;p39"/>
            <p:cNvSpPr/>
            <p:nvPr/>
          </p:nvSpPr>
          <p:spPr>
            <a:xfrm rot="6728400">
              <a:off x="1428120" y="8452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CUSTOM_13_1_1_1">
    <p:bg>
      <p:bgPr>
        <a:solidFill>
          <a:schemeClr val="dk2"/>
        </a:solidFill>
        <a:effectLst/>
      </p:bgPr>
    </p:bg>
    <p:spTree>
      <p:nvGrpSpPr>
        <p:cNvPr id="1" name=""/>
        <p:cNvGrpSpPr/>
        <p:nvPr/>
      </p:nvGrpSpPr>
      <p:grpSpPr>
        <a:xfrm>
          <a:off x="0" y="0"/>
          <a:ext cx="0" cy="0"/>
          <a:chOff x="0" y="0"/>
          <a:chExt cx="0" cy="0"/>
        </a:xfrm>
      </p:grpSpPr>
      <p:grpSp>
        <p:nvGrpSpPr>
          <p:cNvPr id="1241" name="Google Shape;1519;p40"/>
          <p:cNvGrpSpPr/>
          <p:nvPr/>
        </p:nvGrpSpPr>
        <p:grpSpPr>
          <a:xfrm>
            <a:off x="7749000" y="3256200"/>
            <a:ext cx="1395000" cy="1361520"/>
            <a:chOff x="7749000" y="3256200"/>
            <a:chExt cx="1395000" cy="1361520"/>
          </a:xfrm>
        </p:grpSpPr>
        <p:sp>
          <p:nvSpPr>
            <p:cNvPr id="1242" name="Google Shape;1520;p40"/>
            <p:cNvSpPr/>
            <p:nvPr/>
          </p:nvSpPr>
          <p:spPr>
            <a:xfrm rot="3361800">
              <a:off x="7980840" y="340920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3" name="Google Shape;1521;p40"/>
            <p:cNvSpPr/>
            <p:nvPr/>
          </p:nvSpPr>
          <p:spPr>
            <a:xfrm rot="3361800">
              <a:off x="8651880" y="386712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4" name="Google Shape;1522;p40"/>
            <p:cNvSpPr/>
            <p:nvPr/>
          </p:nvSpPr>
          <p:spPr>
            <a:xfrm rot="3361800">
              <a:off x="8623800" y="39085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5" name="Google Shape;1523;p40"/>
            <p:cNvSpPr/>
            <p:nvPr/>
          </p:nvSpPr>
          <p:spPr>
            <a:xfrm rot="3361800">
              <a:off x="8337240" y="386244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6" name="Google Shape;1524;p40"/>
            <p:cNvSpPr/>
            <p:nvPr/>
          </p:nvSpPr>
          <p:spPr>
            <a:xfrm rot="3361800">
              <a:off x="8556120" y="402084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7" name="Google Shape;1525;p40"/>
            <p:cNvSpPr/>
            <p:nvPr/>
          </p:nvSpPr>
          <p:spPr>
            <a:xfrm rot="3361800">
              <a:off x="8677080" y="342360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48" name="Google Shape;1526;p40"/>
          <p:cNvSpPr/>
          <p:nvPr/>
        </p:nvSpPr>
        <p:spPr>
          <a:xfrm rot="8792400">
            <a:off x="7351200" y="43678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PlaceHolder 1"/>
          <p:cNvSpPr>
            <a:spLocks noGrp="1"/>
          </p:cNvSpPr>
          <p:nvPr>
            <p:ph type="title"/>
          </p:nvPr>
        </p:nvSpPr>
        <p:spPr>
          <a:xfrm>
            <a:off x="1042560" y="1638720"/>
            <a:ext cx="2757960" cy="76248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250" name="Google Shape;1529;p40"/>
          <p:cNvSpPr/>
          <p:nvPr/>
        </p:nvSpPr>
        <p:spPr>
          <a:xfrm rot="16200000">
            <a:off x="-757080" y="424692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1" name="Google Shape;1530;p40"/>
          <p:cNvSpPr/>
          <p:nvPr/>
        </p:nvSpPr>
        <p:spPr>
          <a:xfrm rot="10800000">
            <a:off x="-217800" y="350568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52" name="Google Shape;1531;p40"/>
          <p:cNvGrpSpPr/>
          <p:nvPr/>
        </p:nvGrpSpPr>
        <p:grpSpPr>
          <a:xfrm>
            <a:off x="429480" y="4130640"/>
            <a:ext cx="740880" cy="1194840"/>
            <a:chOff x="429480" y="4130640"/>
            <a:chExt cx="740880" cy="1194840"/>
          </a:xfrm>
        </p:grpSpPr>
        <p:sp>
          <p:nvSpPr>
            <p:cNvPr id="1253" name="Google Shape;1532;p40"/>
            <p:cNvSpPr/>
            <p:nvPr/>
          </p:nvSpPr>
          <p:spPr>
            <a:xfrm rot="3521400">
              <a:off x="637560" y="47329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4" name="Google Shape;1533;p40"/>
            <p:cNvSpPr/>
            <p:nvPr/>
          </p:nvSpPr>
          <p:spPr>
            <a:xfrm rot="3521400">
              <a:off x="668880" y="48362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5" name="Google Shape;1534;p40"/>
            <p:cNvSpPr/>
            <p:nvPr/>
          </p:nvSpPr>
          <p:spPr>
            <a:xfrm rot="3521400">
              <a:off x="711360" y="47415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6" name="Google Shape;1535;p40"/>
            <p:cNvSpPr/>
            <p:nvPr/>
          </p:nvSpPr>
          <p:spPr>
            <a:xfrm rot="3521400">
              <a:off x="887040" y="489744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1536;p40"/>
            <p:cNvSpPr/>
            <p:nvPr/>
          </p:nvSpPr>
          <p:spPr>
            <a:xfrm rot="3521400">
              <a:off x="732960" y="48765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1537;p40"/>
            <p:cNvSpPr/>
            <p:nvPr/>
          </p:nvSpPr>
          <p:spPr>
            <a:xfrm rot="3521400">
              <a:off x="617040" y="50619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9" name="Google Shape;1538;p40"/>
            <p:cNvSpPr/>
            <p:nvPr/>
          </p:nvSpPr>
          <p:spPr>
            <a:xfrm rot="3521400">
              <a:off x="787320" y="47588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0" name="Google Shape;1539;p40"/>
            <p:cNvSpPr/>
            <p:nvPr/>
          </p:nvSpPr>
          <p:spPr>
            <a:xfrm rot="3521400">
              <a:off x="877320" y="45982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540;p40"/>
            <p:cNvSpPr/>
            <p:nvPr/>
          </p:nvSpPr>
          <p:spPr>
            <a:xfrm rot="3521400">
              <a:off x="990360" y="46058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541;p40"/>
            <p:cNvSpPr/>
            <p:nvPr/>
          </p:nvSpPr>
          <p:spPr>
            <a:xfrm rot="3521400">
              <a:off x="747720" y="45234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3" name="Google Shape;1542;p40"/>
            <p:cNvSpPr/>
            <p:nvPr/>
          </p:nvSpPr>
          <p:spPr>
            <a:xfrm rot="3521400">
              <a:off x="934200" y="44884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4" name="Google Shape;1543;p40"/>
            <p:cNvSpPr/>
            <p:nvPr/>
          </p:nvSpPr>
          <p:spPr>
            <a:xfrm rot="3521400">
              <a:off x="948600" y="43740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544;p40"/>
            <p:cNvSpPr/>
            <p:nvPr/>
          </p:nvSpPr>
          <p:spPr>
            <a:xfrm rot="3521400">
              <a:off x="1078920" y="42134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545;p40"/>
            <p:cNvSpPr/>
            <p:nvPr/>
          </p:nvSpPr>
          <p:spPr>
            <a:xfrm rot="3521400">
              <a:off x="1143000" y="41364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7" name="Google Shape;1546;p40"/>
            <p:cNvSpPr/>
            <p:nvPr/>
          </p:nvSpPr>
          <p:spPr>
            <a:xfrm rot="3521400">
              <a:off x="771840" y="50529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8" name="Google Shape;1547;p40"/>
            <p:cNvSpPr/>
            <p:nvPr/>
          </p:nvSpPr>
          <p:spPr>
            <a:xfrm rot="3521400">
              <a:off x="483840" y="48182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548;p40"/>
            <p:cNvSpPr/>
            <p:nvPr/>
          </p:nvSpPr>
          <p:spPr>
            <a:xfrm rot="3521400">
              <a:off x="518040" y="52102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549;p40"/>
            <p:cNvSpPr/>
            <p:nvPr/>
          </p:nvSpPr>
          <p:spPr>
            <a:xfrm rot="3521400">
              <a:off x="432360" y="528732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71" name="Google Shape;1550;p40"/>
          <p:cNvSpPr/>
          <p:nvPr/>
        </p:nvSpPr>
        <p:spPr>
          <a:xfrm rot="20634000" flipH="1">
            <a:off x="-767520" y="-581040"/>
            <a:ext cx="3157920" cy="1822680"/>
          </a:xfrm>
          <a:custGeom>
            <a:avLst/>
            <a:gdLst>
              <a:gd name="textAreaLeft" fmla="*/ 360 w 3157920"/>
              <a:gd name="textAreaRight" fmla="*/ 315864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2" name="Google Shape;1551;p40"/>
          <p:cNvSpPr/>
          <p:nvPr/>
        </p:nvSpPr>
        <p:spPr>
          <a:xfrm rot="9341400" flipH="1">
            <a:off x="1515960" y="17208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73" name="Google Shape;1552;p40"/>
          <p:cNvGrpSpPr/>
          <p:nvPr/>
        </p:nvGrpSpPr>
        <p:grpSpPr>
          <a:xfrm>
            <a:off x="-153000" y="1091160"/>
            <a:ext cx="1388880" cy="791280"/>
            <a:chOff x="-153000" y="1091160"/>
            <a:chExt cx="1388880" cy="791280"/>
          </a:xfrm>
        </p:grpSpPr>
        <p:sp>
          <p:nvSpPr>
            <p:cNvPr id="1274" name="Google Shape;1553;p40"/>
            <p:cNvSpPr/>
            <p:nvPr/>
          </p:nvSpPr>
          <p:spPr>
            <a:xfrm rot="2013600" flipH="1">
              <a:off x="590400" y="157752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5" name="Google Shape;1554;p40"/>
            <p:cNvSpPr/>
            <p:nvPr/>
          </p:nvSpPr>
          <p:spPr>
            <a:xfrm rot="2013600" flipH="1">
              <a:off x="487080" y="154044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6" name="Google Shape;1555;p40"/>
            <p:cNvSpPr/>
            <p:nvPr/>
          </p:nvSpPr>
          <p:spPr>
            <a:xfrm rot="2013600" flipH="1">
              <a:off x="574200" y="1491840"/>
              <a:ext cx="35640" cy="32040"/>
            </a:xfrm>
            <a:custGeom>
              <a:avLst/>
              <a:gdLst>
                <a:gd name="textAreaLeft" fmla="*/ -360 w 35640"/>
                <a:gd name="textAreaRight" fmla="*/ 35640 w 35640"/>
                <a:gd name="textAreaTop" fmla="*/ 0 h 32040"/>
                <a:gd name="textAreaBottom" fmla="*/ 32400 h 3204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7" name="Google Shape;1556;p40"/>
            <p:cNvSpPr/>
            <p:nvPr/>
          </p:nvSpPr>
          <p:spPr>
            <a:xfrm rot="2013600" flipH="1">
              <a:off x="425520" y="131148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8" name="Google Shape;1557;p40"/>
            <p:cNvSpPr/>
            <p:nvPr/>
          </p:nvSpPr>
          <p:spPr>
            <a:xfrm rot="2013600" flipH="1">
              <a:off x="439200" y="146376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79" name="Google Shape;1558;p40"/>
            <p:cNvSpPr/>
            <p:nvPr/>
          </p:nvSpPr>
          <p:spPr>
            <a:xfrm rot="2013600" flipH="1">
              <a:off x="248400" y="1571040"/>
              <a:ext cx="32040" cy="40320"/>
            </a:xfrm>
            <a:custGeom>
              <a:avLst/>
              <a:gdLst>
                <a:gd name="textAreaLeft" fmla="*/ -360 w 32040"/>
                <a:gd name="textAreaRight" fmla="*/ 3204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0" name="Google Shape;1559;p40"/>
            <p:cNvSpPr/>
            <p:nvPr/>
          </p:nvSpPr>
          <p:spPr>
            <a:xfrm rot="2013600" flipH="1">
              <a:off x="541800" y="1396440"/>
              <a:ext cx="50760" cy="54000"/>
            </a:xfrm>
            <a:custGeom>
              <a:avLst/>
              <a:gdLst>
                <a:gd name="textAreaLeft" fmla="*/ -360 w 50760"/>
                <a:gd name="textAreaRight" fmla="*/ 5076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1" name="Google Shape;1560;p40"/>
            <p:cNvSpPr/>
            <p:nvPr/>
          </p:nvSpPr>
          <p:spPr>
            <a:xfrm rot="2013600" flipH="1">
              <a:off x="712080" y="1319760"/>
              <a:ext cx="52560" cy="38880"/>
            </a:xfrm>
            <a:custGeom>
              <a:avLst/>
              <a:gdLst>
                <a:gd name="textAreaLeft" fmla="*/ 360 w 52560"/>
                <a:gd name="textAreaRight" fmla="*/ 53280 w 5256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2" name="Google Shape;1561;p40"/>
            <p:cNvSpPr/>
            <p:nvPr/>
          </p:nvSpPr>
          <p:spPr>
            <a:xfrm rot="2013600" flipH="1">
              <a:off x="704520" y="1201680"/>
              <a:ext cx="57240" cy="43200"/>
            </a:xfrm>
            <a:custGeom>
              <a:avLst/>
              <a:gdLst>
                <a:gd name="textAreaLeft" fmla="*/ -360 w 57240"/>
                <a:gd name="textAreaRight" fmla="*/ 57240 w 57240"/>
                <a:gd name="textAreaTop" fmla="*/ 0 h 43200"/>
                <a:gd name="textAreaBottom" fmla="*/ 43560 h 4320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3" name="Google Shape;1562;p40"/>
            <p:cNvSpPr/>
            <p:nvPr/>
          </p:nvSpPr>
          <p:spPr>
            <a:xfrm rot="2013600" flipH="1">
              <a:off x="763200" y="143280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563;p40"/>
            <p:cNvSpPr/>
            <p:nvPr/>
          </p:nvSpPr>
          <p:spPr>
            <a:xfrm rot="2013600" flipH="1">
              <a:off x="822960" y="126612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5" name="Google Shape;1564;p40"/>
            <p:cNvSpPr/>
            <p:nvPr/>
          </p:nvSpPr>
          <p:spPr>
            <a:xfrm rot="2013600" flipH="1">
              <a:off x="962640" y="128088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565;p40"/>
            <p:cNvSpPr/>
            <p:nvPr/>
          </p:nvSpPr>
          <p:spPr>
            <a:xfrm rot="2013600" flipH="1">
              <a:off x="1125000" y="1154520"/>
              <a:ext cx="28440" cy="21600"/>
            </a:xfrm>
            <a:custGeom>
              <a:avLst/>
              <a:gdLst>
                <a:gd name="textAreaLeft" fmla="*/ -360 w 28440"/>
                <a:gd name="textAreaRight" fmla="*/ 2844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7" name="Google Shape;1566;p40"/>
            <p:cNvSpPr/>
            <p:nvPr/>
          </p:nvSpPr>
          <p:spPr>
            <a:xfrm rot="2013600" flipH="1">
              <a:off x="1207440" y="109620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1567;p40"/>
            <p:cNvSpPr/>
            <p:nvPr/>
          </p:nvSpPr>
          <p:spPr>
            <a:xfrm rot="2013600" flipH="1">
              <a:off x="243000" y="1395720"/>
              <a:ext cx="65520" cy="48240"/>
            </a:xfrm>
            <a:custGeom>
              <a:avLst/>
              <a:gdLst>
                <a:gd name="textAreaLeft" fmla="*/ 360 w 65520"/>
                <a:gd name="textAreaRight" fmla="*/ 66240 w 6552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9" name="Google Shape;1568;p40"/>
            <p:cNvSpPr/>
            <p:nvPr/>
          </p:nvSpPr>
          <p:spPr>
            <a:xfrm rot="2013600" flipH="1">
              <a:off x="460800" y="168804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0" name="Google Shape;1569;p40"/>
            <p:cNvSpPr/>
            <p:nvPr/>
          </p:nvSpPr>
          <p:spPr>
            <a:xfrm rot="2013600" flipH="1">
              <a:off x="97920" y="166680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570;p40"/>
            <p:cNvSpPr/>
            <p:nvPr/>
          </p:nvSpPr>
          <p:spPr>
            <a:xfrm rot="2013600" flipH="1">
              <a:off x="18720" y="1749960"/>
              <a:ext cx="37800" cy="29160"/>
            </a:xfrm>
            <a:custGeom>
              <a:avLst/>
              <a:gdLst>
                <a:gd name="textAreaLeft" fmla="*/ -360 w 37800"/>
                <a:gd name="textAreaRight" fmla="*/ 37800 w 37800"/>
                <a:gd name="textAreaTop" fmla="*/ 0 h 29160"/>
                <a:gd name="textAreaBottom" fmla="*/ 29520 h 2916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2" name="Google Shape;1571;p40"/>
            <p:cNvSpPr/>
            <p:nvPr/>
          </p:nvSpPr>
          <p:spPr>
            <a:xfrm rot="2013600" flipH="1">
              <a:off x="-147600" y="1842480"/>
              <a:ext cx="41400" cy="30960"/>
            </a:xfrm>
            <a:custGeom>
              <a:avLst/>
              <a:gdLst>
                <a:gd name="textAreaLeft" fmla="*/ 360 w 41400"/>
                <a:gd name="textAreaRight" fmla="*/ 4212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293" name="Google Shape;1572;p40"/>
          <p:cNvSpPr/>
          <p:nvPr/>
        </p:nvSpPr>
        <p:spPr>
          <a:xfrm rot="7252800">
            <a:off x="7634880" y="433368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4" name="Google Shape;1573;p40"/>
          <p:cNvSpPr/>
          <p:nvPr/>
        </p:nvSpPr>
        <p:spPr>
          <a:xfrm rot="1001400">
            <a:off x="7869240" y="-4140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95" name="Google Shape;1574;p40"/>
          <p:cNvGrpSpPr/>
          <p:nvPr/>
        </p:nvGrpSpPr>
        <p:grpSpPr>
          <a:xfrm>
            <a:off x="7487280" y="184680"/>
            <a:ext cx="1092600" cy="664920"/>
            <a:chOff x="7487280" y="184680"/>
            <a:chExt cx="1092600" cy="664920"/>
          </a:xfrm>
        </p:grpSpPr>
        <p:sp>
          <p:nvSpPr>
            <p:cNvPr id="1296" name="Google Shape;1575;p40"/>
            <p:cNvSpPr/>
            <p:nvPr/>
          </p:nvSpPr>
          <p:spPr>
            <a:xfrm rot="5315400">
              <a:off x="8108640" y="344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7" name="Google Shape;1576;p40"/>
            <p:cNvSpPr/>
            <p:nvPr/>
          </p:nvSpPr>
          <p:spPr>
            <a:xfrm rot="5315400">
              <a:off x="8083800" y="4492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1577;p40"/>
            <p:cNvSpPr/>
            <p:nvPr/>
          </p:nvSpPr>
          <p:spPr>
            <a:xfrm rot="5315400">
              <a:off x="8164440" y="3895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9" name="Google Shape;1578;p40"/>
            <p:cNvSpPr/>
            <p:nvPr/>
          </p:nvSpPr>
          <p:spPr>
            <a:xfrm rot="5315400">
              <a:off x="8238960" y="6127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0" name="Google Shape;1579;p40"/>
            <p:cNvSpPr/>
            <p:nvPr/>
          </p:nvSpPr>
          <p:spPr>
            <a:xfrm rot="5315400">
              <a:off x="8115840" y="5180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1" name="Google Shape;1580;p40"/>
            <p:cNvSpPr/>
            <p:nvPr/>
          </p:nvSpPr>
          <p:spPr>
            <a:xfrm rot="5315400">
              <a:off x="7921440" y="6188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1581;p40"/>
            <p:cNvSpPr/>
            <p:nvPr/>
          </p:nvSpPr>
          <p:spPr>
            <a:xfrm rot="5315400">
              <a:off x="8215200" y="4449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3" name="Google Shape;1582;p40"/>
            <p:cNvSpPr/>
            <p:nvPr/>
          </p:nvSpPr>
          <p:spPr>
            <a:xfrm rot="5315400">
              <a:off x="8376840" y="3520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1583;p40"/>
            <p:cNvSpPr/>
            <p:nvPr/>
          </p:nvSpPr>
          <p:spPr>
            <a:xfrm rot="5315400">
              <a:off x="8469720" y="4158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5" name="Google Shape;1584;p40"/>
            <p:cNvSpPr/>
            <p:nvPr/>
          </p:nvSpPr>
          <p:spPr>
            <a:xfrm rot="5315400">
              <a:off x="8296200" y="2264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1585;p40"/>
            <p:cNvSpPr/>
            <p:nvPr/>
          </p:nvSpPr>
          <p:spPr>
            <a:xfrm rot="5315400">
              <a:off x="8479800" y="2840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7" name="Google Shape;1586;p40"/>
            <p:cNvSpPr/>
            <p:nvPr/>
          </p:nvSpPr>
          <p:spPr>
            <a:xfrm rot="5315400">
              <a:off x="8556840" y="187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8" name="Google Shape;1587;p40"/>
            <p:cNvSpPr/>
            <p:nvPr/>
          </p:nvSpPr>
          <p:spPr>
            <a:xfrm rot="5315400">
              <a:off x="8055360" y="6966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1588;p40"/>
            <p:cNvSpPr/>
            <p:nvPr/>
          </p:nvSpPr>
          <p:spPr>
            <a:xfrm rot="5315400">
              <a:off x="7921080" y="3495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0" name="Google Shape;1589;p40"/>
            <p:cNvSpPr/>
            <p:nvPr/>
          </p:nvSpPr>
          <p:spPr>
            <a:xfrm rot="5315400">
              <a:off x="7763400" y="7005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1590;p40"/>
            <p:cNvSpPr/>
            <p:nvPr/>
          </p:nvSpPr>
          <p:spPr>
            <a:xfrm rot="5315400">
              <a:off x="7650720" y="724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2" name="Google Shape;1591;p40"/>
            <p:cNvSpPr/>
            <p:nvPr/>
          </p:nvSpPr>
          <p:spPr>
            <a:xfrm rot="5315400">
              <a:off x="7482240" y="8128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dk2"/>
        </a:solidFill>
        <a:effectLst/>
      </p:bgPr>
    </p:bg>
    <p:spTree>
      <p:nvGrpSpPr>
        <p:cNvPr id="1" name=""/>
        <p:cNvGrpSpPr/>
        <p:nvPr/>
      </p:nvGrpSpPr>
      <p:grpSpPr>
        <a:xfrm>
          <a:off x="0" y="0"/>
          <a:ext cx="0" cy="0"/>
          <a:chOff x="0" y="0"/>
          <a:chExt cx="0" cy="0"/>
        </a:xfrm>
      </p:grpSpPr>
      <p:sp>
        <p:nvSpPr>
          <p:cNvPr id="1313" name="PlaceHolder 1"/>
          <p:cNvSpPr>
            <a:spLocks noGrp="1"/>
          </p:cNvSpPr>
          <p:nvPr>
            <p:ph type="title"/>
          </p:nvPr>
        </p:nvSpPr>
        <p:spPr>
          <a:xfrm>
            <a:off x="713160" y="417960"/>
            <a:ext cx="77173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314" name="Google Shape;146;p5"/>
          <p:cNvSpPr/>
          <p:nvPr/>
        </p:nvSpPr>
        <p:spPr>
          <a:xfrm rot="900000">
            <a:off x="7635960" y="-52020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5" name="Google Shape;147;p5"/>
          <p:cNvSpPr/>
          <p:nvPr/>
        </p:nvSpPr>
        <p:spPr>
          <a:xfrm rot="900000">
            <a:off x="8041320" y="86832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148;p5"/>
          <p:cNvSpPr/>
          <p:nvPr/>
        </p:nvSpPr>
        <p:spPr>
          <a:xfrm rot="10276200">
            <a:off x="6986160" y="38088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7" name="Google Shape;149;p5"/>
          <p:cNvSpPr/>
          <p:nvPr/>
        </p:nvSpPr>
        <p:spPr>
          <a:xfrm flipH="1">
            <a:off x="4160520" y="4630680"/>
            <a:ext cx="5128920" cy="825840"/>
          </a:xfrm>
          <a:custGeom>
            <a:avLst/>
            <a:gdLst>
              <a:gd name="textAreaLeft" fmla="*/ -360 w 5128920"/>
              <a:gd name="textAreaRight" fmla="*/ 5128920 w 5128920"/>
              <a:gd name="textAreaTop" fmla="*/ 0 h 825840"/>
              <a:gd name="textAreaBottom" fmla="*/ 826200 h 825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8" name="Google Shape;150;p5"/>
          <p:cNvSpPr/>
          <p:nvPr/>
        </p:nvSpPr>
        <p:spPr>
          <a:xfrm>
            <a:off x="0" y="4611600"/>
            <a:ext cx="4714920" cy="788040"/>
          </a:xfrm>
          <a:custGeom>
            <a:avLst/>
            <a:gdLst>
              <a:gd name="textAreaLeft" fmla="*/ 0 w 4714920"/>
              <a:gd name="textAreaRight" fmla="*/ 471528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151;p5"/>
          <p:cNvSpPr/>
          <p:nvPr/>
        </p:nvSpPr>
        <p:spPr>
          <a:xfrm rot="10800000">
            <a:off x="3142800" y="4618440"/>
            <a:ext cx="2971800" cy="775080"/>
          </a:xfrm>
          <a:custGeom>
            <a:avLst/>
            <a:gdLst>
              <a:gd name="textAreaLeft" fmla="*/ 0 w 2971800"/>
              <a:gd name="textAreaRight" fmla="*/ 2972160 w 2971800"/>
              <a:gd name="textAreaTop" fmla="*/ 0 h 775080"/>
              <a:gd name="textAreaBottom" fmla="*/ 775440 h 775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20" name="Google Shape;152;p5"/>
          <p:cNvGrpSpPr/>
          <p:nvPr/>
        </p:nvGrpSpPr>
        <p:grpSpPr>
          <a:xfrm>
            <a:off x="-161640" y="3561480"/>
            <a:ext cx="745200" cy="1352880"/>
            <a:chOff x="-161640" y="3561480"/>
            <a:chExt cx="745200" cy="1352880"/>
          </a:xfrm>
        </p:grpSpPr>
        <p:sp>
          <p:nvSpPr>
            <p:cNvPr id="1321" name="Google Shape;153;p5"/>
            <p:cNvSpPr/>
            <p:nvPr/>
          </p:nvSpPr>
          <p:spPr>
            <a:xfrm>
              <a:off x="-161640" y="356148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2" name="Google Shape;154;p5"/>
            <p:cNvSpPr/>
            <p:nvPr/>
          </p:nvSpPr>
          <p:spPr>
            <a:xfrm>
              <a:off x="190440" y="41900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155;p5"/>
            <p:cNvSpPr/>
            <p:nvPr/>
          </p:nvSpPr>
          <p:spPr>
            <a:xfrm>
              <a:off x="109080" y="426240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156;p5"/>
            <p:cNvSpPr/>
            <p:nvPr/>
          </p:nvSpPr>
          <p:spPr>
            <a:xfrm>
              <a:off x="51120" y="408204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5" name="Google Shape;157;p5"/>
            <p:cNvSpPr/>
            <p:nvPr/>
          </p:nvSpPr>
          <p:spPr>
            <a:xfrm>
              <a:off x="16200" y="438768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6" name="Google Shape;158;p5"/>
            <p:cNvSpPr/>
            <p:nvPr/>
          </p:nvSpPr>
          <p:spPr>
            <a:xfrm>
              <a:off x="173880" y="378252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159;p5"/>
            <p:cNvSpPr/>
            <p:nvPr/>
          </p:nvSpPr>
          <p:spPr>
            <a:xfrm>
              <a:off x="190440" y="41900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28" name="Google Shape;160;p5"/>
          <p:cNvSpPr/>
          <p:nvPr/>
        </p:nvSpPr>
        <p:spPr>
          <a:xfrm rot="8100000">
            <a:off x="7558200" y="368604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9" name="Google Shape;161;p5"/>
          <p:cNvSpPr/>
          <p:nvPr/>
        </p:nvSpPr>
        <p:spPr>
          <a:xfrm rot="5400000">
            <a:off x="8026200" y="401868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30" name="Google Shape;162;p5"/>
          <p:cNvGrpSpPr/>
          <p:nvPr/>
        </p:nvGrpSpPr>
        <p:grpSpPr>
          <a:xfrm>
            <a:off x="-335160" y="62280"/>
            <a:ext cx="1092600" cy="664920"/>
            <a:chOff x="-335160" y="62280"/>
            <a:chExt cx="1092600" cy="664920"/>
          </a:xfrm>
        </p:grpSpPr>
        <p:sp>
          <p:nvSpPr>
            <p:cNvPr id="1331" name="Google Shape;163;p5"/>
            <p:cNvSpPr/>
            <p:nvPr/>
          </p:nvSpPr>
          <p:spPr>
            <a:xfrm rot="5315400">
              <a:off x="286200" y="2217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164;p5"/>
            <p:cNvSpPr/>
            <p:nvPr/>
          </p:nvSpPr>
          <p:spPr>
            <a:xfrm rot="5315400">
              <a:off x="261360" y="3268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3" name="Google Shape;165;p5"/>
            <p:cNvSpPr/>
            <p:nvPr/>
          </p:nvSpPr>
          <p:spPr>
            <a:xfrm rot="5315400">
              <a:off x="342360" y="2671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4" name="Google Shape;166;p5"/>
            <p:cNvSpPr/>
            <p:nvPr/>
          </p:nvSpPr>
          <p:spPr>
            <a:xfrm rot="5315400">
              <a:off x="416880" y="4903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5" name="Google Shape;167;p5"/>
            <p:cNvSpPr/>
            <p:nvPr/>
          </p:nvSpPr>
          <p:spPr>
            <a:xfrm rot="5315400">
              <a:off x="293760" y="3956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168;p5"/>
            <p:cNvSpPr/>
            <p:nvPr/>
          </p:nvSpPr>
          <p:spPr>
            <a:xfrm rot="5315400">
              <a:off x="99000" y="4964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169;p5"/>
            <p:cNvSpPr/>
            <p:nvPr/>
          </p:nvSpPr>
          <p:spPr>
            <a:xfrm rot="5315400">
              <a:off x="392760" y="3225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170;p5"/>
            <p:cNvSpPr/>
            <p:nvPr/>
          </p:nvSpPr>
          <p:spPr>
            <a:xfrm rot="5315400">
              <a:off x="554400" y="2296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9" name="Google Shape;171;p5"/>
            <p:cNvSpPr/>
            <p:nvPr/>
          </p:nvSpPr>
          <p:spPr>
            <a:xfrm rot="5315400">
              <a:off x="647280" y="2934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0" name="Google Shape;172;p5"/>
            <p:cNvSpPr/>
            <p:nvPr/>
          </p:nvSpPr>
          <p:spPr>
            <a:xfrm rot="5315400">
              <a:off x="473760" y="1040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1" name="Google Shape;173;p5"/>
            <p:cNvSpPr/>
            <p:nvPr/>
          </p:nvSpPr>
          <p:spPr>
            <a:xfrm rot="5315400">
              <a:off x="657360" y="1616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2" name="Google Shape;174;p5"/>
            <p:cNvSpPr/>
            <p:nvPr/>
          </p:nvSpPr>
          <p:spPr>
            <a:xfrm rot="5315400">
              <a:off x="734400" y="651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3" name="Google Shape;175;p5"/>
            <p:cNvSpPr/>
            <p:nvPr/>
          </p:nvSpPr>
          <p:spPr>
            <a:xfrm rot="5315400">
              <a:off x="232920" y="5742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4" name="Google Shape;176;p5"/>
            <p:cNvSpPr/>
            <p:nvPr/>
          </p:nvSpPr>
          <p:spPr>
            <a:xfrm rot="5315400">
              <a:off x="98640" y="2271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5" name="Google Shape;177;p5"/>
            <p:cNvSpPr/>
            <p:nvPr/>
          </p:nvSpPr>
          <p:spPr>
            <a:xfrm rot="5315400">
              <a:off x="-58320" y="5781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6" name="Google Shape;178;p5"/>
            <p:cNvSpPr/>
            <p:nvPr/>
          </p:nvSpPr>
          <p:spPr>
            <a:xfrm rot="5315400">
              <a:off x="-171000" y="6022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7" name="Google Shape;179;p5"/>
            <p:cNvSpPr/>
            <p:nvPr/>
          </p:nvSpPr>
          <p:spPr>
            <a:xfrm rot="5315400">
              <a:off x="-339840" y="6904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ONE_COLUMN_TEXT_2">
    <p:bg>
      <p:bgPr>
        <a:solidFill>
          <a:schemeClr val="dk2"/>
        </a:solidFill>
        <a:effectLst/>
      </p:bgPr>
    </p:bg>
    <p:spTree>
      <p:nvGrpSpPr>
        <p:cNvPr id="1" name=""/>
        <p:cNvGrpSpPr/>
        <p:nvPr/>
      </p:nvGrpSpPr>
      <p:grpSpPr>
        <a:xfrm>
          <a:off x="0" y="0"/>
          <a:ext cx="0" cy="0"/>
          <a:chOff x="0" y="0"/>
          <a:chExt cx="0" cy="0"/>
        </a:xfrm>
      </p:grpSpPr>
      <p:sp>
        <p:nvSpPr>
          <p:cNvPr id="1348" name="PlaceHolder 1"/>
          <p:cNvSpPr>
            <a:spLocks noGrp="1"/>
          </p:cNvSpPr>
          <p:nvPr>
            <p:ph type="title"/>
          </p:nvPr>
        </p:nvSpPr>
        <p:spPr>
          <a:xfrm>
            <a:off x="709560" y="511920"/>
            <a:ext cx="77209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349" name="PlaceHolder 2"/>
          <p:cNvSpPr>
            <a:spLocks noGrp="1"/>
          </p:cNvSpPr>
          <p:nvPr>
            <p:ph type="body"/>
          </p:nvPr>
        </p:nvSpPr>
        <p:spPr>
          <a:xfrm>
            <a:off x="3822840" y="2478240"/>
            <a:ext cx="4607280" cy="21060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350" name="PlaceHolder 3"/>
          <p:cNvSpPr>
            <a:spLocks noGrp="1"/>
          </p:cNvSpPr>
          <p:nvPr>
            <p:ph type="title"/>
          </p:nvPr>
        </p:nvSpPr>
        <p:spPr>
          <a:xfrm>
            <a:off x="3804120" y="1805040"/>
            <a:ext cx="2031480" cy="485280"/>
          </a:xfrm>
          <a:prstGeom prst="rect">
            <a:avLst/>
          </a:prstGeom>
          <a:noFill/>
          <a:ln w="0">
            <a:noFill/>
          </a:ln>
        </p:spPr>
        <p:txBody>
          <a:bodyPr lIns="91440" tIns="91440" rIns="91440" bIns="91440" anchor="t">
            <a:noAutofit/>
          </a:bodyPr>
          <a:lstStyle/>
          <a:p>
            <a:pPr indent="0">
              <a:lnSpc>
                <a:spcPct val="115000"/>
              </a:lnSpc>
              <a:buNone/>
            </a:pPr>
            <a:r>
              <a:rPr lang="fr-FR" sz="2600" b="0" u="none" strike="noStrike">
                <a:solidFill>
                  <a:schemeClr val="lt1"/>
                </a:solidFill>
                <a:effectLst/>
                <a:uFillTx/>
                <a:latin typeface="Calistoga"/>
                <a:ea typeface="Calistoga"/>
              </a:rPr>
              <a:t>xx%</a:t>
            </a:r>
            <a:endParaRPr lang="fr-FR" sz="2600" b="0" u="none" strike="noStrike">
              <a:solidFill>
                <a:schemeClr val="dk1"/>
              </a:solidFill>
              <a:effectLst/>
              <a:uFillTx/>
              <a:latin typeface="Arial"/>
            </a:endParaRPr>
          </a:p>
        </p:txBody>
      </p:sp>
      <p:sp>
        <p:nvSpPr>
          <p:cNvPr id="1351" name="Google Shape;1597;p41"/>
          <p:cNvSpPr/>
          <p:nvPr/>
        </p:nvSpPr>
        <p:spPr>
          <a:xfrm rot="6741600">
            <a:off x="7918560" y="96840"/>
            <a:ext cx="1491120" cy="885240"/>
          </a:xfrm>
          <a:custGeom>
            <a:avLst/>
            <a:gdLst>
              <a:gd name="textAreaLeft" fmla="*/ 0 w 1491120"/>
              <a:gd name="textAreaRight" fmla="*/ 1491480 w 1491120"/>
              <a:gd name="textAreaTop" fmla="*/ 0 h 885240"/>
              <a:gd name="textAreaBottom" fmla="*/ 885600 h 8852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2" name="Google Shape;1598;p41"/>
          <p:cNvSpPr/>
          <p:nvPr/>
        </p:nvSpPr>
        <p:spPr>
          <a:xfrm rot="5400000">
            <a:off x="7993440" y="3378960"/>
            <a:ext cx="2126880" cy="1696680"/>
          </a:xfrm>
          <a:custGeom>
            <a:avLst/>
            <a:gdLst>
              <a:gd name="textAreaLeft" fmla="*/ 0 w 2126880"/>
              <a:gd name="textAreaRight" fmla="*/ 2127240 w 212688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53" name="Google Shape;1599;p41"/>
          <p:cNvGrpSpPr/>
          <p:nvPr/>
        </p:nvGrpSpPr>
        <p:grpSpPr>
          <a:xfrm>
            <a:off x="8401680" y="2282040"/>
            <a:ext cx="930960" cy="1239840"/>
            <a:chOff x="8401680" y="2282040"/>
            <a:chExt cx="930960" cy="1239840"/>
          </a:xfrm>
        </p:grpSpPr>
        <p:sp>
          <p:nvSpPr>
            <p:cNvPr id="1354" name="Google Shape;1600;p41"/>
            <p:cNvSpPr/>
            <p:nvPr/>
          </p:nvSpPr>
          <p:spPr>
            <a:xfrm>
              <a:off x="8401680" y="24670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5" name="Google Shape;1601;p41"/>
            <p:cNvSpPr/>
            <p:nvPr/>
          </p:nvSpPr>
          <p:spPr>
            <a:xfrm>
              <a:off x="9043560" y="275796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6" name="Google Shape;1602;p41"/>
            <p:cNvSpPr/>
            <p:nvPr/>
          </p:nvSpPr>
          <p:spPr>
            <a:xfrm>
              <a:off x="8771760" y="284976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1603;p41"/>
            <p:cNvSpPr/>
            <p:nvPr/>
          </p:nvSpPr>
          <p:spPr>
            <a:xfrm>
              <a:off x="9123120" y="285624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8" name="Google Shape;1604;p41"/>
            <p:cNvSpPr/>
            <p:nvPr/>
          </p:nvSpPr>
          <p:spPr>
            <a:xfrm>
              <a:off x="8775000" y="228204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59" name="Google Shape;1605;p41"/>
          <p:cNvSpPr/>
          <p:nvPr/>
        </p:nvSpPr>
        <p:spPr>
          <a:xfrm rot="5400000">
            <a:off x="7407000" y="4128480"/>
            <a:ext cx="1474200" cy="850680"/>
          </a:xfrm>
          <a:custGeom>
            <a:avLst/>
            <a:gdLst>
              <a:gd name="textAreaLeft" fmla="*/ 0 w 1474200"/>
              <a:gd name="textAreaRight" fmla="*/ 147456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0" name="Google Shape;1606;p41"/>
          <p:cNvSpPr/>
          <p:nvPr/>
        </p:nvSpPr>
        <p:spPr>
          <a:xfrm rot="5400000">
            <a:off x="7567920" y="341532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1" name="Google Shape;1607;p41"/>
          <p:cNvSpPr/>
          <p:nvPr/>
        </p:nvSpPr>
        <p:spPr>
          <a:xfrm rot="11983800">
            <a:off x="-728280" y="351288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2" name="Google Shape;1608;p41"/>
          <p:cNvSpPr/>
          <p:nvPr/>
        </p:nvSpPr>
        <p:spPr>
          <a:xfrm rot="10276200">
            <a:off x="37800" y="385488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63" name="Google Shape;1609;p41"/>
          <p:cNvGrpSpPr/>
          <p:nvPr/>
        </p:nvGrpSpPr>
        <p:grpSpPr>
          <a:xfrm>
            <a:off x="-5760" y="4575600"/>
            <a:ext cx="511560" cy="525600"/>
            <a:chOff x="-5760" y="4575600"/>
            <a:chExt cx="511560" cy="525600"/>
          </a:xfrm>
        </p:grpSpPr>
        <p:sp>
          <p:nvSpPr>
            <p:cNvPr id="1364" name="Google Shape;1610;p41"/>
            <p:cNvSpPr/>
            <p:nvPr/>
          </p:nvSpPr>
          <p:spPr>
            <a:xfrm>
              <a:off x="271080" y="4575600"/>
              <a:ext cx="24840" cy="18000"/>
            </a:xfrm>
            <a:custGeom>
              <a:avLst/>
              <a:gdLst>
                <a:gd name="textAreaLeft" fmla="*/ 0 w 24840"/>
                <a:gd name="textAreaRight" fmla="*/ 25200 w 24840"/>
                <a:gd name="textAreaTop" fmla="*/ 0 h 18000"/>
                <a:gd name="textAreaBottom" fmla="*/ 18360 h 18000"/>
              </a:gdLst>
              <a:ahLst/>
              <a:cxnLst/>
              <a:rect l="textAreaLeft" t="textAreaTop" r="textAreaRight" b="textAreaBottom"/>
              <a:pathLst>
                <a:path w="698" h="507">
                  <a:moveTo>
                    <a:pt x="265" y="1"/>
                  </a:moveTo>
                  <a:cubicBezTo>
                    <a:pt x="201" y="1"/>
                    <a:pt x="128" y="35"/>
                    <a:pt x="74" y="89"/>
                  </a:cubicBezTo>
                  <a:cubicBezTo>
                    <a:pt x="37" y="125"/>
                    <a:pt x="1" y="198"/>
                    <a:pt x="1" y="235"/>
                  </a:cubicBezTo>
                  <a:cubicBezTo>
                    <a:pt x="1" y="308"/>
                    <a:pt x="37" y="382"/>
                    <a:pt x="74" y="418"/>
                  </a:cubicBezTo>
                  <a:cubicBezTo>
                    <a:pt x="128" y="472"/>
                    <a:pt x="201" y="506"/>
                    <a:pt x="265" y="506"/>
                  </a:cubicBezTo>
                  <a:cubicBezTo>
                    <a:pt x="289" y="506"/>
                    <a:pt x="311" y="502"/>
                    <a:pt x="331" y="492"/>
                  </a:cubicBezTo>
                  <a:lnTo>
                    <a:pt x="441" y="492"/>
                  </a:lnTo>
                  <a:cubicBezTo>
                    <a:pt x="490" y="492"/>
                    <a:pt x="539" y="459"/>
                    <a:pt x="577" y="415"/>
                  </a:cubicBezTo>
                  <a:lnTo>
                    <a:pt x="577" y="415"/>
                  </a:lnTo>
                  <a:cubicBezTo>
                    <a:pt x="640" y="401"/>
                    <a:pt x="697" y="336"/>
                    <a:pt x="697" y="272"/>
                  </a:cubicBezTo>
                  <a:cubicBezTo>
                    <a:pt x="697" y="175"/>
                    <a:pt x="640" y="107"/>
                    <a:pt x="577" y="92"/>
                  </a:cubicBezTo>
                  <a:lnTo>
                    <a:pt x="577" y="92"/>
                  </a:lnTo>
                  <a:cubicBezTo>
                    <a:pt x="569" y="82"/>
                    <a:pt x="560" y="73"/>
                    <a:pt x="551" y="65"/>
                  </a:cubicBezTo>
                  <a:lnTo>
                    <a:pt x="551" y="65"/>
                  </a:lnTo>
                  <a:lnTo>
                    <a:pt x="551" y="52"/>
                  </a:lnTo>
                  <a:lnTo>
                    <a:pt x="535" y="52"/>
                  </a:lnTo>
                  <a:cubicBezTo>
                    <a:pt x="506" y="30"/>
                    <a:pt x="473" y="15"/>
                    <a:pt x="441" y="15"/>
                  </a:cubicBezTo>
                  <a:lnTo>
                    <a:pt x="331" y="15"/>
                  </a:lnTo>
                  <a:cubicBezTo>
                    <a:pt x="311" y="5"/>
                    <a:pt x="289" y="1"/>
                    <a:pt x="2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5" name="Google Shape;1611;p41"/>
            <p:cNvSpPr/>
            <p:nvPr/>
          </p:nvSpPr>
          <p:spPr>
            <a:xfrm>
              <a:off x="234360" y="4688280"/>
              <a:ext cx="33840" cy="25920"/>
            </a:xfrm>
            <a:custGeom>
              <a:avLst/>
              <a:gdLst>
                <a:gd name="textAreaLeft" fmla="*/ 0 w 33840"/>
                <a:gd name="textAreaRight" fmla="*/ 34200 w 33840"/>
                <a:gd name="textAreaTop" fmla="*/ 0 h 25920"/>
                <a:gd name="textAreaBottom" fmla="*/ 26280 h 25920"/>
              </a:gdLst>
              <a:ahLst/>
              <a:cxnLst/>
              <a:rect l="textAreaLeft" t="textAreaTop" r="textAreaRight" b="textAreaBottom"/>
              <a:pathLst>
                <a:path w="954" h="734">
                  <a:moveTo>
                    <a:pt x="477" y="0"/>
                  </a:moveTo>
                  <a:cubicBezTo>
                    <a:pt x="0" y="0"/>
                    <a:pt x="0" y="733"/>
                    <a:pt x="477" y="733"/>
                  </a:cubicBezTo>
                  <a:cubicBezTo>
                    <a:pt x="953" y="697"/>
                    <a:pt x="953" y="0"/>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1612;p41"/>
            <p:cNvSpPr/>
            <p:nvPr/>
          </p:nvSpPr>
          <p:spPr>
            <a:xfrm>
              <a:off x="359640" y="4635360"/>
              <a:ext cx="36720" cy="31320"/>
            </a:xfrm>
            <a:custGeom>
              <a:avLst/>
              <a:gdLst>
                <a:gd name="textAreaLeft" fmla="*/ 0 w 36720"/>
                <a:gd name="textAreaRight" fmla="*/ 37080 w 36720"/>
                <a:gd name="textAreaTop" fmla="*/ 0 h 31320"/>
                <a:gd name="textAreaBottom" fmla="*/ 31680 h 31320"/>
              </a:gdLst>
              <a:ahLst/>
              <a:cxnLst/>
              <a:rect l="textAreaLeft" t="textAreaTop" r="textAreaRight" b="textAreaBottom"/>
              <a:pathLst>
                <a:path w="1028" h="881">
                  <a:moveTo>
                    <a:pt x="514" y="1"/>
                  </a:moveTo>
                  <a:cubicBezTo>
                    <a:pt x="1" y="74"/>
                    <a:pt x="1" y="807"/>
                    <a:pt x="514" y="881"/>
                  </a:cubicBezTo>
                  <a:cubicBezTo>
                    <a:pt x="1027" y="807"/>
                    <a:pt x="1027" y="74"/>
                    <a:pt x="51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7" name="Google Shape;1613;p41"/>
            <p:cNvSpPr/>
            <p:nvPr/>
          </p:nvSpPr>
          <p:spPr>
            <a:xfrm>
              <a:off x="349200" y="4953600"/>
              <a:ext cx="47160" cy="44280"/>
            </a:xfrm>
            <a:custGeom>
              <a:avLst/>
              <a:gdLst>
                <a:gd name="textAreaLeft" fmla="*/ 0 w 47160"/>
                <a:gd name="textAreaRight" fmla="*/ 47520 w 47160"/>
                <a:gd name="textAreaTop" fmla="*/ 0 h 44280"/>
                <a:gd name="textAreaBottom" fmla="*/ 44640 h 44280"/>
              </a:gdLst>
              <a:ahLst/>
              <a:cxnLst/>
              <a:rect l="textAreaLeft" t="textAreaTop" r="textAreaRight" b="textAreaBottom"/>
              <a:pathLst>
                <a:path w="1321" h="1238">
                  <a:moveTo>
                    <a:pt x="532" y="1"/>
                  </a:moveTo>
                  <a:cubicBezTo>
                    <a:pt x="404" y="1"/>
                    <a:pt x="276" y="46"/>
                    <a:pt x="184" y="138"/>
                  </a:cubicBezTo>
                  <a:cubicBezTo>
                    <a:pt x="1" y="358"/>
                    <a:pt x="1" y="651"/>
                    <a:pt x="184" y="871"/>
                  </a:cubicBezTo>
                  <a:lnTo>
                    <a:pt x="477" y="1091"/>
                  </a:lnTo>
                  <a:cubicBezTo>
                    <a:pt x="551" y="1201"/>
                    <a:pt x="660" y="1238"/>
                    <a:pt x="807" y="1238"/>
                  </a:cubicBezTo>
                  <a:cubicBezTo>
                    <a:pt x="917" y="1238"/>
                    <a:pt x="1064" y="1201"/>
                    <a:pt x="1137" y="1091"/>
                  </a:cubicBezTo>
                  <a:cubicBezTo>
                    <a:pt x="1320" y="908"/>
                    <a:pt x="1320" y="615"/>
                    <a:pt x="1137" y="431"/>
                  </a:cubicBezTo>
                  <a:cubicBezTo>
                    <a:pt x="1064" y="321"/>
                    <a:pt x="954" y="248"/>
                    <a:pt x="880" y="138"/>
                  </a:cubicBezTo>
                  <a:cubicBezTo>
                    <a:pt x="789" y="46"/>
                    <a:pt x="660" y="1"/>
                    <a:pt x="53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8" name="Google Shape;1614;p41"/>
            <p:cNvSpPr/>
            <p:nvPr/>
          </p:nvSpPr>
          <p:spPr>
            <a:xfrm>
              <a:off x="454680" y="4921560"/>
              <a:ext cx="51120" cy="50400"/>
            </a:xfrm>
            <a:custGeom>
              <a:avLst/>
              <a:gdLst>
                <a:gd name="textAreaLeft" fmla="*/ 0 w 51120"/>
                <a:gd name="textAreaRight" fmla="*/ 51480 w 51120"/>
                <a:gd name="textAreaTop" fmla="*/ 0 h 50400"/>
                <a:gd name="textAreaBottom" fmla="*/ 50760 h 50400"/>
              </a:gdLst>
              <a:ahLst/>
              <a:cxnLst/>
              <a:rect l="textAreaLeft" t="textAreaTop" r="textAreaRight" b="textAreaBottom"/>
              <a:pathLst>
                <a:path w="1430" h="1408">
                  <a:moveTo>
                    <a:pt x="550" y="1"/>
                  </a:moveTo>
                  <a:cubicBezTo>
                    <a:pt x="404" y="1"/>
                    <a:pt x="257" y="37"/>
                    <a:pt x="147" y="147"/>
                  </a:cubicBezTo>
                  <a:cubicBezTo>
                    <a:pt x="37" y="257"/>
                    <a:pt x="0" y="404"/>
                    <a:pt x="0" y="550"/>
                  </a:cubicBezTo>
                  <a:cubicBezTo>
                    <a:pt x="0" y="697"/>
                    <a:pt x="37" y="844"/>
                    <a:pt x="147" y="954"/>
                  </a:cubicBezTo>
                  <a:lnTo>
                    <a:pt x="147" y="990"/>
                  </a:lnTo>
                  <a:cubicBezTo>
                    <a:pt x="257" y="1100"/>
                    <a:pt x="404" y="1247"/>
                    <a:pt x="550" y="1320"/>
                  </a:cubicBezTo>
                  <a:cubicBezTo>
                    <a:pt x="631" y="1374"/>
                    <a:pt x="711" y="1408"/>
                    <a:pt x="806" y="1408"/>
                  </a:cubicBezTo>
                  <a:cubicBezTo>
                    <a:pt x="841" y="1408"/>
                    <a:pt x="877" y="1403"/>
                    <a:pt x="917" y="1394"/>
                  </a:cubicBezTo>
                  <a:cubicBezTo>
                    <a:pt x="1027" y="1394"/>
                    <a:pt x="1137" y="1320"/>
                    <a:pt x="1247" y="1247"/>
                  </a:cubicBezTo>
                  <a:cubicBezTo>
                    <a:pt x="1283" y="1174"/>
                    <a:pt x="1357" y="1100"/>
                    <a:pt x="1357" y="990"/>
                  </a:cubicBezTo>
                  <a:cubicBezTo>
                    <a:pt x="1430" y="844"/>
                    <a:pt x="1393" y="697"/>
                    <a:pt x="1320" y="550"/>
                  </a:cubicBezTo>
                  <a:cubicBezTo>
                    <a:pt x="1210" y="404"/>
                    <a:pt x="1100" y="257"/>
                    <a:pt x="953" y="147"/>
                  </a:cubicBezTo>
                  <a:cubicBezTo>
                    <a:pt x="843" y="37"/>
                    <a:pt x="697"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1615;p41"/>
            <p:cNvSpPr/>
            <p:nvPr/>
          </p:nvSpPr>
          <p:spPr>
            <a:xfrm>
              <a:off x="353160" y="4831920"/>
              <a:ext cx="27360" cy="36720"/>
            </a:xfrm>
            <a:custGeom>
              <a:avLst/>
              <a:gdLst>
                <a:gd name="textAreaLeft" fmla="*/ 0 w 27360"/>
                <a:gd name="textAreaRight" fmla="*/ 27720 w 27360"/>
                <a:gd name="textAreaTop" fmla="*/ 0 h 36720"/>
                <a:gd name="textAreaBottom" fmla="*/ 37080 h 36720"/>
              </a:gdLst>
              <a:ahLst/>
              <a:cxnLst/>
              <a:rect l="textAreaLeft" t="textAreaTop" r="textAreaRight" b="textAreaBottom"/>
              <a:pathLst>
                <a:path w="771" h="1028">
                  <a:moveTo>
                    <a:pt x="367" y="1"/>
                  </a:moveTo>
                  <a:cubicBezTo>
                    <a:pt x="147" y="1"/>
                    <a:pt x="1" y="147"/>
                    <a:pt x="1" y="404"/>
                  </a:cubicBezTo>
                  <a:lnTo>
                    <a:pt x="37" y="404"/>
                  </a:lnTo>
                  <a:lnTo>
                    <a:pt x="37" y="661"/>
                  </a:lnTo>
                  <a:cubicBezTo>
                    <a:pt x="37" y="771"/>
                    <a:pt x="74" y="844"/>
                    <a:pt x="147" y="917"/>
                  </a:cubicBezTo>
                  <a:cubicBezTo>
                    <a:pt x="221" y="991"/>
                    <a:pt x="294" y="1027"/>
                    <a:pt x="404" y="1027"/>
                  </a:cubicBezTo>
                  <a:cubicBezTo>
                    <a:pt x="624" y="1027"/>
                    <a:pt x="770" y="881"/>
                    <a:pt x="770" y="661"/>
                  </a:cubicBezTo>
                  <a:lnTo>
                    <a:pt x="770" y="404"/>
                  </a:lnTo>
                  <a:cubicBezTo>
                    <a:pt x="770" y="294"/>
                    <a:pt x="734" y="184"/>
                    <a:pt x="660" y="111"/>
                  </a:cubicBezTo>
                  <a:cubicBezTo>
                    <a:pt x="587" y="38"/>
                    <a:pt x="477" y="1"/>
                    <a:pt x="36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0" name="Google Shape;1616;p41"/>
            <p:cNvSpPr/>
            <p:nvPr/>
          </p:nvSpPr>
          <p:spPr>
            <a:xfrm>
              <a:off x="437040" y="5076000"/>
              <a:ext cx="42480" cy="25200"/>
            </a:xfrm>
            <a:custGeom>
              <a:avLst/>
              <a:gdLst>
                <a:gd name="textAreaLeft" fmla="*/ 0 w 42480"/>
                <a:gd name="textAreaRight" fmla="*/ 42840 w 42480"/>
                <a:gd name="textAreaTop" fmla="*/ 0 h 25200"/>
                <a:gd name="textAreaBottom" fmla="*/ 25560 h 25200"/>
              </a:gdLst>
              <a:ahLst/>
              <a:cxnLst/>
              <a:rect l="textAreaLeft" t="textAreaTop" r="textAreaRight" b="textAreaBottom"/>
              <a:pathLst>
                <a:path w="1188" h="706">
                  <a:moveTo>
                    <a:pt x="462" y="0"/>
                  </a:moveTo>
                  <a:cubicBezTo>
                    <a:pt x="0" y="0"/>
                    <a:pt x="0" y="706"/>
                    <a:pt x="462" y="706"/>
                  </a:cubicBezTo>
                  <a:cubicBezTo>
                    <a:pt x="483" y="706"/>
                    <a:pt x="505" y="704"/>
                    <a:pt x="528" y="701"/>
                  </a:cubicBezTo>
                  <a:lnTo>
                    <a:pt x="785" y="701"/>
                  </a:lnTo>
                  <a:cubicBezTo>
                    <a:pt x="1188" y="628"/>
                    <a:pt x="1188" y="41"/>
                    <a:pt x="785" y="5"/>
                  </a:cubicBezTo>
                  <a:lnTo>
                    <a:pt x="528" y="5"/>
                  </a:lnTo>
                  <a:cubicBezTo>
                    <a:pt x="505" y="2"/>
                    <a:pt x="483" y="0"/>
                    <a:pt x="46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1617;p41"/>
            <p:cNvSpPr/>
            <p:nvPr/>
          </p:nvSpPr>
          <p:spPr>
            <a:xfrm>
              <a:off x="107640" y="4895280"/>
              <a:ext cx="44640" cy="35280"/>
            </a:xfrm>
            <a:custGeom>
              <a:avLst/>
              <a:gdLst>
                <a:gd name="textAreaLeft" fmla="*/ 0 w 44640"/>
                <a:gd name="textAreaRight" fmla="*/ 45000 w 44640"/>
                <a:gd name="textAreaTop" fmla="*/ 0 h 35280"/>
                <a:gd name="textAreaBottom" fmla="*/ 35640 h 35280"/>
              </a:gdLst>
              <a:ahLst/>
              <a:cxnLst/>
              <a:rect l="textAreaLeft" t="textAreaTop" r="textAreaRight" b="textAreaBottom"/>
              <a:pathLst>
                <a:path w="1247" h="991">
                  <a:moveTo>
                    <a:pt x="513" y="0"/>
                  </a:moveTo>
                  <a:cubicBezTo>
                    <a:pt x="367" y="0"/>
                    <a:pt x="257" y="37"/>
                    <a:pt x="147" y="147"/>
                  </a:cubicBezTo>
                  <a:cubicBezTo>
                    <a:pt x="74" y="220"/>
                    <a:pt x="0" y="367"/>
                    <a:pt x="0" y="477"/>
                  </a:cubicBezTo>
                  <a:cubicBezTo>
                    <a:pt x="0" y="770"/>
                    <a:pt x="220" y="990"/>
                    <a:pt x="513" y="990"/>
                  </a:cubicBezTo>
                  <a:lnTo>
                    <a:pt x="770" y="990"/>
                  </a:lnTo>
                  <a:cubicBezTo>
                    <a:pt x="1027" y="990"/>
                    <a:pt x="1247" y="770"/>
                    <a:pt x="1247" y="514"/>
                  </a:cubicBezTo>
                  <a:cubicBezTo>
                    <a:pt x="1247" y="220"/>
                    <a:pt x="1027" y="0"/>
                    <a:pt x="77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2" name="Google Shape;1618;p41"/>
            <p:cNvSpPr/>
            <p:nvPr/>
          </p:nvSpPr>
          <p:spPr>
            <a:xfrm>
              <a:off x="-5760" y="4747680"/>
              <a:ext cx="29880" cy="21960"/>
            </a:xfrm>
            <a:custGeom>
              <a:avLst/>
              <a:gdLst>
                <a:gd name="textAreaLeft" fmla="*/ 0 w 29880"/>
                <a:gd name="textAreaRight" fmla="*/ 30240 w 29880"/>
                <a:gd name="textAreaTop" fmla="*/ 0 h 21960"/>
                <a:gd name="textAreaBottom" fmla="*/ 22320 h 21960"/>
              </a:gdLst>
              <a:ahLst/>
              <a:cxnLst/>
              <a:rect l="textAreaLeft" t="textAreaTop" r="textAreaRight" b="textAreaBottom"/>
              <a:pathLst>
                <a:path w="844" h="624">
                  <a:moveTo>
                    <a:pt x="404" y="1"/>
                  </a:moveTo>
                  <a:cubicBezTo>
                    <a:pt x="1" y="1"/>
                    <a:pt x="1" y="624"/>
                    <a:pt x="404" y="624"/>
                  </a:cubicBezTo>
                  <a:cubicBezTo>
                    <a:pt x="844" y="624"/>
                    <a:pt x="844"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373" name="Google Shape;1619;p41"/>
          <p:cNvSpPr/>
          <p:nvPr/>
        </p:nvSpPr>
        <p:spPr>
          <a:xfrm rot="17442600">
            <a:off x="194040" y="150768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374" name="Google Shape;1620;p41"/>
          <p:cNvGrpSpPr/>
          <p:nvPr/>
        </p:nvGrpSpPr>
        <p:grpSpPr>
          <a:xfrm>
            <a:off x="7487280" y="184680"/>
            <a:ext cx="1092600" cy="664920"/>
            <a:chOff x="7487280" y="184680"/>
            <a:chExt cx="1092600" cy="664920"/>
          </a:xfrm>
        </p:grpSpPr>
        <p:sp>
          <p:nvSpPr>
            <p:cNvPr id="1375" name="Google Shape;1621;p41"/>
            <p:cNvSpPr/>
            <p:nvPr/>
          </p:nvSpPr>
          <p:spPr>
            <a:xfrm rot="5315400">
              <a:off x="8108640" y="34416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6" name="Google Shape;1622;p41"/>
            <p:cNvSpPr/>
            <p:nvPr/>
          </p:nvSpPr>
          <p:spPr>
            <a:xfrm rot="5315400">
              <a:off x="8083800" y="4492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7" name="Google Shape;1623;p41"/>
            <p:cNvSpPr/>
            <p:nvPr/>
          </p:nvSpPr>
          <p:spPr>
            <a:xfrm rot="5315400">
              <a:off x="8164440" y="3895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8" name="Google Shape;1624;p41"/>
            <p:cNvSpPr/>
            <p:nvPr/>
          </p:nvSpPr>
          <p:spPr>
            <a:xfrm rot="5315400">
              <a:off x="8238960" y="6127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1625;p41"/>
            <p:cNvSpPr/>
            <p:nvPr/>
          </p:nvSpPr>
          <p:spPr>
            <a:xfrm rot="5315400">
              <a:off x="8115840" y="51804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1626;p41"/>
            <p:cNvSpPr/>
            <p:nvPr/>
          </p:nvSpPr>
          <p:spPr>
            <a:xfrm rot="5315400">
              <a:off x="7921440" y="6188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1" name="Google Shape;1627;p41"/>
            <p:cNvSpPr/>
            <p:nvPr/>
          </p:nvSpPr>
          <p:spPr>
            <a:xfrm rot="5315400">
              <a:off x="8215200" y="4449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2" name="Google Shape;1628;p41"/>
            <p:cNvSpPr/>
            <p:nvPr/>
          </p:nvSpPr>
          <p:spPr>
            <a:xfrm rot="5315400">
              <a:off x="8376840" y="3520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1629;p41"/>
            <p:cNvSpPr/>
            <p:nvPr/>
          </p:nvSpPr>
          <p:spPr>
            <a:xfrm rot="5315400">
              <a:off x="8469720" y="4158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1630;p41"/>
            <p:cNvSpPr/>
            <p:nvPr/>
          </p:nvSpPr>
          <p:spPr>
            <a:xfrm rot="5315400">
              <a:off x="8296200" y="22644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5" name="Google Shape;1631;p41"/>
            <p:cNvSpPr/>
            <p:nvPr/>
          </p:nvSpPr>
          <p:spPr>
            <a:xfrm rot="5315400">
              <a:off x="8479800" y="2840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6" name="Google Shape;1632;p41"/>
            <p:cNvSpPr/>
            <p:nvPr/>
          </p:nvSpPr>
          <p:spPr>
            <a:xfrm rot="5315400">
              <a:off x="8556840" y="187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1633;p41"/>
            <p:cNvSpPr/>
            <p:nvPr/>
          </p:nvSpPr>
          <p:spPr>
            <a:xfrm rot="5315400">
              <a:off x="8055360" y="69660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1634;p41"/>
            <p:cNvSpPr/>
            <p:nvPr/>
          </p:nvSpPr>
          <p:spPr>
            <a:xfrm rot="5315400">
              <a:off x="7921080" y="34956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9" name="Google Shape;1635;p41"/>
            <p:cNvSpPr/>
            <p:nvPr/>
          </p:nvSpPr>
          <p:spPr>
            <a:xfrm rot="5315400">
              <a:off x="7763400" y="7005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0" name="Google Shape;1636;p41"/>
            <p:cNvSpPr/>
            <p:nvPr/>
          </p:nvSpPr>
          <p:spPr>
            <a:xfrm rot="5315400">
              <a:off x="7650720" y="724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1637;p41"/>
            <p:cNvSpPr/>
            <p:nvPr/>
          </p:nvSpPr>
          <p:spPr>
            <a:xfrm rot="5315400">
              <a:off x="7482240" y="81288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392" name="Google Shape;1638;p41"/>
          <p:cNvSpPr/>
          <p:nvPr/>
        </p:nvSpPr>
        <p:spPr>
          <a:xfrm>
            <a:off x="4984560" y="-11160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3" name="Google Shape;1639;p41"/>
          <p:cNvSpPr/>
          <p:nvPr/>
        </p:nvSpPr>
        <p:spPr>
          <a:xfrm rot="16200000">
            <a:off x="6312240" y="-18180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SECTION_TITLE_AND_DESCRIPTION_1">
    <p:bg>
      <p:bgPr>
        <a:solidFill>
          <a:schemeClr val="accent2"/>
        </a:solidFill>
        <a:effectLst/>
      </p:bgPr>
    </p:bg>
    <p:spTree>
      <p:nvGrpSpPr>
        <p:cNvPr id="1" name=""/>
        <p:cNvGrpSpPr/>
        <p:nvPr/>
      </p:nvGrpSpPr>
      <p:grpSpPr>
        <a:xfrm>
          <a:off x="0" y="0"/>
          <a:ext cx="0" cy="0"/>
          <a:chOff x="0" y="0"/>
          <a:chExt cx="0" cy="0"/>
        </a:xfrm>
      </p:grpSpPr>
      <p:sp>
        <p:nvSpPr>
          <p:cNvPr id="1394" name="PlaceHolder 1"/>
          <p:cNvSpPr>
            <a:spLocks noGrp="1"/>
          </p:cNvSpPr>
          <p:nvPr>
            <p:ph type="title"/>
          </p:nvPr>
        </p:nvSpPr>
        <p:spPr>
          <a:xfrm>
            <a:off x="709560" y="511920"/>
            <a:ext cx="7720920" cy="862560"/>
          </a:xfrm>
          <a:prstGeom prst="rect">
            <a:avLst/>
          </a:prstGeom>
          <a:noFill/>
          <a:ln w="0">
            <a:noFill/>
          </a:ln>
        </p:spPr>
        <p:txBody>
          <a:bodyPr lIns="91440" tIns="91440" rIns="91440" bIns="91440" anchor="b">
            <a:noAutofit/>
          </a:bodyPr>
          <a:lstStyle/>
          <a:p>
            <a:pPr indent="0">
              <a:buNone/>
            </a:pPr>
            <a:r>
              <a:rPr lang="fr-FR" sz="4500" b="0" u="none" strike="noStrike">
                <a:solidFill>
                  <a:schemeClr val="dk1"/>
                </a:solidFill>
                <a:effectLst/>
                <a:uFillTx/>
                <a:latin typeface="Arial"/>
              </a:rPr>
              <a:t>Click to edit the title text format</a:t>
            </a:r>
          </a:p>
        </p:txBody>
      </p:sp>
      <p:sp>
        <p:nvSpPr>
          <p:cNvPr id="1395" name="Google Shape;1642;p42"/>
          <p:cNvSpPr/>
          <p:nvPr/>
        </p:nvSpPr>
        <p:spPr>
          <a:xfrm rot="13930800">
            <a:off x="5873040" y="-210240"/>
            <a:ext cx="1491120" cy="885240"/>
          </a:xfrm>
          <a:custGeom>
            <a:avLst/>
            <a:gdLst>
              <a:gd name="textAreaLeft" fmla="*/ 0 w 1491120"/>
              <a:gd name="textAreaRight" fmla="*/ 1491480 w 1491120"/>
              <a:gd name="textAreaTop" fmla="*/ 0 h 885240"/>
              <a:gd name="textAreaBottom" fmla="*/ 885600 h 8852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6" name="Google Shape;1643;p42"/>
          <p:cNvSpPr/>
          <p:nvPr/>
        </p:nvSpPr>
        <p:spPr>
          <a:xfrm rot="17442600">
            <a:off x="470880" y="205992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7" name="Google Shape;1644;p42"/>
          <p:cNvSpPr/>
          <p:nvPr/>
        </p:nvSpPr>
        <p:spPr>
          <a:xfrm>
            <a:off x="-2404440" y="1532880"/>
            <a:ext cx="14232240" cy="5394960"/>
          </a:xfrm>
          <a:custGeom>
            <a:avLst/>
            <a:gdLst>
              <a:gd name="textAreaLeft" fmla="*/ 0 w 14232240"/>
              <a:gd name="textAreaRight" fmla="*/ 14232600 w 14232240"/>
              <a:gd name="textAreaTop" fmla="*/ 0 h 5394960"/>
              <a:gd name="textAreaBottom" fmla="*/ 5395320 h 539496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8" name="Google Shape;1646;p42"/>
          <p:cNvSpPr/>
          <p:nvPr/>
        </p:nvSpPr>
        <p:spPr>
          <a:xfrm rot="3114000">
            <a:off x="6073560" y="-500400"/>
            <a:ext cx="3723120" cy="2889000"/>
          </a:xfrm>
          <a:custGeom>
            <a:avLst/>
            <a:gdLst>
              <a:gd name="textAreaLeft" fmla="*/ 0 w 3723120"/>
              <a:gd name="textAreaRight" fmla="*/ 3723480 w 3723120"/>
              <a:gd name="textAreaTop" fmla="*/ 0 h 2889000"/>
              <a:gd name="textAreaBottom" fmla="*/ 2889360 h 288900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399" name="Google Shape;1647;p42"/>
          <p:cNvGrpSpPr/>
          <p:nvPr/>
        </p:nvGrpSpPr>
        <p:grpSpPr>
          <a:xfrm>
            <a:off x="7242120" y="1625400"/>
            <a:ext cx="1385640" cy="672480"/>
            <a:chOff x="7242120" y="1625400"/>
            <a:chExt cx="1385640" cy="672480"/>
          </a:xfrm>
        </p:grpSpPr>
        <p:sp>
          <p:nvSpPr>
            <p:cNvPr id="1400" name="Google Shape;1648;p42"/>
            <p:cNvSpPr/>
            <p:nvPr/>
          </p:nvSpPr>
          <p:spPr>
            <a:xfrm rot="2993400" flipH="1">
              <a:off x="8099640" y="1764000"/>
              <a:ext cx="48600" cy="45360"/>
            </a:xfrm>
            <a:custGeom>
              <a:avLst/>
              <a:gdLst>
                <a:gd name="textAreaLeft" fmla="*/ -360 w 48600"/>
                <a:gd name="textAreaRight" fmla="*/ 4860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1" name="Google Shape;1649;p42"/>
            <p:cNvSpPr/>
            <p:nvPr/>
          </p:nvSpPr>
          <p:spPr>
            <a:xfrm rot="2993400" flipH="1">
              <a:off x="8213040" y="1776240"/>
              <a:ext cx="39240" cy="31320"/>
            </a:xfrm>
            <a:custGeom>
              <a:avLst/>
              <a:gdLst>
                <a:gd name="textAreaLeft" fmla="*/ -360 w 39240"/>
                <a:gd name="textAreaRight" fmla="*/ 3924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2" name="Google Shape;1650;p42"/>
            <p:cNvSpPr/>
            <p:nvPr/>
          </p:nvSpPr>
          <p:spPr>
            <a:xfrm rot="2993400" flipH="1">
              <a:off x="8217000" y="1634760"/>
              <a:ext cx="40680" cy="34200"/>
            </a:xfrm>
            <a:custGeom>
              <a:avLst/>
              <a:gdLst>
                <a:gd name="textAreaLeft" fmla="*/ -360 w 40680"/>
                <a:gd name="textAreaRight" fmla="*/ 40680 w 40680"/>
                <a:gd name="textAreaTop" fmla="*/ 0 h 34200"/>
                <a:gd name="textAreaBottom" fmla="*/ 34560 h 3420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3" name="Google Shape;1651;p42"/>
            <p:cNvSpPr/>
            <p:nvPr/>
          </p:nvSpPr>
          <p:spPr>
            <a:xfrm rot="2993400" flipH="1">
              <a:off x="8415720" y="1746000"/>
              <a:ext cx="35640" cy="26640"/>
            </a:xfrm>
            <a:custGeom>
              <a:avLst/>
              <a:gdLst>
                <a:gd name="textAreaLeft" fmla="*/ -360 w 35640"/>
                <a:gd name="textAreaRight" fmla="*/ 35640 w 3564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4" name="Google Shape;1652;p42"/>
            <p:cNvSpPr/>
            <p:nvPr/>
          </p:nvSpPr>
          <p:spPr>
            <a:xfrm rot="2993400" flipH="1">
              <a:off x="8566560" y="1694880"/>
              <a:ext cx="55080" cy="40680"/>
            </a:xfrm>
            <a:custGeom>
              <a:avLst/>
              <a:gdLst>
                <a:gd name="textAreaLeft" fmla="*/ -360 w 55080"/>
                <a:gd name="textAreaRight" fmla="*/ 5508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5" name="Google Shape;1653;p42"/>
            <p:cNvSpPr/>
            <p:nvPr/>
          </p:nvSpPr>
          <p:spPr>
            <a:xfrm rot="2993400" flipH="1">
              <a:off x="7867080" y="1815480"/>
              <a:ext cx="50400" cy="42480"/>
            </a:xfrm>
            <a:custGeom>
              <a:avLst/>
              <a:gdLst>
                <a:gd name="textAreaLeft" fmla="*/ 360 w 50400"/>
                <a:gd name="textAreaRight" fmla="*/ 5112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6" name="Google Shape;1654;p42"/>
            <p:cNvSpPr/>
            <p:nvPr/>
          </p:nvSpPr>
          <p:spPr>
            <a:xfrm rot="2993400" flipH="1">
              <a:off x="7911000" y="2034000"/>
              <a:ext cx="53280" cy="53280"/>
            </a:xfrm>
            <a:custGeom>
              <a:avLst/>
              <a:gdLst>
                <a:gd name="textAreaLeft" fmla="*/ 360 w 53280"/>
                <a:gd name="textAreaRight" fmla="*/ 5400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1655;p42"/>
            <p:cNvSpPr/>
            <p:nvPr/>
          </p:nvSpPr>
          <p:spPr>
            <a:xfrm rot="2993400" flipH="1">
              <a:off x="7720200" y="1949760"/>
              <a:ext cx="51840" cy="39240"/>
            </a:xfrm>
            <a:custGeom>
              <a:avLst/>
              <a:gdLst>
                <a:gd name="textAreaLeft" fmla="*/ 360 w 51840"/>
                <a:gd name="textAreaRight" fmla="*/ 5256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8" name="Google Shape;1656;p42"/>
            <p:cNvSpPr/>
            <p:nvPr/>
          </p:nvSpPr>
          <p:spPr>
            <a:xfrm rot="2993400" flipH="1">
              <a:off x="7709400" y="2156400"/>
              <a:ext cx="57960" cy="43560"/>
            </a:xfrm>
            <a:custGeom>
              <a:avLst/>
              <a:gdLst>
                <a:gd name="textAreaLeft" fmla="*/ -360 w 57960"/>
                <a:gd name="textAreaRight" fmla="*/ 57960 w 57960"/>
                <a:gd name="textAreaTop" fmla="*/ 0 h 43560"/>
                <a:gd name="textAreaBottom" fmla="*/ 43920 h 4356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1657;p42"/>
            <p:cNvSpPr/>
            <p:nvPr/>
          </p:nvSpPr>
          <p:spPr>
            <a:xfrm rot="2993400" flipH="1">
              <a:off x="7572600" y="2120400"/>
              <a:ext cx="56520" cy="42480"/>
            </a:xfrm>
            <a:custGeom>
              <a:avLst/>
              <a:gdLst>
                <a:gd name="textAreaLeft" fmla="*/ -360 w 56520"/>
                <a:gd name="textAreaRight" fmla="*/ 5652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0" name="Google Shape;1658;p42"/>
            <p:cNvSpPr/>
            <p:nvPr/>
          </p:nvSpPr>
          <p:spPr>
            <a:xfrm rot="2993400" flipH="1">
              <a:off x="7473600" y="2176200"/>
              <a:ext cx="34560" cy="26280"/>
            </a:xfrm>
            <a:custGeom>
              <a:avLst/>
              <a:gdLst>
                <a:gd name="textAreaLeft" fmla="*/ 360 w 34560"/>
                <a:gd name="textAreaRight" fmla="*/ 35280 w 34560"/>
                <a:gd name="textAreaTop" fmla="*/ 0 h 26280"/>
                <a:gd name="textAreaBottom" fmla="*/ 26640 h 2628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1" name="Google Shape;1659;p42"/>
            <p:cNvSpPr/>
            <p:nvPr/>
          </p:nvSpPr>
          <p:spPr>
            <a:xfrm rot="2993400" flipH="1">
              <a:off x="7248240" y="2251800"/>
              <a:ext cx="42480" cy="36000"/>
            </a:xfrm>
            <a:custGeom>
              <a:avLst/>
              <a:gdLst>
                <a:gd name="textAreaLeft" fmla="*/ 360 w 42480"/>
                <a:gd name="textAreaRight" fmla="*/ 4320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12" name="Google Shape;1660;p42"/>
          <p:cNvGrpSpPr/>
          <p:nvPr/>
        </p:nvGrpSpPr>
        <p:grpSpPr>
          <a:xfrm>
            <a:off x="255600" y="3956760"/>
            <a:ext cx="745200" cy="1352880"/>
            <a:chOff x="255600" y="3956760"/>
            <a:chExt cx="745200" cy="1352880"/>
          </a:xfrm>
        </p:grpSpPr>
        <p:sp>
          <p:nvSpPr>
            <p:cNvPr id="1413" name="Google Shape;1661;p42"/>
            <p:cNvSpPr/>
            <p:nvPr/>
          </p:nvSpPr>
          <p:spPr>
            <a:xfrm>
              <a:off x="255600" y="39567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4" name="Google Shape;1662;p42"/>
            <p:cNvSpPr/>
            <p:nvPr/>
          </p:nvSpPr>
          <p:spPr>
            <a:xfrm>
              <a:off x="526680" y="46580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5" name="Google Shape;1663;p42"/>
            <p:cNvSpPr/>
            <p:nvPr/>
          </p:nvSpPr>
          <p:spPr>
            <a:xfrm>
              <a:off x="468360" y="44773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6" name="Google Shape;1664;p42"/>
            <p:cNvSpPr/>
            <p:nvPr/>
          </p:nvSpPr>
          <p:spPr>
            <a:xfrm>
              <a:off x="433800" y="478332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1665;p42"/>
            <p:cNvSpPr/>
            <p:nvPr/>
          </p:nvSpPr>
          <p:spPr>
            <a:xfrm>
              <a:off x="591120" y="41778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8" name="Google Shape;1666;p42"/>
          <p:cNvSpPr/>
          <p:nvPr/>
        </p:nvSpPr>
        <p:spPr>
          <a:xfrm rot="12127200">
            <a:off x="8051760" y="2202480"/>
            <a:ext cx="1169280" cy="587880"/>
          </a:xfrm>
          <a:custGeom>
            <a:avLst/>
            <a:gdLst>
              <a:gd name="textAreaLeft" fmla="*/ 0 w 1169280"/>
              <a:gd name="textAreaRight" fmla="*/ 1169640 w 1169280"/>
              <a:gd name="textAreaTop" fmla="*/ 0 h 587880"/>
              <a:gd name="textAreaBottom" fmla="*/ 588240 h 58788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9" name="Google Shape;1667;p42"/>
          <p:cNvSpPr/>
          <p:nvPr/>
        </p:nvSpPr>
        <p:spPr>
          <a:xfrm rot="16200000">
            <a:off x="-815760" y="2035440"/>
            <a:ext cx="2126880" cy="808560"/>
          </a:xfrm>
          <a:custGeom>
            <a:avLst/>
            <a:gdLst>
              <a:gd name="textAreaLeft" fmla="*/ 0 w 2126880"/>
              <a:gd name="textAreaRight" fmla="*/ 2127240 w 2126880"/>
              <a:gd name="textAreaTop" fmla="*/ 0 h 808560"/>
              <a:gd name="textAreaBottom" fmla="*/ 808920 h 80856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0" name="Google Shape;1668;p42"/>
          <p:cNvSpPr/>
          <p:nvPr/>
        </p:nvSpPr>
        <p:spPr>
          <a:xfrm rot="19292400">
            <a:off x="-644400" y="43236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1" name="Google Shape;1669;p42"/>
          <p:cNvSpPr/>
          <p:nvPr/>
        </p:nvSpPr>
        <p:spPr>
          <a:xfrm rot="10800000">
            <a:off x="-217800" y="34704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CUSTOM_13_1_1_1_1_1">
    <p:bg>
      <p:bgPr>
        <a:solidFill>
          <a:schemeClr val="dk2"/>
        </a:solidFill>
        <a:effectLst/>
      </p:bgPr>
    </p:bg>
    <p:spTree>
      <p:nvGrpSpPr>
        <p:cNvPr id="1" name=""/>
        <p:cNvGrpSpPr/>
        <p:nvPr/>
      </p:nvGrpSpPr>
      <p:grpSpPr>
        <a:xfrm>
          <a:off x="0" y="0"/>
          <a:ext cx="0" cy="0"/>
          <a:chOff x="0" y="0"/>
          <a:chExt cx="0" cy="0"/>
        </a:xfrm>
      </p:grpSpPr>
      <p:sp>
        <p:nvSpPr>
          <p:cNvPr id="1423" name="PlaceHolder 1"/>
          <p:cNvSpPr>
            <a:spLocks noGrp="1"/>
          </p:cNvSpPr>
          <p:nvPr>
            <p:ph type="title"/>
          </p:nvPr>
        </p:nvSpPr>
        <p:spPr>
          <a:xfrm>
            <a:off x="712440" y="421200"/>
            <a:ext cx="4817520" cy="117468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424" name="Google Shape;1673;p43"/>
          <p:cNvSpPr/>
          <p:nvPr/>
        </p:nvSpPr>
        <p:spPr>
          <a:xfrm rot="11953200">
            <a:off x="7224120" y="112860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5" name="Google Shape;1674;p43"/>
          <p:cNvSpPr/>
          <p:nvPr/>
        </p:nvSpPr>
        <p:spPr>
          <a:xfrm rot="966000">
            <a:off x="5733720" y="327600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6" name="Google Shape;1675;p43"/>
          <p:cNvSpPr/>
          <p:nvPr/>
        </p:nvSpPr>
        <p:spPr>
          <a:xfrm rot="20598600" flipH="1">
            <a:off x="-305280" y="-41400"/>
            <a:ext cx="1474200" cy="850680"/>
          </a:xfrm>
          <a:custGeom>
            <a:avLst/>
            <a:gdLst>
              <a:gd name="textAreaLeft" fmla="*/ -360 w 1474200"/>
              <a:gd name="textAreaRight" fmla="*/ 147420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27" name="Google Shape;1676;p43"/>
          <p:cNvGrpSpPr/>
          <p:nvPr/>
        </p:nvGrpSpPr>
        <p:grpSpPr>
          <a:xfrm>
            <a:off x="811440" y="4186080"/>
            <a:ext cx="1351080" cy="1210320"/>
            <a:chOff x="811440" y="4186080"/>
            <a:chExt cx="1351080" cy="1210320"/>
          </a:xfrm>
        </p:grpSpPr>
        <p:sp>
          <p:nvSpPr>
            <p:cNvPr id="1428" name="Google Shape;1677;p43"/>
            <p:cNvSpPr/>
            <p:nvPr/>
          </p:nvSpPr>
          <p:spPr>
            <a:xfrm rot="6474600">
              <a:off x="990720" y="42634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9" name="Google Shape;1678;p43"/>
            <p:cNvSpPr/>
            <p:nvPr/>
          </p:nvSpPr>
          <p:spPr>
            <a:xfrm rot="6474600">
              <a:off x="1584720" y="490032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0" name="Google Shape;1679;p43"/>
            <p:cNvSpPr/>
            <p:nvPr/>
          </p:nvSpPr>
          <p:spPr>
            <a:xfrm rot="6474600">
              <a:off x="1477800" y="487836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1680;p43"/>
            <p:cNvSpPr/>
            <p:nvPr/>
          </p:nvSpPr>
          <p:spPr>
            <a:xfrm rot="6474600">
              <a:off x="1287000" y="474516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1681;p43"/>
            <p:cNvSpPr/>
            <p:nvPr/>
          </p:nvSpPr>
          <p:spPr>
            <a:xfrm rot="6474600">
              <a:off x="1318680" y="488628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3" name="Google Shape;1682;p43"/>
            <p:cNvSpPr/>
            <p:nvPr/>
          </p:nvSpPr>
          <p:spPr>
            <a:xfrm rot="6474600">
              <a:off x="1714320" y="463032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34" name="Google Shape;1683;p43"/>
          <p:cNvSpPr/>
          <p:nvPr/>
        </p:nvSpPr>
        <p:spPr>
          <a:xfrm rot="12807600" flipH="1">
            <a:off x="-438480" y="4367880"/>
            <a:ext cx="2126520" cy="1696680"/>
          </a:xfrm>
          <a:custGeom>
            <a:avLst/>
            <a:gdLst>
              <a:gd name="textAreaLeft" fmla="*/ -360 w 2126520"/>
              <a:gd name="textAreaRight" fmla="*/ 212652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5" name="Google Shape;1684;p43"/>
          <p:cNvSpPr/>
          <p:nvPr/>
        </p:nvSpPr>
        <p:spPr>
          <a:xfrm rot="5400000" flipH="1">
            <a:off x="7872480" y="385560"/>
            <a:ext cx="2126880" cy="643320"/>
          </a:xfrm>
          <a:custGeom>
            <a:avLst/>
            <a:gdLst>
              <a:gd name="textAreaLeft" fmla="*/ 360 w 2126880"/>
              <a:gd name="textAreaRight" fmla="*/ 212760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6" name="Google Shape;1685;p43"/>
          <p:cNvSpPr/>
          <p:nvPr/>
        </p:nvSpPr>
        <p:spPr>
          <a:xfrm rot="14347200" flipH="1">
            <a:off x="-942840" y="4333680"/>
            <a:ext cx="2346840" cy="345960"/>
          </a:xfrm>
          <a:custGeom>
            <a:avLst/>
            <a:gdLst>
              <a:gd name="textAreaLeft" fmla="*/ -360 w 2346840"/>
              <a:gd name="textAreaRight" fmla="*/ 234684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37" name="Google Shape;1686;p43"/>
          <p:cNvGrpSpPr/>
          <p:nvPr/>
        </p:nvGrpSpPr>
        <p:grpSpPr>
          <a:xfrm>
            <a:off x="8754480" y="860040"/>
            <a:ext cx="497160" cy="1515600"/>
            <a:chOff x="8754480" y="860040"/>
            <a:chExt cx="497160" cy="1515600"/>
          </a:xfrm>
        </p:grpSpPr>
        <p:sp>
          <p:nvSpPr>
            <p:cNvPr id="1438" name="Google Shape;1687;p43"/>
            <p:cNvSpPr/>
            <p:nvPr/>
          </p:nvSpPr>
          <p:spPr>
            <a:xfrm rot="686400">
              <a:off x="8850960" y="163764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1688;p43"/>
            <p:cNvSpPr/>
            <p:nvPr/>
          </p:nvSpPr>
          <p:spPr>
            <a:xfrm rot="686400">
              <a:off x="8947800" y="168372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0" name="Google Shape;1689;p43"/>
            <p:cNvSpPr/>
            <p:nvPr/>
          </p:nvSpPr>
          <p:spPr>
            <a:xfrm rot="686400">
              <a:off x="8910360" y="158364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1690;p43"/>
            <p:cNvSpPr/>
            <p:nvPr/>
          </p:nvSpPr>
          <p:spPr>
            <a:xfrm rot="686400">
              <a:off x="9143280" y="15613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2" name="Google Shape;1691;p43"/>
            <p:cNvSpPr/>
            <p:nvPr/>
          </p:nvSpPr>
          <p:spPr>
            <a:xfrm rot="686400">
              <a:off x="9024120" y="165888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3" name="Google Shape;1692;p43"/>
            <p:cNvSpPr/>
            <p:nvPr/>
          </p:nvSpPr>
          <p:spPr>
            <a:xfrm rot="686400">
              <a:off x="9085680" y="18702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1693;p43"/>
            <p:cNvSpPr/>
            <p:nvPr/>
          </p:nvSpPr>
          <p:spPr>
            <a:xfrm rot="686400">
              <a:off x="8980200" y="153108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5" name="Google Shape;1694;p43"/>
            <p:cNvSpPr/>
            <p:nvPr/>
          </p:nvSpPr>
          <p:spPr>
            <a:xfrm rot="686400">
              <a:off x="8917560" y="135756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6" name="Google Shape;1695;p43"/>
            <p:cNvSpPr/>
            <p:nvPr/>
          </p:nvSpPr>
          <p:spPr>
            <a:xfrm rot="686400">
              <a:off x="9001080" y="127692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7" name="Google Shape;1696;p43"/>
            <p:cNvSpPr/>
            <p:nvPr/>
          </p:nvSpPr>
          <p:spPr>
            <a:xfrm rot="686400">
              <a:off x="8778240" y="13917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8" name="Google Shape;1697;p43"/>
            <p:cNvSpPr/>
            <p:nvPr/>
          </p:nvSpPr>
          <p:spPr>
            <a:xfrm rot="686400">
              <a:off x="8877960" y="12416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9" name="Google Shape;1698;p43"/>
            <p:cNvSpPr/>
            <p:nvPr/>
          </p:nvSpPr>
          <p:spPr>
            <a:xfrm rot="686400">
              <a:off x="8798400" y="11664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0" name="Google Shape;1699;p43"/>
            <p:cNvSpPr/>
            <p:nvPr/>
          </p:nvSpPr>
          <p:spPr>
            <a:xfrm rot="686400">
              <a:off x="8769600" y="95976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1700;p43"/>
            <p:cNvSpPr/>
            <p:nvPr/>
          </p:nvSpPr>
          <p:spPr>
            <a:xfrm rot="686400">
              <a:off x="8755920" y="862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2" name="Google Shape;1701;p43"/>
            <p:cNvSpPr/>
            <p:nvPr/>
          </p:nvSpPr>
          <p:spPr>
            <a:xfrm rot="686400">
              <a:off x="9181440" y="17373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3" name="Google Shape;1702;p43"/>
            <p:cNvSpPr/>
            <p:nvPr/>
          </p:nvSpPr>
          <p:spPr>
            <a:xfrm rot="686400">
              <a:off x="8815320" y="17870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4" name="Google Shape;1703;p43"/>
            <p:cNvSpPr/>
            <p:nvPr/>
          </p:nvSpPr>
          <p:spPr>
            <a:xfrm rot="686400">
              <a:off x="9122400" y="20437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5" name="Google Shape;1704;p43"/>
            <p:cNvSpPr/>
            <p:nvPr/>
          </p:nvSpPr>
          <p:spPr>
            <a:xfrm rot="686400">
              <a:off x="9120600" y="21592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6" name="Google Shape;1705;p43"/>
            <p:cNvSpPr/>
            <p:nvPr/>
          </p:nvSpPr>
          <p:spPr>
            <a:xfrm rot="686400">
              <a:off x="9168480" y="234072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57" name="Google Shape;1706;p43"/>
          <p:cNvGrpSpPr/>
          <p:nvPr/>
        </p:nvGrpSpPr>
        <p:grpSpPr>
          <a:xfrm>
            <a:off x="65520" y="207720"/>
            <a:ext cx="463680" cy="1268640"/>
            <a:chOff x="65520" y="207720"/>
            <a:chExt cx="463680" cy="1268640"/>
          </a:xfrm>
        </p:grpSpPr>
        <p:sp>
          <p:nvSpPr>
            <p:cNvPr id="1458" name="Google Shape;1707;p43"/>
            <p:cNvSpPr/>
            <p:nvPr/>
          </p:nvSpPr>
          <p:spPr>
            <a:xfrm rot="8589600" flipV="1">
              <a:off x="387360" y="66168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9" name="Google Shape;1708;p43"/>
            <p:cNvSpPr/>
            <p:nvPr/>
          </p:nvSpPr>
          <p:spPr>
            <a:xfrm rot="8589600" flipV="1">
              <a:off x="317520" y="74520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0" name="Google Shape;1709;p43"/>
            <p:cNvSpPr/>
            <p:nvPr/>
          </p:nvSpPr>
          <p:spPr>
            <a:xfrm rot="8589600" flipV="1">
              <a:off x="304560" y="640440"/>
              <a:ext cx="35640" cy="32040"/>
            </a:xfrm>
            <a:custGeom>
              <a:avLst/>
              <a:gdLst>
                <a:gd name="textAreaLeft" fmla="*/ 0 w 35640"/>
                <a:gd name="textAreaRight" fmla="*/ 36000 w 35640"/>
                <a:gd name="textAreaTop" fmla="*/ -360 h 32040"/>
                <a:gd name="textAreaBottom" fmla="*/ 32040 h 3204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1" name="Google Shape;1710;p43"/>
            <p:cNvSpPr/>
            <p:nvPr/>
          </p:nvSpPr>
          <p:spPr>
            <a:xfrm rot="8589600" flipV="1">
              <a:off x="83160" y="719640"/>
              <a:ext cx="36720" cy="30240"/>
            </a:xfrm>
            <a:custGeom>
              <a:avLst/>
              <a:gdLst>
                <a:gd name="textAreaLeft" fmla="*/ 0 w 36720"/>
                <a:gd name="textAreaRight" fmla="*/ 37080 w 36720"/>
                <a:gd name="textAreaTop" fmla="*/ 360 h 30240"/>
                <a:gd name="textAreaBottom" fmla="*/ 30960 h 3024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2" name="Google Shape;1711;p43"/>
            <p:cNvSpPr/>
            <p:nvPr/>
          </p:nvSpPr>
          <p:spPr>
            <a:xfrm rot="8589600" flipV="1">
              <a:off x="232200" y="75744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3" name="Google Shape;1712;p43"/>
            <p:cNvSpPr/>
            <p:nvPr/>
          </p:nvSpPr>
          <p:spPr>
            <a:xfrm rot="8589600" flipV="1">
              <a:off x="274320" y="972360"/>
              <a:ext cx="32040" cy="40320"/>
            </a:xfrm>
            <a:custGeom>
              <a:avLst/>
              <a:gdLst>
                <a:gd name="textAreaLeft" fmla="*/ 0 w 32040"/>
                <a:gd name="textAreaRight" fmla="*/ 32400 w 32040"/>
                <a:gd name="textAreaTop" fmla="*/ 360 h 40320"/>
                <a:gd name="textAreaBottom" fmla="*/ 4104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4" name="Google Shape;1713;p43"/>
            <p:cNvSpPr/>
            <p:nvPr/>
          </p:nvSpPr>
          <p:spPr>
            <a:xfrm rot="8589600" flipV="1">
              <a:off x="209160" y="624240"/>
              <a:ext cx="50760" cy="54000"/>
            </a:xfrm>
            <a:custGeom>
              <a:avLst/>
              <a:gdLst>
                <a:gd name="textAreaLeft" fmla="*/ 0 w 50760"/>
                <a:gd name="textAreaRight" fmla="*/ 51120 w 50760"/>
                <a:gd name="textAreaTop" fmla="*/ 360 h 54000"/>
                <a:gd name="textAreaBottom" fmla="*/ 5472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5" name="Google Shape;1714;p43"/>
            <p:cNvSpPr/>
            <p:nvPr/>
          </p:nvSpPr>
          <p:spPr>
            <a:xfrm rot="8589600" flipV="1">
              <a:off x="186120" y="441720"/>
              <a:ext cx="52920" cy="39240"/>
            </a:xfrm>
            <a:custGeom>
              <a:avLst/>
              <a:gdLst>
                <a:gd name="textAreaLeft" fmla="*/ 0 w 52920"/>
                <a:gd name="textAreaRight" fmla="*/ 53280 w 52920"/>
                <a:gd name="textAreaTop" fmla="*/ -360 h 39240"/>
                <a:gd name="textAreaBottom" fmla="*/ 3924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6" name="Google Shape;1715;p43"/>
            <p:cNvSpPr/>
            <p:nvPr/>
          </p:nvSpPr>
          <p:spPr>
            <a:xfrm rot="8589600" flipV="1">
              <a:off x="72720" y="405720"/>
              <a:ext cx="57600" cy="43560"/>
            </a:xfrm>
            <a:custGeom>
              <a:avLst/>
              <a:gdLst>
                <a:gd name="textAreaLeft" fmla="*/ 0 w 57600"/>
                <a:gd name="textAreaRight" fmla="*/ 57960 w 57600"/>
                <a:gd name="textAreaTop" fmla="*/ -360 h 43560"/>
                <a:gd name="textAreaBottom" fmla="*/ 4356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7" name="Google Shape;1716;p43"/>
            <p:cNvSpPr/>
            <p:nvPr/>
          </p:nvSpPr>
          <p:spPr>
            <a:xfrm rot="8589600" flipV="1">
              <a:off x="311760" y="41616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8" name="Google Shape;1717;p43"/>
            <p:cNvSpPr/>
            <p:nvPr/>
          </p:nvSpPr>
          <p:spPr>
            <a:xfrm rot="8589600" flipV="1">
              <a:off x="176040" y="31968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9" name="Google Shape;1718;p43"/>
            <p:cNvSpPr/>
            <p:nvPr/>
          </p:nvSpPr>
          <p:spPr>
            <a:xfrm rot="8589600" flipV="1">
              <a:off x="233640" y="21276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0" name="Google Shape;1719;p43"/>
            <p:cNvSpPr/>
            <p:nvPr/>
          </p:nvSpPr>
          <p:spPr>
            <a:xfrm rot="8589600" flipV="1">
              <a:off x="100080" y="900360"/>
              <a:ext cx="65880" cy="48240"/>
            </a:xfrm>
            <a:custGeom>
              <a:avLst/>
              <a:gdLst>
                <a:gd name="textAreaLeft" fmla="*/ 0 w 65880"/>
                <a:gd name="textAreaRight" fmla="*/ 66240 w 65880"/>
                <a:gd name="textAreaTop" fmla="*/ 360 h 48240"/>
                <a:gd name="textAreaBottom" fmla="*/ 4896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1720;p43"/>
            <p:cNvSpPr/>
            <p:nvPr/>
          </p:nvSpPr>
          <p:spPr>
            <a:xfrm rot="8589600" flipV="1">
              <a:off x="450720" y="78948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2" name="Google Shape;1721;p43"/>
            <p:cNvSpPr/>
            <p:nvPr/>
          </p:nvSpPr>
          <p:spPr>
            <a:xfrm rot="8589600" flipV="1">
              <a:off x="307800" y="114660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1722;p43"/>
            <p:cNvSpPr/>
            <p:nvPr/>
          </p:nvSpPr>
          <p:spPr>
            <a:xfrm rot="8589600" flipV="1">
              <a:off x="358920" y="124992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4" name="Google Shape;1723;p43"/>
            <p:cNvSpPr/>
            <p:nvPr/>
          </p:nvSpPr>
          <p:spPr>
            <a:xfrm rot="8589600" flipV="1">
              <a:off x="390240" y="1436040"/>
              <a:ext cx="41400" cy="30960"/>
            </a:xfrm>
            <a:custGeom>
              <a:avLst/>
              <a:gdLst>
                <a:gd name="textAreaLeft" fmla="*/ 0 w 41400"/>
                <a:gd name="textAreaRight" fmla="*/ 41760 w 41400"/>
                <a:gd name="textAreaTop" fmla="*/ 360 h 30960"/>
                <a:gd name="textAreaBottom" fmla="*/ 3168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75" name="Google Shape;1724;p43"/>
          <p:cNvSpPr/>
          <p:nvPr/>
        </p:nvSpPr>
        <p:spPr>
          <a:xfrm rot="10800000">
            <a:off x="3650040" y="459936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6" name="Google Shape;1725;p43"/>
          <p:cNvSpPr/>
          <p:nvPr/>
        </p:nvSpPr>
        <p:spPr>
          <a:xfrm rot="5400000">
            <a:off x="3517920" y="464544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7" name="PlaceHolder 2"/>
          <p:cNvSpPr>
            <a:spLocks noGrp="1"/>
          </p:cNvSpPr>
          <p:nvPr>
            <p:ph type="body"/>
          </p:nvPr>
        </p:nvSpPr>
        <p:spPr>
          <a:xfrm>
            <a:off x="5023440" y="1015920"/>
            <a:ext cx="3408480" cy="3408480"/>
          </a:xfrm>
          <a:prstGeom prst="rect">
            <a:avLst/>
          </a:prstGeom>
          <a:noFill/>
          <a:ln w="0">
            <a:noFill/>
          </a:ln>
        </p:spPr>
        <p:txBody>
          <a:bodyPr lIns="90000" tIns="45000" rIns="90000" bIns="45000" anchor="t">
            <a:normAutofit fontScale="8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USTOM_13_1_1_1_2">
    <p:bg>
      <p:bgPr>
        <a:solidFill>
          <a:schemeClr val="dk2"/>
        </a:solidFill>
        <a:effectLst/>
      </p:bgPr>
    </p:bg>
    <p:spTree>
      <p:nvGrpSpPr>
        <p:cNvPr id="1" name=""/>
        <p:cNvGrpSpPr/>
        <p:nvPr/>
      </p:nvGrpSpPr>
      <p:grpSpPr>
        <a:xfrm>
          <a:off x="0" y="0"/>
          <a:ext cx="0" cy="0"/>
          <a:chOff x="0" y="0"/>
          <a:chExt cx="0" cy="0"/>
        </a:xfrm>
      </p:grpSpPr>
      <p:grpSp>
        <p:nvGrpSpPr>
          <p:cNvPr id="1478" name="Google Shape;1728;p44"/>
          <p:cNvGrpSpPr/>
          <p:nvPr/>
        </p:nvGrpSpPr>
        <p:grpSpPr>
          <a:xfrm>
            <a:off x="8109720" y="4130640"/>
            <a:ext cx="1395000" cy="1361520"/>
            <a:chOff x="8109720" y="4130640"/>
            <a:chExt cx="1395000" cy="1361520"/>
          </a:xfrm>
        </p:grpSpPr>
        <p:sp>
          <p:nvSpPr>
            <p:cNvPr id="1479" name="Google Shape;1729;p44"/>
            <p:cNvSpPr/>
            <p:nvPr/>
          </p:nvSpPr>
          <p:spPr>
            <a:xfrm rot="18238200" flipH="1">
              <a:off x="8341200" y="4283640"/>
              <a:ext cx="930960" cy="1054800"/>
            </a:xfrm>
            <a:custGeom>
              <a:avLst/>
              <a:gdLst>
                <a:gd name="textAreaLeft" fmla="*/ 360 w 930960"/>
                <a:gd name="textAreaRight" fmla="*/ 93168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0" name="Google Shape;1730;p44"/>
            <p:cNvSpPr/>
            <p:nvPr/>
          </p:nvSpPr>
          <p:spPr>
            <a:xfrm rot="18238200" flipH="1">
              <a:off x="8568720" y="4741560"/>
              <a:ext cx="32760" cy="118440"/>
            </a:xfrm>
            <a:custGeom>
              <a:avLst/>
              <a:gdLst>
                <a:gd name="textAreaLeft" fmla="*/ -360 w 32760"/>
                <a:gd name="textAreaRight" fmla="*/ 3276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1" name="Google Shape;1731;p44"/>
            <p:cNvSpPr/>
            <p:nvPr/>
          </p:nvSpPr>
          <p:spPr>
            <a:xfrm rot="18238200" flipH="1">
              <a:off x="8591760" y="4782960"/>
              <a:ext cx="38160" cy="261360"/>
            </a:xfrm>
            <a:custGeom>
              <a:avLst/>
              <a:gdLst>
                <a:gd name="textAreaLeft" fmla="*/ 360 w 38160"/>
                <a:gd name="textAreaRight" fmla="*/ 3888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2" name="Google Shape;1732;p44"/>
            <p:cNvSpPr/>
            <p:nvPr/>
          </p:nvSpPr>
          <p:spPr>
            <a:xfrm rot="18238200" flipH="1">
              <a:off x="8579880" y="4736520"/>
              <a:ext cx="336240" cy="244080"/>
            </a:xfrm>
            <a:custGeom>
              <a:avLst/>
              <a:gdLst>
                <a:gd name="textAreaLeft" fmla="*/ 360 w 336240"/>
                <a:gd name="textAreaRight" fmla="*/ 336960 w 33624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3" name="Google Shape;1733;p44"/>
            <p:cNvSpPr/>
            <p:nvPr/>
          </p:nvSpPr>
          <p:spPr>
            <a:xfrm rot="18238200" flipH="1">
              <a:off x="8646120" y="4894920"/>
              <a:ext cx="51480" cy="329040"/>
            </a:xfrm>
            <a:custGeom>
              <a:avLst/>
              <a:gdLst>
                <a:gd name="textAreaLeft" fmla="*/ -360 w 51480"/>
                <a:gd name="textAreaRight" fmla="*/ 51480 w 5148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4" name="Google Shape;1734;p44"/>
            <p:cNvSpPr/>
            <p:nvPr/>
          </p:nvSpPr>
          <p:spPr>
            <a:xfrm rot="18238200" flipH="1">
              <a:off x="8340120" y="4298040"/>
              <a:ext cx="235800" cy="617760"/>
            </a:xfrm>
            <a:custGeom>
              <a:avLst/>
              <a:gdLst>
                <a:gd name="textAreaLeft" fmla="*/ -360 w 235800"/>
                <a:gd name="textAreaRight" fmla="*/ 23580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85" name="PlaceHolder 1"/>
          <p:cNvSpPr>
            <a:spLocks noGrp="1"/>
          </p:cNvSpPr>
          <p:nvPr>
            <p:ph type="title"/>
          </p:nvPr>
        </p:nvSpPr>
        <p:spPr>
          <a:xfrm>
            <a:off x="715320" y="618480"/>
            <a:ext cx="4223520" cy="2212920"/>
          </a:xfrm>
          <a:prstGeom prst="rect">
            <a:avLst/>
          </a:prstGeom>
          <a:noFill/>
          <a:ln w="0">
            <a:noFill/>
          </a:ln>
        </p:spPr>
        <p:txBody>
          <a:bodyPr lIns="91440" tIns="91440" rIns="91440" bIns="91440" anchor="b">
            <a:noAutofit/>
          </a:bodyPr>
          <a:lstStyle/>
          <a:p>
            <a:pPr indent="0">
              <a:buNone/>
            </a:pPr>
            <a:r>
              <a:rPr lang="fr-FR" sz="3600" b="0" u="none" strike="noStrike">
                <a:solidFill>
                  <a:schemeClr val="dk1"/>
                </a:solidFill>
                <a:effectLst/>
                <a:uFillTx/>
                <a:latin typeface="Arial"/>
              </a:rPr>
              <a:t>Click to edit the title text format</a:t>
            </a:r>
          </a:p>
        </p:txBody>
      </p:sp>
      <p:sp>
        <p:nvSpPr>
          <p:cNvPr id="1486" name="Google Shape;1737;p44"/>
          <p:cNvSpPr/>
          <p:nvPr/>
        </p:nvSpPr>
        <p:spPr>
          <a:xfrm rot="16200000">
            <a:off x="-757080" y="424692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7" name="Google Shape;1738;p44"/>
          <p:cNvSpPr/>
          <p:nvPr/>
        </p:nvSpPr>
        <p:spPr>
          <a:xfrm rot="10800000" flipH="1">
            <a:off x="8097480" y="3505680"/>
            <a:ext cx="930960" cy="667080"/>
          </a:xfrm>
          <a:custGeom>
            <a:avLst/>
            <a:gdLst>
              <a:gd name="textAreaLeft" fmla="*/ 360 w 930960"/>
              <a:gd name="textAreaRight" fmla="*/ 93168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88" name="Google Shape;1739;p44"/>
          <p:cNvGrpSpPr/>
          <p:nvPr/>
        </p:nvGrpSpPr>
        <p:grpSpPr>
          <a:xfrm>
            <a:off x="7640280" y="4130640"/>
            <a:ext cx="740880" cy="1195200"/>
            <a:chOff x="7640280" y="4130640"/>
            <a:chExt cx="740880" cy="1195200"/>
          </a:xfrm>
        </p:grpSpPr>
        <p:sp>
          <p:nvSpPr>
            <p:cNvPr id="1489" name="Google Shape;1740;p44"/>
            <p:cNvSpPr/>
            <p:nvPr/>
          </p:nvSpPr>
          <p:spPr>
            <a:xfrm rot="18078600" flipH="1">
              <a:off x="8146440" y="473292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0" name="Google Shape;1741;p44"/>
            <p:cNvSpPr/>
            <p:nvPr/>
          </p:nvSpPr>
          <p:spPr>
            <a:xfrm rot="18078600" flipH="1">
              <a:off x="8112600" y="483624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1" name="Google Shape;1742;p44"/>
            <p:cNvSpPr/>
            <p:nvPr/>
          </p:nvSpPr>
          <p:spPr>
            <a:xfrm rot="18078600" flipH="1">
              <a:off x="8063280" y="4741560"/>
              <a:ext cx="35640" cy="31320"/>
            </a:xfrm>
            <a:custGeom>
              <a:avLst/>
              <a:gdLst>
                <a:gd name="textAreaLeft" fmla="*/ -360 w 35640"/>
                <a:gd name="textAreaRight" fmla="*/ 35640 w 35640"/>
                <a:gd name="textAreaTop" fmla="*/ 0 h 31320"/>
                <a:gd name="textAreaBottom" fmla="*/ 31680 h 3132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2" name="Google Shape;1743;p44"/>
            <p:cNvSpPr/>
            <p:nvPr/>
          </p:nvSpPr>
          <p:spPr>
            <a:xfrm rot="18078600" flipH="1">
              <a:off x="7886880" y="489744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3" name="Google Shape;1744;p44"/>
            <p:cNvSpPr/>
            <p:nvPr/>
          </p:nvSpPr>
          <p:spPr>
            <a:xfrm rot="18078600" flipH="1">
              <a:off x="8038440" y="487656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4" name="Google Shape;1745;p44"/>
            <p:cNvSpPr/>
            <p:nvPr/>
          </p:nvSpPr>
          <p:spPr>
            <a:xfrm rot="18078600" flipH="1">
              <a:off x="8160480" y="5061960"/>
              <a:ext cx="32040" cy="39960"/>
            </a:xfrm>
            <a:custGeom>
              <a:avLst/>
              <a:gdLst>
                <a:gd name="textAreaLeft" fmla="*/ -360 w 32040"/>
                <a:gd name="textAreaRight" fmla="*/ 32040 w 32040"/>
                <a:gd name="textAreaTop" fmla="*/ 0 h 39960"/>
                <a:gd name="textAreaBottom" fmla="*/ 40320 h 3996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1746;p44"/>
            <p:cNvSpPr/>
            <p:nvPr/>
          </p:nvSpPr>
          <p:spPr>
            <a:xfrm rot="18078600" flipH="1">
              <a:off x="7971840" y="4758480"/>
              <a:ext cx="50400" cy="54000"/>
            </a:xfrm>
            <a:custGeom>
              <a:avLst/>
              <a:gdLst>
                <a:gd name="textAreaLeft" fmla="*/ 360 w 50400"/>
                <a:gd name="textAreaRight" fmla="*/ 51120 w 5040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6" name="Google Shape;1747;p44"/>
            <p:cNvSpPr/>
            <p:nvPr/>
          </p:nvSpPr>
          <p:spPr>
            <a:xfrm rot="18078600" flipH="1">
              <a:off x="7880400" y="4598280"/>
              <a:ext cx="52920" cy="38880"/>
            </a:xfrm>
            <a:custGeom>
              <a:avLst/>
              <a:gdLst>
                <a:gd name="textAreaLeft" fmla="*/ -360 w 52920"/>
                <a:gd name="textAreaRight" fmla="*/ 5292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7" name="Google Shape;1748;p44"/>
            <p:cNvSpPr/>
            <p:nvPr/>
          </p:nvSpPr>
          <p:spPr>
            <a:xfrm rot="18078600" flipH="1">
              <a:off x="7762320" y="4605840"/>
              <a:ext cx="57600" cy="43560"/>
            </a:xfrm>
            <a:custGeom>
              <a:avLst/>
              <a:gdLst>
                <a:gd name="textAreaLeft" fmla="*/ 360 w 57600"/>
                <a:gd name="textAreaRight" fmla="*/ 5832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8" name="Google Shape;1749;p44"/>
            <p:cNvSpPr/>
            <p:nvPr/>
          </p:nvSpPr>
          <p:spPr>
            <a:xfrm rot="18078600" flipH="1">
              <a:off x="7989120" y="452340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9" name="Google Shape;1750;p44"/>
            <p:cNvSpPr/>
            <p:nvPr/>
          </p:nvSpPr>
          <p:spPr>
            <a:xfrm rot="18078600" flipH="1">
              <a:off x="7826760" y="448848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0" name="Google Shape;1751;p44"/>
            <p:cNvSpPr/>
            <p:nvPr/>
          </p:nvSpPr>
          <p:spPr>
            <a:xfrm rot="18078600" flipH="1">
              <a:off x="7836480" y="437400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1" name="Google Shape;1752;p44"/>
            <p:cNvSpPr/>
            <p:nvPr/>
          </p:nvSpPr>
          <p:spPr>
            <a:xfrm rot="18078600" flipH="1">
              <a:off x="7702920" y="4213440"/>
              <a:ext cx="28440" cy="21600"/>
            </a:xfrm>
            <a:custGeom>
              <a:avLst/>
              <a:gdLst>
                <a:gd name="textAreaLeft" fmla="*/ -360 w 28440"/>
                <a:gd name="textAreaRight" fmla="*/ 2844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2" name="Google Shape;1753;p44"/>
            <p:cNvSpPr/>
            <p:nvPr/>
          </p:nvSpPr>
          <p:spPr>
            <a:xfrm rot="18078600" flipH="1">
              <a:off x="7642080" y="413640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3" name="Google Shape;1754;p44"/>
            <p:cNvSpPr/>
            <p:nvPr/>
          </p:nvSpPr>
          <p:spPr>
            <a:xfrm rot="18078600" flipH="1">
              <a:off x="7972560" y="5052960"/>
              <a:ext cx="65880" cy="48240"/>
            </a:xfrm>
            <a:custGeom>
              <a:avLst/>
              <a:gdLst>
                <a:gd name="textAreaLeft" fmla="*/ -360 w 65880"/>
                <a:gd name="textAreaRight" fmla="*/ 6588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4" name="Google Shape;1755;p44"/>
            <p:cNvSpPr/>
            <p:nvPr/>
          </p:nvSpPr>
          <p:spPr>
            <a:xfrm rot="18078600" flipH="1">
              <a:off x="8256600" y="481824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5" name="Google Shape;1756;p44"/>
            <p:cNvSpPr/>
            <p:nvPr/>
          </p:nvSpPr>
          <p:spPr>
            <a:xfrm rot="18078600" flipH="1">
              <a:off x="8254440" y="521028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6" name="Google Shape;1757;p44"/>
            <p:cNvSpPr/>
            <p:nvPr/>
          </p:nvSpPr>
          <p:spPr>
            <a:xfrm rot="18078600" flipH="1">
              <a:off x="8339400" y="528732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07" name="Google Shape;1758;p44"/>
          <p:cNvSpPr/>
          <p:nvPr/>
        </p:nvSpPr>
        <p:spPr>
          <a:xfrm rot="966000">
            <a:off x="6419880" y="-58104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8" name="Google Shape;1759;p44"/>
          <p:cNvSpPr/>
          <p:nvPr/>
        </p:nvSpPr>
        <p:spPr>
          <a:xfrm rot="12258600">
            <a:off x="6124680" y="17208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9" name="Google Shape;1760;p44"/>
          <p:cNvSpPr/>
          <p:nvPr/>
        </p:nvSpPr>
        <p:spPr>
          <a:xfrm rot="14347200" flipH="1">
            <a:off x="-748080" y="4827600"/>
            <a:ext cx="2346840" cy="345960"/>
          </a:xfrm>
          <a:custGeom>
            <a:avLst/>
            <a:gdLst>
              <a:gd name="textAreaLeft" fmla="*/ -360 w 2346840"/>
              <a:gd name="textAreaRight" fmla="*/ 234684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0" name="Google Shape;1761;p44"/>
          <p:cNvSpPr/>
          <p:nvPr/>
        </p:nvSpPr>
        <p:spPr>
          <a:xfrm rot="20598600" flipH="1">
            <a:off x="-533880" y="-41400"/>
            <a:ext cx="1474200" cy="850680"/>
          </a:xfrm>
          <a:custGeom>
            <a:avLst/>
            <a:gdLst>
              <a:gd name="textAreaLeft" fmla="*/ -360 w 1474200"/>
              <a:gd name="textAreaRight" fmla="*/ 147420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11" name="Google Shape;1762;p44"/>
          <p:cNvGrpSpPr/>
          <p:nvPr/>
        </p:nvGrpSpPr>
        <p:grpSpPr>
          <a:xfrm>
            <a:off x="231120" y="184680"/>
            <a:ext cx="1092240" cy="664920"/>
            <a:chOff x="231120" y="184680"/>
            <a:chExt cx="1092240" cy="664920"/>
          </a:xfrm>
        </p:grpSpPr>
        <p:sp>
          <p:nvSpPr>
            <p:cNvPr id="1512" name="Google Shape;1763;p44"/>
            <p:cNvSpPr/>
            <p:nvPr/>
          </p:nvSpPr>
          <p:spPr>
            <a:xfrm rot="16284600" flipH="1">
              <a:off x="675720" y="34416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3" name="Google Shape;1764;p44"/>
            <p:cNvSpPr/>
            <p:nvPr/>
          </p:nvSpPr>
          <p:spPr>
            <a:xfrm rot="16284600" flipH="1">
              <a:off x="697680" y="44928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4" name="Google Shape;1765;p44"/>
            <p:cNvSpPr/>
            <p:nvPr/>
          </p:nvSpPr>
          <p:spPr>
            <a:xfrm rot="16284600" flipH="1">
              <a:off x="610200" y="389520"/>
              <a:ext cx="35640" cy="31680"/>
            </a:xfrm>
            <a:custGeom>
              <a:avLst/>
              <a:gdLst>
                <a:gd name="textAreaLeft" fmla="*/ -360 w 35640"/>
                <a:gd name="textAreaRight" fmla="*/ 3564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5" name="Google Shape;1766;p44"/>
            <p:cNvSpPr/>
            <p:nvPr/>
          </p:nvSpPr>
          <p:spPr>
            <a:xfrm rot="16284600" flipH="1">
              <a:off x="534960" y="61272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Google Shape;1767;p44"/>
            <p:cNvSpPr/>
            <p:nvPr/>
          </p:nvSpPr>
          <p:spPr>
            <a:xfrm rot="16284600" flipH="1">
              <a:off x="657000" y="51804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7" name="Google Shape;1768;p44"/>
            <p:cNvSpPr/>
            <p:nvPr/>
          </p:nvSpPr>
          <p:spPr>
            <a:xfrm rot="16284600" flipH="1">
              <a:off x="856800" y="618840"/>
              <a:ext cx="32040" cy="40320"/>
            </a:xfrm>
            <a:custGeom>
              <a:avLst/>
              <a:gdLst>
                <a:gd name="textAreaLeft" fmla="*/ -360 w 32040"/>
                <a:gd name="textAreaRight" fmla="*/ 3204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8" name="Google Shape;1769;p44"/>
            <p:cNvSpPr/>
            <p:nvPr/>
          </p:nvSpPr>
          <p:spPr>
            <a:xfrm rot="16284600" flipH="1">
              <a:off x="544320" y="444960"/>
              <a:ext cx="50760" cy="53640"/>
            </a:xfrm>
            <a:custGeom>
              <a:avLst/>
              <a:gdLst>
                <a:gd name="textAreaLeft" fmla="*/ -360 w 50760"/>
                <a:gd name="textAreaRight" fmla="*/ 50760 w 50760"/>
                <a:gd name="textAreaTop" fmla="*/ 0 h 53640"/>
                <a:gd name="textAreaBottom" fmla="*/ 54000 h 5364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9" name="Google Shape;1770;p44"/>
            <p:cNvSpPr/>
            <p:nvPr/>
          </p:nvSpPr>
          <p:spPr>
            <a:xfrm rot="16284600" flipH="1">
              <a:off x="381240" y="352080"/>
              <a:ext cx="52920" cy="38880"/>
            </a:xfrm>
            <a:custGeom>
              <a:avLst/>
              <a:gdLst>
                <a:gd name="textAreaLeft" fmla="*/ -360 w 52920"/>
                <a:gd name="textAreaRight" fmla="*/ 5292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0" name="Google Shape;1771;p44"/>
            <p:cNvSpPr/>
            <p:nvPr/>
          </p:nvSpPr>
          <p:spPr>
            <a:xfrm rot="16284600" flipH="1">
              <a:off x="282600" y="415800"/>
              <a:ext cx="57600" cy="43560"/>
            </a:xfrm>
            <a:custGeom>
              <a:avLst/>
              <a:gdLst>
                <a:gd name="textAreaLeft" fmla="*/ 360 w 57600"/>
                <a:gd name="textAreaRight" fmla="*/ 5832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1" name="Google Shape;1772;p44"/>
            <p:cNvSpPr/>
            <p:nvPr/>
          </p:nvSpPr>
          <p:spPr>
            <a:xfrm rot="16284600" flipH="1">
              <a:off x="442080" y="22644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2" name="Google Shape;1773;p44"/>
            <p:cNvSpPr/>
            <p:nvPr/>
          </p:nvSpPr>
          <p:spPr>
            <a:xfrm rot="16284600" flipH="1">
              <a:off x="281520" y="28404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3" name="Google Shape;1774;p44"/>
            <p:cNvSpPr/>
            <p:nvPr/>
          </p:nvSpPr>
          <p:spPr>
            <a:xfrm rot="16284600" flipH="1">
              <a:off x="228600" y="18756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4" name="Google Shape;1775;p44"/>
            <p:cNvSpPr/>
            <p:nvPr/>
          </p:nvSpPr>
          <p:spPr>
            <a:xfrm rot="16284600" flipH="1">
              <a:off x="688680" y="696600"/>
              <a:ext cx="65880" cy="48240"/>
            </a:xfrm>
            <a:custGeom>
              <a:avLst/>
              <a:gdLst>
                <a:gd name="textAreaLeft" fmla="*/ -360 w 65880"/>
                <a:gd name="textAreaRight" fmla="*/ 6588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5" name="Google Shape;1776;p44"/>
            <p:cNvSpPr/>
            <p:nvPr/>
          </p:nvSpPr>
          <p:spPr>
            <a:xfrm rot="16284600" flipH="1">
              <a:off x="820440" y="34956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6" name="Google Shape;1777;p44"/>
            <p:cNvSpPr/>
            <p:nvPr/>
          </p:nvSpPr>
          <p:spPr>
            <a:xfrm rot="16284600" flipH="1">
              <a:off x="1009440" y="70056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7" name="Google Shape;1778;p44"/>
            <p:cNvSpPr/>
            <p:nvPr/>
          </p:nvSpPr>
          <p:spPr>
            <a:xfrm rot="16284600" flipH="1">
              <a:off x="1121040" y="72468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8" name="Google Shape;1779;p44"/>
            <p:cNvSpPr/>
            <p:nvPr/>
          </p:nvSpPr>
          <p:spPr>
            <a:xfrm rot="16284600" flipH="1">
              <a:off x="1286280" y="812880"/>
              <a:ext cx="41400" cy="30960"/>
            </a:xfrm>
            <a:custGeom>
              <a:avLst/>
              <a:gdLst>
                <a:gd name="textAreaLeft" fmla="*/ -360 w 41400"/>
                <a:gd name="textAreaRight" fmla="*/ 4140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529" name="Google Shape;1780;p44"/>
          <p:cNvSpPr/>
          <p:nvPr/>
        </p:nvSpPr>
        <p:spPr>
          <a:xfrm>
            <a:off x="1323720" y="4964760"/>
            <a:ext cx="4559760" cy="1239840"/>
          </a:xfrm>
          <a:custGeom>
            <a:avLst/>
            <a:gdLst>
              <a:gd name="textAreaLeft" fmla="*/ 0 w 4559760"/>
              <a:gd name="textAreaRight" fmla="*/ 4560120 w 4559760"/>
              <a:gd name="textAreaTop" fmla="*/ 0 h 1239840"/>
              <a:gd name="textAreaBottom" fmla="*/ 1240200 h 1239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dk2"/>
        </a:solidFill>
        <a:effectLst/>
      </p:bgPr>
    </p:bg>
    <p:spTree>
      <p:nvGrpSpPr>
        <p:cNvPr id="1" name=""/>
        <p:cNvGrpSpPr/>
        <p:nvPr/>
      </p:nvGrpSpPr>
      <p:grpSpPr>
        <a:xfrm>
          <a:off x="0" y="0"/>
          <a:ext cx="0" cy="0"/>
          <a:chOff x="0" y="0"/>
          <a:chExt cx="0" cy="0"/>
        </a:xfrm>
      </p:grpSpPr>
      <p:sp>
        <p:nvSpPr>
          <p:cNvPr id="1530" name="Google Shape;1782;p45"/>
          <p:cNvSpPr/>
          <p:nvPr/>
        </p:nvSpPr>
        <p:spPr>
          <a:xfrm rot="14401200" flipH="1">
            <a:off x="-1124640" y="4267080"/>
            <a:ext cx="2913120" cy="1554840"/>
          </a:xfrm>
          <a:custGeom>
            <a:avLst/>
            <a:gdLst>
              <a:gd name="textAreaLeft" fmla="*/ 360 w 2913120"/>
              <a:gd name="textAreaRight" fmla="*/ 2913840 w 291312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1" name="Google Shape;1783;p45"/>
          <p:cNvSpPr/>
          <p:nvPr/>
        </p:nvSpPr>
        <p:spPr>
          <a:xfrm rot="10800000" flipH="1">
            <a:off x="4554720" y="4835160"/>
            <a:ext cx="3834720" cy="794880"/>
          </a:xfrm>
          <a:custGeom>
            <a:avLst/>
            <a:gdLst>
              <a:gd name="textAreaLeft" fmla="*/ 360 w 3834720"/>
              <a:gd name="textAreaRight" fmla="*/ 3835440 w 3834720"/>
              <a:gd name="textAreaTop" fmla="*/ 0 h 794880"/>
              <a:gd name="textAreaBottom" fmla="*/ 795240 h 7948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2" name="PlaceHolder 1"/>
          <p:cNvSpPr>
            <a:spLocks noGrp="1"/>
          </p:cNvSpPr>
          <p:nvPr>
            <p:ph type="title"/>
          </p:nvPr>
        </p:nvSpPr>
        <p:spPr>
          <a:xfrm>
            <a:off x="714960" y="416160"/>
            <a:ext cx="77137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533" name="Google Shape;1790;p45"/>
          <p:cNvSpPr/>
          <p:nvPr/>
        </p:nvSpPr>
        <p:spPr>
          <a:xfrm flipH="1">
            <a:off x="-139320" y="354600"/>
            <a:ext cx="646920" cy="463680"/>
          </a:xfrm>
          <a:custGeom>
            <a:avLst/>
            <a:gdLst>
              <a:gd name="textAreaLeft" fmla="*/ -360 w 646920"/>
              <a:gd name="textAreaRight" fmla="*/ 646920 w 646920"/>
              <a:gd name="textAreaTop" fmla="*/ 0 h 463680"/>
              <a:gd name="textAreaBottom" fmla="*/ 464040 h 4636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34" name="Google Shape;1791;p45"/>
          <p:cNvGrpSpPr/>
          <p:nvPr/>
        </p:nvGrpSpPr>
        <p:grpSpPr>
          <a:xfrm>
            <a:off x="5400" y="93960"/>
            <a:ext cx="702720" cy="694080"/>
            <a:chOff x="5400" y="93960"/>
            <a:chExt cx="702720" cy="694080"/>
          </a:xfrm>
        </p:grpSpPr>
        <p:sp>
          <p:nvSpPr>
            <p:cNvPr id="1535" name="Google Shape;1792;p45"/>
            <p:cNvSpPr/>
            <p:nvPr/>
          </p:nvSpPr>
          <p:spPr>
            <a:xfrm flipH="1">
              <a:off x="245520" y="93960"/>
              <a:ext cx="20880" cy="15120"/>
            </a:xfrm>
            <a:custGeom>
              <a:avLst/>
              <a:gdLst>
                <a:gd name="textAreaLeft" fmla="*/ 360 w 20880"/>
                <a:gd name="textAreaRight" fmla="*/ 21600 w 20880"/>
                <a:gd name="textAreaTop" fmla="*/ 0 h 15120"/>
                <a:gd name="textAreaBottom" fmla="*/ 15480 h 15120"/>
              </a:gdLst>
              <a:ahLst/>
              <a:cxnLst/>
              <a:rect l="textAreaLeft" t="textAreaTop" r="textAreaRight" b="textAreaBottom"/>
              <a:pathLst>
                <a:path w="698" h="507">
                  <a:moveTo>
                    <a:pt x="265" y="1"/>
                  </a:moveTo>
                  <a:cubicBezTo>
                    <a:pt x="201" y="1"/>
                    <a:pt x="128" y="35"/>
                    <a:pt x="74" y="89"/>
                  </a:cubicBezTo>
                  <a:cubicBezTo>
                    <a:pt x="37" y="125"/>
                    <a:pt x="1" y="198"/>
                    <a:pt x="1" y="235"/>
                  </a:cubicBezTo>
                  <a:cubicBezTo>
                    <a:pt x="1" y="308"/>
                    <a:pt x="37" y="382"/>
                    <a:pt x="74" y="418"/>
                  </a:cubicBezTo>
                  <a:cubicBezTo>
                    <a:pt x="128" y="472"/>
                    <a:pt x="201" y="506"/>
                    <a:pt x="265" y="506"/>
                  </a:cubicBezTo>
                  <a:cubicBezTo>
                    <a:pt x="289" y="506"/>
                    <a:pt x="311" y="502"/>
                    <a:pt x="331" y="492"/>
                  </a:cubicBezTo>
                  <a:lnTo>
                    <a:pt x="441" y="492"/>
                  </a:lnTo>
                  <a:cubicBezTo>
                    <a:pt x="490" y="492"/>
                    <a:pt x="539" y="459"/>
                    <a:pt x="577" y="415"/>
                  </a:cubicBezTo>
                  <a:lnTo>
                    <a:pt x="577" y="415"/>
                  </a:lnTo>
                  <a:cubicBezTo>
                    <a:pt x="640" y="401"/>
                    <a:pt x="697" y="336"/>
                    <a:pt x="697" y="272"/>
                  </a:cubicBezTo>
                  <a:cubicBezTo>
                    <a:pt x="697" y="175"/>
                    <a:pt x="640" y="107"/>
                    <a:pt x="577" y="92"/>
                  </a:cubicBezTo>
                  <a:lnTo>
                    <a:pt x="577" y="92"/>
                  </a:lnTo>
                  <a:cubicBezTo>
                    <a:pt x="569" y="82"/>
                    <a:pt x="560" y="73"/>
                    <a:pt x="551" y="65"/>
                  </a:cubicBezTo>
                  <a:lnTo>
                    <a:pt x="551" y="65"/>
                  </a:lnTo>
                  <a:lnTo>
                    <a:pt x="551" y="52"/>
                  </a:lnTo>
                  <a:lnTo>
                    <a:pt x="535" y="52"/>
                  </a:lnTo>
                  <a:cubicBezTo>
                    <a:pt x="506" y="30"/>
                    <a:pt x="473" y="15"/>
                    <a:pt x="441" y="15"/>
                  </a:cubicBezTo>
                  <a:lnTo>
                    <a:pt x="331" y="15"/>
                  </a:lnTo>
                  <a:cubicBezTo>
                    <a:pt x="311" y="5"/>
                    <a:pt x="289" y="1"/>
                    <a:pt x="265"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6" name="Google Shape;1793;p45"/>
            <p:cNvSpPr/>
            <p:nvPr/>
          </p:nvSpPr>
          <p:spPr>
            <a:xfrm flipH="1">
              <a:off x="268920" y="189360"/>
              <a:ext cx="28800" cy="21960"/>
            </a:xfrm>
            <a:custGeom>
              <a:avLst/>
              <a:gdLst>
                <a:gd name="textAreaLeft" fmla="*/ 360 w 28800"/>
                <a:gd name="textAreaRight" fmla="*/ 29520 w 28800"/>
                <a:gd name="textAreaTop" fmla="*/ 0 h 21960"/>
                <a:gd name="textAreaBottom" fmla="*/ 22320 h 21960"/>
              </a:gdLst>
              <a:ahLst/>
              <a:cxnLst/>
              <a:rect l="textAreaLeft" t="textAreaTop" r="textAreaRight" b="textAreaBottom"/>
              <a:pathLst>
                <a:path w="954" h="734">
                  <a:moveTo>
                    <a:pt x="477" y="0"/>
                  </a:moveTo>
                  <a:cubicBezTo>
                    <a:pt x="0" y="0"/>
                    <a:pt x="0" y="733"/>
                    <a:pt x="477" y="733"/>
                  </a:cubicBezTo>
                  <a:cubicBezTo>
                    <a:pt x="953" y="697"/>
                    <a:pt x="953" y="0"/>
                    <a:pt x="477"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7" name="Google Shape;1794;p45"/>
            <p:cNvSpPr/>
            <p:nvPr/>
          </p:nvSpPr>
          <p:spPr>
            <a:xfrm flipH="1">
              <a:off x="160920" y="144720"/>
              <a:ext cx="30960" cy="26640"/>
            </a:xfrm>
            <a:custGeom>
              <a:avLst/>
              <a:gdLst>
                <a:gd name="textAreaLeft" fmla="*/ 360 w 30960"/>
                <a:gd name="textAreaRight" fmla="*/ 31680 w 30960"/>
                <a:gd name="textAreaTop" fmla="*/ 0 h 26640"/>
                <a:gd name="textAreaBottom" fmla="*/ 27000 h 26640"/>
              </a:gdLst>
              <a:ahLst/>
              <a:cxnLst/>
              <a:rect l="textAreaLeft" t="textAreaTop" r="textAreaRight" b="textAreaBottom"/>
              <a:pathLst>
                <a:path w="1028" h="881">
                  <a:moveTo>
                    <a:pt x="514" y="1"/>
                  </a:moveTo>
                  <a:cubicBezTo>
                    <a:pt x="1" y="74"/>
                    <a:pt x="1" y="807"/>
                    <a:pt x="514" y="881"/>
                  </a:cubicBezTo>
                  <a:cubicBezTo>
                    <a:pt x="1027" y="807"/>
                    <a:pt x="1027" y="74"/>
                    <a:pt x="514"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8" name="Google Shape;1795;p45"/>
            <p:cNvSpPr/>
            <p:nvPr/>
          </p:nvSpPr>
          <p:spPr>
            <a:xfrm flipH="1">
              <a:off x="160200" y="414000"/>
              <a:ext cx="39960" cy="37440"/>
            </a:xfrm>
            <a:custGeom>
              <a:avLst/>
              <a:gdLst>
                <a:gd name="textAreaLeft" fmla="*/ -360 w 39960"/>
                <a:gd name="textAreaRight" fmla="*/ 39960 w 39960"/>
                <a:gd name="textAreaTop" fmla="*/ 0 h 37440"/>
                <a:gd name="textAreaBottom" fmla="*/ 37800 h 37440"/>
              </a:gdLst>
              <a:ahLst/>
              <a:cxnLst/>
              <a:rect l="textAreaLeft" t="textAreaTop" r="textAreaRight" b="textAreaBottom"/>
              <a:pathLst>
                <a:path w="1321" h="1238">
                  <a:moveTo>
                    <a:pt x="532" y="1"/>
                  </a:moveTo>
                  <a:cubicBezTo>
                    <a:pt x="404" y="1"/>
                    <a:pt x="276" y="46"/>
                    <a:pt x="184" y="138"/>
                  </a:cubicBezTo>
                  <a:cubicBezTo>
                    <a:pt x="1" y="358"/>
                    <a:pt x="1" y="651"/>
                    <a:pt x="184" y="871"/>
                  </a:cubicBezTo>
                  <a:lnTo>
                    <a:pt x="477" y="1091"/>
                  </a:lnTo>
                  <a:cubicBezTo>
                    <a:pt x="551" y="1201"/>
                    <a:pt x="660" y="1238"/>
                    <a:pt x="807" y="1238"/>
                  </a:cubicBezTo>
                  <a:cubicBezTo>
                    <a:pt x="917" y="1238"/>
                    <a:pt x="1064" y="1201"/>
                    <a:pt x="1137" y="1091"/>
                  </a:cubicBezTo>
                  <a:cubicBezTo>
                    <a:pt x="1320" y="908"/>
                    <a:pt x="1320" y="615"/>
                    <a:pt x="1137" y="431"/>
                  </a:cubicBezTo>
                  <a:cubicBezTo>
                    <a:pt x="1064" y="321"/>
                    <a:pt x="954" y="248"/>
                    <a:pt x="880" y="138"/>
                  </a:cubicBezTo>
                  <a:cubicBezTo>
                    <a:pt x="789" y="46"/>
                    <a:pt x="660" y="1"/>
                    <a:pt x="532"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1796;p45"/>
            <p:cNvSpPr/>
            <p:nvPr/>
          </p:nvSpPr>
          <p:spPr>
            <a:xfrm flipH="1">
              <a:off x="68040" y="386640"/>
              <a:ext cx="43200" cy="42480"/>
            </a:xfrm>
            <a:custGeom>
              <a:avLst/>
              <a:gdLst>
                <a:gd name="textAreaLeft" fmla="*/ 360 w 43200"/>
                <a:gd name="textAreaRight" fmla="*/ 43920 w 43200"/>
                <a:gd name="textAreaTop" fmla="*/ 0 h 42480"/>
                <a:gd name="textAreaBottom" fmla="*/ 42840 h 42480"/>
              </a:gdLst>
              <a:ahLst/>
              <a:cxnLst/>
              <a:rect l="textAreaLeft" t="textAreaTop" r="textAreaRight" b="textAreaBottom"/>
              <a:pathLst>
                <a:path w="1430" h="1408">
                  <a:moveTo>
                    <a:pt x="550" y="1"/>
                  </a:moveTo>
                  <a:cubicBezTo>
                    <a:pt x="404" y="1"/>
                    <a:pt x="257" y="37"/>
                    <a:pt x="147" y="147"/>
                  </a:cubicBezTo>
                  <a:cubicBezTo>
                    <a:pt x="37" y="257"/>
                    <a:pt x="0" y="404"/>
                    <a:pt x="0" y="550"/>
                  </a:cubicBezTo>
                  <a:cubicBezTo>
                    <a:pt x="0" y="697"/>
                    <a:pt x="37" y="844"/>
                    <a:pt x="147" y="954"/>
                  </a:cubicBezTo>
                  <a:lnTo>
                    <a:pt x="147" y="990"/>
                  </a:lnTo>
                  <a:cubicBezTo>
                    <a:pt x="257" y="1100"/>
                    <a:pt x="404" y="1247"/>
                    <a:pt x="550" y="1320"/>
                  </a:cubicBezTo>
                  <a:cubicBezTo>
                    <a:pt x="631" y="1374"/>
                    <a:pt x="711" y="1408"/>
                    <a:pt x="806" y="1408"/>
                  </a:cubicBezTo>
                  <a:cubicBezTo>
                    <a:pt x="841" y="1408"/>
                    <a:pt x="877" y="1403"/>
                    <a:pt x="917" y="1394"/>
                  </a:cubicBezTo>
                  <a:cubicBezTo>
                    <a:pt x="1027" y="1394"/>
                    <a:pt x="1137" y="1320"/>
                    <a:pt x="1247" y="1247"/>
                  </a:cubicBezTo>
                  <a:cubicBezTo>
                    <a:pt x="1283" y="1174"/>
                    <a:pt x="1357" y="1100"/>
                    <a:pt x="1357" y="990"/>
                  </a:cubicBezTo>
                  <a:cubicBezTo>
                    <a:pt x="1430" y="844"/>
                    <a:pt x="1393" y="697"/>
                    <a:pt x="1320" y="550"/>
                  </a:cubicBezTo>
                  <a:cubicBezTo>
                    <a:pt x="1210" y="404"/>
                    <a:pt x="1100" y="257"/>
                    <a:pt x="953" y="147"/>
                  </a:cubicBezTo>
                  <a:cubicBezTo>
                    <a:pt x="843" y="37"/>
                    <a:pt x="697" y="1"/>
                    <a:pt x="550"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0" name="Google Shape;1797;p45"/>
            <p:cNvSpPr/>
            <p:nvPr/>
          </p:nvSpPr>
          <p:spPr>
            <a:xfrm flipH="1">
              <a:off x="174240" y="310680"/>
              <a:ext cx="23040" cy="30960"/>
            </a:xfrm>
            <a:custGeom>
              <a:avLst/>
              <a:gdLst>
                <a:gd name="textAreaLeft" fmla="*/ 360 w 23040"/>
                <a:gd name="textAreaRight" fmla="*/ 23760 w 23040"/>
                <a:gd name="textAreaTop" fmla="*/ 0 h 30960"/>
                <a:gd name="textAreaBottom" fmla="*/ 31320 h 30960"/>
              </a:gdLst>
              <a:ahLst/>
              <a:cxnLst/>
              <a:rect l="textAreaLeft" t="textAreaTop" r="textAreaRight" b="textAreaBottom"/>
              <a:pathLst>
                <a:path w="771" h="1028">
                  <a:moveTo>
                    <a:pt x="367" y="1"/>
                  </a:moveTo>
                  <a:cubicBezTo>
                    <a:pt x="147" y="1"/>
                    <a:pt x="1" y="147"/>
                    <a:pt x="1" y="404"/>
                  </a:cubicBezTo>
                  <a:lnTo>
                    <a:pt x="37" y="404"/>
                  </a:lnTo>
                  <a:lnTo>
                    <a:pt x="37" y="661"/>
                  </a:lnTo>
                  <a:cubicBezTo>
                    <a:pt x="37" y="771"/>
                    <a:pt x="74" y="844"/>
                    <a:pt x="147" y="917"/>
                  </a:cubicBezTo>
                  <a:cubicBezTo>
                    <a:pt x="221" y="991"/>
                    <a:pt x="294" y="1027"/>
                    <a:pt x="404" y="1027"/>
                  </a:cubicBezTo>
                  <a:cubicBezTo>
                    <a:pt x="624" y="1027"/>
                    <a:pt x="770" y="881"/>
                    <a:pt x="770" y="661"/>
                  </a:cubicBezTo>
                  <a:lnTo>
                    <a:pt x="770" y="404"/>
                  </a:lnTo>
                  <a:cubicBezTo>
                    <a:pt x="770" y="294"/>
                    <a:pt x="734" y="184"/>
                    <a:pt x="660" y="111"/>
                  </a:cubicBezTo>
                  <a:cubicBezTo>
                    <a:pt x="587" y="38"/>
                    <a:pt x="477" y="1"/>
                    <a:pt x="36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1798;p45"/>
            <p:cNvSpPr/>
            <p:nvPr/>
          </p:nvSpPr>
          <p:spPr>
            <a:xfrm flipH="1">
              <a:off x="89640" y="517320"/>
              <a:ext cx="35640" cy="21240"/>
            </a:xfrm>
            <a:custGeom>
              <a:avLst/>
              <a:gdLst>
                <a:gd name="textAreaLeft" fmla="*/ -360 w 35640"/>
                <a:gd name="textAreaRight" fmla="*/ 35640 w 35640"/>
                <a:gd name="textAreaTop" fmla="*/ 0 h 21240"/>
                <a:gd name="textAreaBottom" fmla="*/ 21600 h 21240"/>
              </a:gdLst>
              <a:ahLst/>
              <a:cxnLst/>
              <a:rect l="textAreaLeft" t="textAreaTop" r="textAreaRight" b="textAreaBottom"/>
              <a:pathLst>
                <a:path w="1188" h="706">
                  <a:moveTo>
                    <a:pt x="462" y="0"/>
                  </a:moveTo>
                  <a:cubicBezTo>
                    <a:pt x="0" y="0"/>
                    <a:pt x="0" y="706"/>
                    <a:pt x="462" y="706"/>
                  </a:cubicBezTo>
                  <a:cubicBezTo>
                    <a:pt x="483" y="706"/>
                    <a:pt x="505" y="704"/>
                    <a:pt x="528" y="701"/>
                  </a:cubicBezTo>
                  <a:lnTo>
                    <a:pt x="785" y="701"/>
                  </a:lnTo>
                  <a:cubicBezTo>
                    <a:pt x="1188" y="628"/>
                    <a:pt x="1188" y="41"/>
                    <a:pt x="785" y="5"/>
                  </a:cubicBezTo>
                  <a:lnTo>
                    <a:pt x="528" y="5"/>
                  </a:lnTo>
                  <a:cubicBezTo>
                    <a:pt x="505" y="2"/>
                    <a:pt x="483" y="0"/>
                    <a:pt x="462"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2" name="Google Shape;1799;p45"/>
            <p:cNvSpPr/>
            <p:nvPr/>
          </p:nvSpPr>
          <p:spPr>
            <a:xfrm flipH="1">
              <a:off x="39240" y="652320"/>
              <a:ext cx="12960" cy="12960"/>
            </a:xfrm>
            <a:custGeom>
              <a:avLst/>
              <a:gdLst>
                <a:gd name="textAreaLeft" fmla="*/ 360 w 12960"/>
                <a:gd name="textAreaRight" fmla="*/ 13680 w 12960"/>
                <a:gd name="textAreaTop" fmla="*/ 0 h 12960"/>
                <a:gd name="textAreaBottom" fmla="*/ 13320 h 12960"/>
              </a:gdLst>
              <a:ahLst/>
              <a:cxnLst/>
              <a:rect l="textAreaLeft" t="textAreaTop" r="textAreaRight" b="textAreaBottom"/>
              <a:pathLst>
                <a:path w="441" h="441">
                  <a:moveTo>
                    <a:pt x="220" y="0"/>
                  </a:moveTo>
                  <a:cubicBezTo>
                    <a:pt x="0" y="74"/>
                    <a:pt x="0" y="367"/>
                    <a:pt x="220" y="440"/>
                  </a:cubicBezTo>
                  <a:cubicBezTo>
                    <a:pt x="440" y="367"/>
                    <a:pt x="440" y="74"/>
                    <a:pt x="220"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3" name="Google Shape;1800;p45"/>
            <p:cNvSpPr/>
            <p:nvPr/>
          </p:nvSpPr>
          <p:spPr>
            <a:xfrm flipH="1">
              <a:off x="5040" y="775080"/>
              <a:ext cx="14040" cy="12960"/>
            </a:xfrm>
            <a:custGeom>
              <a:avLst/>
              <a:gdLst>
                <a:gd name="textAreaLeft" fmla="*/ -360 w 14040"/>
                <a:gd name="textAreaRight" fmla="*/ 14040 w 14040"/>
                <a:gd name="textAreaTop" fmla="*/ 0 h 12960"/>
                <a:gd name="textAreaBottom" fmla="*/ 13320 h 12960"/>
              </a:gdLst>
              <a:ahLst/>
              <a:cxnLst/>
              <a:rect l="textAreaLeft" t="textAreaTop" r="textAreaRight" b="textAreaBottom"/>
              <a:pathLst>
                <a:path w="477" h="441">
                  <a:moveTo>
                    <a:pt x="257" y="1"/>
                  </a:moveTo>
                  <a:cubicBezTo>
                    <a:pt x="0" y="37"/>
                    <a:pt x="0" y="404"/>
                    <a:pt x="257" y="440"/>
                  </a:cubicBezTo>
                  <a:cubicBezTo>
                    <a:pt x="477" y="404"/>
                    <a:pt x="477" y="37"/>
                    <a:pt x="25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4" name="Google Shape;1801;p45"/>
            <p:cNvSpPr/>
            <p:nvPr/>
          </p:nvSpPr>
          <p:spPr>
            <a:xfrm flipH="1">
              <a:off x="367200" y="364320"/>
              <a:ext cx="37440" cy="29880"/>
            </a:xfrm>
            <a:custGeom>
              <a:avLst/>
              <a:gdLst>
                <a:gd name="textAreaLeft" fmla="*/ 360 w 37440"/>
                <a:gd name="textAreaRight" fmla="*/ 38160 w 37440"/>
                <a:gd name="textAreaTop" fmla="*/ 0 h 29880"/>
                <a:gd name="textAreaBottom" fmla="*/ 30240 h 29880"/>
              </a:gdLst>
              <a:ahLst/>
              <a:cxnLst/>
              <a:rect l="textAreaLeft" t="textAreaTop" r="textAreaRight" b="textAreaBottom"/>
              <a:pathLst>
                <a:path w="1247" h="991">
                  <a:moveTo>
                    <a:pt x="513" y="0"/>
                  </a:moveTo>
                  <a:cubicBezTo>
                    <a:pt x="367" y="0"/>
                    <a:pt x="257" y="37"/>
                    <a:pt x="147" y="147"/>
                  </a:cubicBezTo>
                  <a:cubicBezTo>
                    <a:pt x="74" y="220"/>
                    <a:pt x="0" y="367"/>
                    <a:pt x="0" y="477"/>
                  </a:cubicBezTo>
                  <a:cubicBezTo>
                    <a:pt x="0" y="770"/>
                    <a:pt x="220" y="990"/>
                    <a:pt x="513" y="990"/>
                  </a:cubicBezTo>
                  <a:lnTo>
                    <a:pt x="770" y="990"/>
                  </a:lnTo>
                  <a:cubicBezTo>
                    <a:pt x="1027" y="990"/>
                    <a:pt x="1247" y="770"/>
                    <a:pt x="1247" y="514"/>
                  </a:cubicBezTo>
                  <a:cubicBezTo>
                    <a:pt x="1247" y="220"/>
                    <a:pt x="1027" y="0"/>
                    <a:pt x="770"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5" name="Google Shape;1802;p45"/>
            <p:cNvSpPr/>
            <p:nvPr/>
          </p:nvSpPr>
          <p:spPr>
            <a:xfrm flipH="1">
              <a:off x="475560" y="239400"/>
              <a:ext cx="25200" cy="18720"/>
            </a:xfrm>
            <a:custGeom>
              <a:avLst/>
              <a:gdLst>
                <a:gd name="textAreaLeft" fmla="*/ 360 w 25200"/>
                <a:gd name="textAreaRight" fmla="*/ 25920 w 25200"/>
                <a:gd name="textAreaTop" fmla="*/ 0 h 18720"/>
                <a:gd name="textAreaBottom" fmla="*/ 19080 h 18720"/>
              </a:gdLst>
              <a:ahLst/>
              <a:cxnLst/>
              <a:rect l="textAreaLeft" t="textAreaTop" r="textAreaRight" b="textAreaBottom"/>
              <a:pathLst>
                <a:path w="844" h="624">
                  <a:moveTo>
                    <a:pt x="404" y="1"/>
                  </a:moveTo>
                  <a:cubicBezTo>
                    <a:pt x="1" y="1"/>
                    <a:pt x="1" y="624"/>
                    <a:pt x="404" y="624"/>
                  </a:cubicBezTo>
                  <a:cubicBezTo>
                    <a:pt x="844" y="624"/>
                    <a:pt x="844" y="1"/>
                    <a:pt x="404"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1803;p45"/>
            <p:cNvSpPr/>
            <p:nvPr/>
          </p:nvSpPr>
          <p:spPr>
            <a:xfrm flipH="1">
              <a:off x="693720" y="118800"/>
              <a:ext cx="14040" cy="12960"/>
            </a:xfrm>
            <a:custGeom>
              <a:avLst/>
              <a:gdLst>
                <a:gd name="textAreaLeft" fmla="*/ -360 w 14040"/>
                <a:gd name="textAreaRight" fmla="*/ 14040 w 14040"/>
                <a:gd name="textAreaTop" fmla="*/ 0 h 12960"/>
                <a:gd name="textAreaBottom" fmla="*/ 13320 h 12960"/>
              </a:gdLst>
              <a:ahLst/>
              <a:cxnLst/>
              <a:rect l="textAreaLeft" t="textAreaTop" r="textAreaRight" b="textAreaBottom"/>
              <a:pathLst>
                <a:path w="477" h="441">
                  <a:moveTo>
                    <a:pt x="220" y="1"/>
                  </a:moveTo>
                  <a:cubicBezTo>
                    <a:pt x="0" y="74"/>
                    <a:pt x="0" y="367"/>
                    <a:pt x="220" y="441"/>
                  </a:cubicBezTo>
                  <a:cubicBezTo>
                    <a:pt x="477" y="367"/>
                    <a:pt x="477" y="74"/>
                    <a:pt x="220"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7" name="Google Shape;1804;p45"/>
          <p:cNvSpPr/>
          <p:nvPr/>
        </p:nvSpPr>
        <p:spPr>
          <a:xfrm rot="15878400" flipH="1">
            <a:off x="8038080" y="147600"/>
            <a:ext cx="1319400" cy="783000"/>
          </a:xfrm>
          <a:custGeom>
            <a:avLst/>
            <a:gdLst>
              <a:gd name="textAreaLeft" fmla="*/ -360 w 1319400"/>
              <a:gd name="textAreaRight" fmla="*/ 1319400 w 1319400"/>
              <a:gd name="textAreaTop" fmla="*/ 0 h 783000"/>
              <a:gd name="textAreaBottom" fmla="*/ 783360 h 78300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8" name="Google Shape;1805;p45"/>
          <p:cNvSpPr/>
          <p:nvPr/>
        </p:nvSpPr>
        <p:spPr>
          <a:xfrm rot="4670400" flipH="1">
            <a:off x="-99000" y="424440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9" name="Google Shape;1806;p45"/>
          <p:cNvSpPr/>
          <p:nvPr/>
        </p:nvSpPr>
        <p:spPr>
          <a:xfrm rot="10800000" flipH="1">
            <a:off x="6456960" y="4743000"/>
            <a:ext cx="2766600" cy="541800"/>
          </a:xfrm>
          <a:custGeom>
            <a:avLst/>
            <a:gdLst>
              <a:gd name="textAreaLeft" fmla="*/ -360 w 2766600"/>
              <a:gd name="textAreaRight" fmla="*/ 2766600 w 2766600"/>
              <a:gd name="textAreaTop" fmla="*/ 0 h 541800"/>
              <a:gd name="textAreaBottom" fmla="*/ 542160 h 5418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50" name="Google Shape;1807;p45"/>
          <p:cNvGrpSpPr/>
          <p:nvPr/>
        </p:nvGrpSpPr>
        <p:grpSpPr>
          <a:xfrm>
            <a:off x="8296200" y="3741120"/>
            <a:ext cx="867600" cy="1401840"/>
            <a:chOff x="8296200" y="3741120"/>
            <a:chExt cx="867600" cy="1401840"/>
          </a:xfrm>
        </p:grpSpPr>
        <p:sp>
          <p:nvSpPr>
            <p:cNvPr id="1551" name="Google Shape;1808;p45"/>
            <p:cNvSpPr/>
            <p:nvPr/>
          </p:nvSpPr>
          <p:spPr>
            <a:xfrm rot="11437200" flipV="1">
              <a:off x="8650080" y="3765240"/>
              <a:ext cx="392040" cy="1352880"/>
            </a:xfrm>
            <a:custGeom>
              <a:avLst/>
              <a:gdLst>
                <a:gd name="textAreaLeft" fmla="*/ 0 w 392040"/>
                <a:gd name="textAreaRight" fmla="*/ 392400 w 392040"/>
                <a:gd name="textAreaTop" fmla="*/ 360 h 1352880"/>
                <a:gd name="textAreaBottom" fmla="*/ 135360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2" name="Google Shape;1809;p45"/>
            <p:cNvSpPr/>
            <p:nvPr/>
          </p:nvSpPr>
          <p:spPr>
            <a:xfrm rot="11437200" flipV="1">
              <a:off x="8591040" y="435564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3" name="Google Shape;1810;p45"/>
            <p:cNvSpPr/>
            <p:nvPr/>
          </p:nvSpPr>
          <p:spPr>
            <a:xfrm rot="11437200" flipV="1">
              <a:off x="8535240" y="4430520"/>
              <a:ext cx="221040" cy="150120"/>
            </a:xfrm>
            <a:custGeom>
              <a:avLst/>
              <a:gdLst>
                <a:gd name="textAreaLeft" fmla="*/ 0 w 221040"/>
                <a:gd name="textAreaRight" fmla="*/ 221400 w 221040"/>
                <a:gd name="textAreaTop" fmla="*/ -360 h 150120"/>
                <a:gd name="textAreaBottom" fmla="*/ 15012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4" name="Google Shape;1811;p45"/>
            <p:cNvSpPr/>
            <p:nvPr/>
          </p:nvSpPr>
          <p:spPr>
            <a:xfrm rot="11437200" flipV="1">
              <a:off x="8728560" y="4273560"/>
              <a:ext cx="93960" cy="404280"/>
            </a:xfrm>
            <a:custGeom>
              <a:avLst/>
              <a:gdLst>
                <a:gd name="textAreaLeft" fmla="*/ 0 w 93960"/>
                <a:gd name="textAreaRight" fmla="*/ 94320 w 93960"/>
                <a:gd name="textAreaTop" fmla="*/ -360 h 404280"/>
                <a:gd name="textAreaBottom" fmla="*/ 40428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5" name="Google Shape;1812;p45"/>
            <p:cNvSpPr/>
            <p:nvPr/>
          </p:nvSpPr>
          <p:spPr>
            <a:xfrm rot="11437200" flipV="1">
              <a:off x="8543520" y="4565160"/>
              <a:ext cx="278280" cy="190440"/>
            </a:xfrm>
            <a:custGeom>
              <a:avLst/>
              <a:gdLst>
                <a:gd name="textAreaLeft" fmla="*/ 0 w 278280"/>
                <a:gd name="textAreaRight" fmla="*/ 278640 w 278280"/>
                <a:gd name="textAreaTop" fmla="*/ -360 h 190440"/>
                <a:gd name="textAreaBottom" fmla="*/ 190440 h 19044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1813;p45"/>
            <p:cNvSpPr/>
            <p:nvPr/>
          </p:nvSpPr>
          <p:spPr>
            <a:xfrm rot="11437200" flipV="1">
              <a:off x="8339760" y="3926160"/>
              <a:ext cx="410040" cy="513000"/>
            </a:xfrm>
            <a:custGeom>
              <a:avLst/>
              <a:gdLst>
                <a:gd name="textAreaLeft" fmla="*/ 0 w 410040"/>
                <a:gd name="textAreaRight" fmla="*/ 410400 w 410040"/>
                <a:gd name="textAreaTop" fmla="*/ -360 h 513000"/>
                <a:gd name="textAreaBottom" fmla="*/ 51300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1814;p45"/>
            <p:cNvSpPr/>
            <p:nvPr/>
          </p:nvSpPr>
          <p:spPr>
            <a:xfrm rot="11437200" flipV="1">
              <a:off x="8591040" y="4355640"/>
              <a:ext cx="105480" cy="68400"/>
            </a:xfrm>
            <a:custGeom>
              <a:avLst/>
              <a:gdLst>
                <a:gd name="textAreaLeft" fmla="*/ 0 w 105480"/>
                <a:gd name="textAreaRight" fmla="*/ 105840 w 105480"/>
                <a:gd name="textAreaTop" fmla="*/ 360 h 68400"/>
                <a:gd name="textAreaBottom" fmla="*/ 6912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TITLE_AND_TWO_COLUMNS_2">
    <p:bg>
      <p:bgPr>
        <a:solidFill>
          <a:schemeClr val="dk2"/>
        </a:solidFill>
        <a:effectLst/>
      </p:bgPr>
    </p:bg>
    <p:spTree>
      <p:nvGrpSpPr>
        <p:cNvPr id="1" name=""/>
        <p:cNvGrpSpPr/>
        <p:nvPr/>
      </p:nvGrpSpPr>
      <p:grpSpPr>
        <a:xfrm>
          <a:off x="0" y="0"/>
          <a:ext cx="0" cy="0"/>
          <a:chOff x="0" y="0"/>
          <a:chExt cx="0" cy="0"/>
        </a:xfrm>
      </p:grpSpPr>
      <p:sp>
        <p:nvSpPr>
          <p:cNvPr id="1558" name="PlaceHolder 1"/>
          <p:cNvSpPr>
            <a:spLocks noGrp="1"/>
          </p:cNvSpPr>
          <p:nvPr>
            <p:ph type="title"/>
          </p:nvPr>
        </p:nvSpPr>
        <p:spPr>
          <a:xfrm>
            <a:off x="713160" y="417960"/>
            <a:ext cx="77173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grpSp>
        <p:nvGrpSpPr>
          <p:cNvPr id="1559" name="Google Shape;1821;p46"/>
          <p:cNvGrpSpPr/>
          <p:nvPr/>
        </p:nvGrpSpPr>
        <p:grpSpPr>
          <a:xfrm>
            <a:off x="-333720" y="3256200"/>
            <a:ext cx="1395000" cy="1361520"/>
            <a:chOff x="-333720" y="3256200"/>
            <a:chExt cx="1395000" cy="1361520"/>
          </a:xfrm>
        </p:grpSpPr>
        <p:sp>
          <p:nvSpPr>
            <p:cNvPr id="1560" name="Google Shape;1822;p46"/>
            <p:cNvSpPr/>
            <p:nvPr/>
          </p:nvSpPr>
          <p:spPr>
            <a:xfrm rot="18238200" flipH="1">
              <a:off x="-101880" y="3409200"/>
              <a:ext cx="930960" cy="1054800"/>
            </a:xfrm>
            <a:custGeom>
              <a:avLst/>
              <a:gdLst>
                <a:gd name="textAreaLeft" fmla="*/ 360 w 930960"/>
                <a:gd name="textAreaRight" fmla="*/ 93168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1823;p46"/>
            <p:cNvSpPr/>
            <p:nvPr/>
          </p:nvSpPr>
          <p:spPr>
            <a:xfrm rot="18238200" flipH="1">
              <a:off x="124920" y="3867120"/>
              <a:ext cx="32760" cy="118440"/>
            </a:xfrm>
            <a:custGeom>
              <a:avLst/>
              <a:gdLst>
                <a:gd name="textAreaLeft" fmla="*/ -360 w 32760"/>
                <a:gd name="textAreaRight" fmla="*/ 3276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2" name="Google Shape;1824;p46"/>
            <p:cNvSpPr/>
            <p:nvPr/>
          </p:nvSpPr>
          <p:spPr>
            <a:xfrm rot="18238200" flipH="1">
              <a:off x="148320" y="3908520"/>
              <a:ext cx="38160" cy="261360"/>
            </a:xfrm>
            <a:custGeom>
              <a:avLst/>
              <a:gdLst>
                <a:gd name="textAreaLeft" fmla="*/ 360 w 38160"/>
                <a:gd name="textAreaRight" fmla="*/ 3888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3" name="Google Shape;1825;p46"/>
            <p:cNvSpPr/>
            <p:nvPr/>
          </p:nvSpPr>
          <p:spPr>
            <a:xfrm rot="18238200" flipH="1">
              <a:off x="136440" y="3862080"/>
              <a:ext cx="336240" cy="244080"/>
            </a:xfrm>
            <a:custGeom>
              <a:avLst/>
              <a:gdLst>
                <a:gd name="textAreaLeft" fmla="*/ 360 w 336240"/>
                <a:gd name="textAreaRight" fmla="*/ 336960 w 33624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1826;p46"/>
            <p:cNvSpPr/>
            <p:nvPr/>
          </p:nvSpPr>
          <p:spPr>
            <a:xfrm rot="18238200" flipH="1">
              <a:off x="202680" y="4020480"/>
              <a:ext cx="51480" cy="329040"/>
            </a:xfrm>
            <a:custGeom>
              <a:avLst/>
              <a:gdLst>
                <a:gd name="textAreaLeft" fmla="*/ -360 w 51480"/>
                <a:gd name="textAreaRight" fmla="*/ 51480 w 5148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1827;p46"/>
            <p:cNvSpPr/>
            <p:nvPr/>
          </p:nvSpPr>
          <p:spPr>
            <a:xfrm rot="18238200" flipH="1">
              <a:off x="-102960" y="3423600"/>
              <a:ext cx="235800" cy="617760"/>
            </a:xfrm>
            <a:custGeom>
              <a:avLst/>
              <a:gdLst>
                <a:gd name="textAreaLeft" fmla="*/ -360 w 235800"/>
                <a:gd name="textAreaRight" fmla="*/ 23580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66" name="Google Shape;1828;p46"/>
          <p:cNvSpPr/>
          <p:nvPr/>
        </p:nvSpPr>
        <p:spPr>
          <a:xfrm rot="12807600" flipH="1">
            <a:off x="-667080" y="4367880"/>
            <a:ext cx="2126520" cy="1696680"/>
          </a:xfrm>
          <a:custGeom>
            <a:avLst/>
            <a:gdLst>
              <a:gd name="textAreaLeft" fmla="*/ -360 w 2126520"/>
              <a:gd name="textAreaRight" fmla="*/ 212652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7" name="Google Shape;1829;p46"/>
          <p:cNvSpPr/>
          <p:nvPr/>
        </p:nvSpPr>
        <p:spPr>
          <a:xfrm rot="10800000" flipH="1">
            <a:off x="7045560" y="4599000"/>
            <a:ext cx="2126880" cy="643320"/>
          </a:xfrm>
          <a:custGeom>
            <a:avLst/>
            <a:gdLst>
              <a:gd name="textAreaLeft" fmla="*/ 360 w 2126880"/>
              <a:gd name="textAreaRight" fmla="*/ 212760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68" name="Google Shape;1830;p46"/>
          <p:cNvGrpSpPr/>
          <p:nvPr/>
        </p:nvGrpSpPr>
        <p:grpSpPr>
          <a:xfrm>
            <a:off x="7461720" y="3975120"/>
            <a:ext cx="1195200" cy="740880"/>
            <a:chOff x="7461720" y="3975120"/>
            <a:chExt cx="1195200" cy="740880"/>
          </a:xfrm>
        </p:grpSpPr>
        <p:sp>
          <p:nvSpPr>
            <p:cNvPr id="1569" name="Google Shape;1831;p46"/>
            <p:cNvSpPr/>
            <p:nvPr/>
          </p:nvSpPr>
          <p:spPr>
            <a:xfrm rot="12678600" flipV="1">
              <a:off x="8031240" y="448488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0" name="Google Shape;1832;p46"/>
            <p:cNvSpPr/>
            <p:nvPr/>
          </p:nvSpPr>
          <p:spPr>
            <a:xfrm rot="12678600" flipV="1">
              <a:off x="7926480" y="445176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1833;p46"/>
            <p:cNvSpPr/>
            <p:nvPr/>
          </p:nvSpPr>
          <p:spPr>
            <a:xfrm rot="12678600" flipV="1">
              <a:off x="8012160" y="4400280"/>
              <a:ext cx="35640" cy="31320"/>
            </a:xfrm>
            <a:custGeom>
              <a:avLst/>
              <a:gdLst>
                <a:gd name="textAreaLeft" fmla="*/ 0 w 35640"/>
                <a:gd name="textAreaRight" fmla="*/ 36000 w 35640"/>
                <a:gd name="textAreaTop" fmla="*/ -360 h 31320"/>
                <a:gd name="textAreaBottom" fmla="*/ 31320 h 3132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2" name="Google Shape;1834;p46"/>
            <p:cNvSpPr/>
            <p:nvPr/>
          </p:nvSpPr>
          <p:spPr>
            <a:xfrm rot="12678600" flipV="1">
              <a:off x="7855920" y="4224960"/>
              <a:ext cx="36720" cy="29880"/>
            </a:xfrm>
            <a:custGeom>
              <a:avLst/>
              <a:gdLst>
                <a:gd name="textAreaLeft" fmla="*/ 0 w 36720"/>
                <a:gd name="textAreaRight" fmla="*/ 37080 w 36720"/>
                <a:gd name="textAreaTop" fmla="*/ -360 h 29880"/>
                <a:gd name="textAreaBottom" fmla="*/ 2988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3" name="Google Shape;1835;p46"/>
            <p:cNvSpPr/>
            <p:nvPr/>
          </p:nvSpPr>
          <p:spPr>
            <a:xfrm rot="12678600" flipV="1">
              <a:off x="7875720" y="437652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4" name="Google Shape;1836;p46"/>
            <p:cNvSpPr/>
            <p:nvPr/>
          </p:nvSpPr>
          <p:spPr>
            <a:xfrm rot="12678600" flipV="1">
              <a:off x="7689240" y="4491360"/>
              <a:ext cx="32040" cy="39960"/>
            </a:xfrm>
            <a:custGeom>
              <a:avLst/>
              <a:gdLst>
                <a:gd name="textAreaLeft" fmla="*/ 0 w 32040"/>
                <a:gd name="textAreaRight" fmla="*/ 32400 w 32040"/>
                <a:gd name="textAreaTop" fmla="*/ -360 h 39960"/>
                <a:gd name="textAreaBottom" fmla="*/ 39960 h 3996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5" name="Google Shape;1837;p46"/>
            <p:cNvSpPr/>
            <p:nvPr/>
          </p:nvSpPr>
          <p:spPr>
            <a:xfrm rot="12678600" flipV="1">
              <a:off x="7976160" y="4304880"/>
              <a:ext cx="50400" cy="54000"/>
            </a:xfrm>
            <a:custGeom>
              <a:avLst/>
              <a:gdLst>
                <a:gd name="textAreaLeft" fmla="*/ 0 w 50400"/>
                <a:gd name="textAreaRight" fmla="*/ 50760 w 50400"/>
                <a:gd name="textAreaTop" fmla="*/ 360 h 54000"/>
                <a:gd name="textAreaBottom" fmla="*/ 5472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6" name="Google Shape;1838;p46"/>
            <p:cNvSpPr/>
            <p:nvPr/>
          </p:nvSpPr>
          <p:spPr>
            <a:xfrm rot="12678600" flipV="1">
              <a:off x="8142840" y="4222080"/>
              <a:ext cx="52920" cy="38880"/>
            </a:xfrm>
            <a:custGeom>
              <a:avLst/>
              <a:gdLst>
                <a:gd name="textAreaLeft" fmla="*/ 0 w 52920"/>
                <a:gd name="textAreaRight" fmla="*/ 53280 w 52920"/>
                <a:gd name="textAreaTop" fmla="*/ 360 h 38880"/>
                <a:gd name="textAreaBottom" fmla="*/ 3960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7" name="Google Shape;1839;p46"/>
            <p:cNvSpPr/>
            <p:nvPr/>
          </p:nvSpPr>
          <p:spPr>
            <a:xfrm rot="12678600" flipV="1">
              <a:off x="8130960" y="4104360"/>
              <a:ext cx="57600" cy="43560"/>
            </a:xfrm>
            <a:custGeom>
              <a:avLst/>
              <a:gdLst>
                <a:gd name="textAreaLeft" fmla="*/ 0 w 57600"/>
                <a:gd name="textAreaRight" fmla="*/ 57960 w 57600"/>
                <a:gd name="textAreaTop" fmla="*/ -360 h 43560"/>
                <a:gd name="textAreaBottom" fmla="*/ 4356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8" name="Google Shape;1840;p46"/>
            <p:cNvSpPr/>
            <p:nvPr/>
          </p:nvSpPr>
          <p:spPr>
            <a:xfrm rot="12678600" flipV="1">
              <a:off x="8198640" y="433188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9" name="Google Shape;1841;p46"/>
            <p:cNvSpPr/>
            <p:nvPr/>
          </p:nvSpPr>
          <p:spPr>
            <a:xfrm rot="12678600" flipV="1">
              <a:off x="8251920" y="416448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0" name="Google Shape;1842;p46"/>
            <p:cNvSpPr/>
            <p:nvPr/>
          </p:nvSpPr>
          <p:spPr>
            <a:xfrm rot="12678600" flipV="1">
              <a:off x="8390880" y="417420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1" name="Google Shape;1843;p46"/>
            <p:cNvSpPr/>
            <p:nvPr/>
          </p:nvSpPr>
          <p:spPr>
            <a:xfrm rot="12678600" flipV="1">
              <a:off x="8548920" y="4041360"/>
              <a:ext cx="28440" cy="21600"/>
            </a:xfrm>
            <a:custGeom>
              <a:avLst/>
              <a:gdLst>
                <a:gd name="textAreaLeft" fmla="*/ 0 w 28440"/>
                <a:gd name="textAreaRight" fmla="*/ 28800 w 28440"/>
                <a:gd name="textAreaTop" fmla="*/ 360 h 21600"/>
                <a:gd name="textAreaBottom" fmla="*/ 2232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2" name="Google Shape;1844;p46"/>
            <p:cNvSpPr/>
            <p:nvPr/>
          </p:nvSpPr>
          <p:spPr>
            <a:xfrm rot="12678600" flipV="1">
              <a:off x="8628480" y="397980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3" name="Google Shape;1845;p46"/>
            <p:cNvSpPr/>
            <p:nvPr/>
          </p:nvSpPr>
          <p:spPr>
            <a:xfrm rot="12678600" flipV="1">
              <a:off x="7677000" y="4316400"/>
              <a:ext cx="65880" cy="48240"/>
            </a:xfrm>
            <a:custGeom>
              <a:avLst/>
              <a:gdLst>
                <a:gd name="textAreaLeft" fmla="*/ 0 w 65880"/>
                <a:gd name="textAreaRight" fmla="*/ 66240 w 65880"/>
                <a:gd name="textAreaTop" fmla="*/ 360 h 48240"/>
                <a:gd name="textAreaBottom" fmla="*/ 4896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4" name="Google Shape;1846;p46"/>
            <p:cNvSpPr/>
            <p:nvPr/>
          </p:nvSpPr>
          <p:spPr>
            <a:xfrm rot="12678600" flipV="1">
              <a:off x="7907040" y="459900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5" name="Google Shape;1847;p46"/>
            <p:cNvSpPr/>
            <p:nvPr/>
          </p:nvSpPr>
          <p:spPr>
            <a:xfrm rot="12678600" flipV="1">
              <a:off x="7543080" y="459324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6" name="Google Shape;1848;p46"/>
            <p:cNvSpPr/>
            <p:nvPr/>
          </p:nvSpPr>
          <p:spPr>
            <a:xfrm rot="12678600" flipV="1">
              <a:off x="7466400" y="467892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87" name="Google Shape;1849;p46"/>
          <p:cNvSpPr/>
          <p:nvPr/>
        </p:nvSpPr>
        <p:spPr>
          <a:xfrm rot="966000">
            <a:off x="6419880" y="-58104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1850;p46"/>
          <p:cNvSpPr/>
          <p:nvPr/>
        </p:nvSpPr>
        <p:spPr>
          <a:xfrm rot="12258600">
            <a:off x="6124680" y="17208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589" name="Google Shape;1851;p46"/>
          <p:cNvGrpSpPr/>
          <p:nvPr/>
        </p:nvGrpSpPr>
        <p:grpSpPr>
          <a:xfrm>
            <a:off x="7574040" y="1091160"/>
            <a:ext cx="1388160" cy="791640"/>
            <a:chOff x="7574040" y="1091160"/>
            <a:chExt cx="1388160" cy="791640"/>
          </a:xfrm>
        </p:grpSpPr>
        <p:sp>
          <p:nvSpPr>
            <p:cNvPr id="1590" name="Google Shape;1852;p46"/>
            <p:cNvSpPr/>
            <p:nvPr/>
          </p:nvSpPr>
          <p:spPr>
            <a:xfrm rot="19586400">
              <a:off x="8192160" y="15775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1" name="Google Shape;1853;p46"/>
            <p:cNvSpPr/>
            <p:nvPr/>
          </p:nvSpPr>
          <p:spPr>
            <a:xfrm rot="19586400">
              <a:off x="8293320" y="15404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2" name="Google Shape;1854;p46"/>
            <p:cNvSpPr/>
            <p:nvPr/>
          </p:nvSpPr>
          <p:spPr>
            <a:xfrm rot="19586400">
              <a:off x="8199360" y="14922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3" name="Google Shape;1855;p46"/>
            <p:cNvSpPr/>
            <p:nvPr/>
          </p:nvSpPr>
          <p:spPr>
            <a:xfrm rot="19586400">
              <a:off x="8346960" y="131112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4" name="Google Shape;1856;p46"/>
            <p:cNvSpPr/>
            <p:nvPr/>
          </p:nvSpPr>
          <p:spPr>
            <a:xfrm rot="19586400">
              <a:off x="8332200" y="14637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5" name="Google Shape;1857;p46"/>
            <p:cNvSpPr/>
            <p:nvPr/>
          </p:nvSpPr>
          <p:spPr>
            <a:xfrm rot="19586400">
              <a:off x="8529120" y="157104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6" name="Google Shape;1858;p46"/>
            <p:cNvSpPr/>
            <p:nvPr/>
          </p:nvSpPr>
          <p:spPr>
            <a:xfrm rot="19586400">
              <a:off x="8217000" y="13964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7" name="Google Shape;1859;p46"/>
            <p:cNvSpPr/>
            <p:nvPr/>
          </p:nvSpPr>
          <p:spPr>
            <a:xfrm rot="19586400">
              <a:off x="8044560" y="131976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8" name="Google Shape;1860;p46"/>
            <p:cNvSpPr/>
            <p:nvPr/>
          </p:nvSpPr>
          <p:spPr>
            <a:xfrm rot="19586400">
              <a:off x="8047440" y="120132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1861;p46"/>
            <p:cNvSpPr/>
            <p:nvPr/>
          </p:nvSpPr>
          <p:spPr>
            <a:xfrm rot="19586400">
              <a:off x="7973280" y="14331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0" name="Google Shape;1862;p46"/>
            <p:cNvSpPr/>
            <p:nvPr/>
          </p:nvSpPr>
          <p:spPr>
            <a:xfrm rot="19586400">
              <a:off x="7936920" y="12664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1" name="Google Shape;1863;p46"/>
            <p:cNvSpPr/>
            <p:nvPr/>
          </p:nvSpPr>
          <p:spPr>
            <a:xfrm rot="19586400">
              <a:off x="7822080" y="12812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2" name="Google Shape;1864;p46"/>
            <p:cNvSpPr/>
            <p:nvPr/>
          </p:nvSpPr>
          <p:spPr>
            <a:xfrm rot="19586400">
              <a:off x="7655400" y="115452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3" name="Google Shape;1865;p46"/>
            <p:cNvSpPr/>
            <p:nvPr/>
          </p:nvSpPr>
          <p:spPr>
            <a:xfrm rot="19586400">
              <a:off x="7577280" y="10965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4" name="Google Shape;1866;p46"/>
            <p:cNvSpPr/>
            <p:nvPr/>
          </p:nvSpPr>
          <p:spPr>
            <a:xfrm rot="19586400">
              <a:off x="8500680" y="13957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5" name="Google Shape;1867;p46"/>
            <p:cNvSpPr/>
            <p:nvPr/>
          </p:nvSpPr>
          <p:spPr>
            <a:xfrm rot="19586400">
              <a:off x="8278560" y="16880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6" name="Google Shape;1868;p46"/>
            <p:cNvSpPr/>
            <p:nvPr/>
          </p:nvSpPr>
          <p:spPr>
            <a:xfrm rot="19586400">
              <a:off x="8673480" y="166716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7" name="Google Shape;1869;p46"/>
            <p:cNvSpPr/>
            <p:nvPr/>
          </p:nvSpPr>
          <p:spPr>
            <a:xfrm rot="19586400">
              <a:off x="8753040" y="17499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8" name="Google Shape;1870;p46"/>
            <p:cNvSpPr/>
            <p:nvPr/>
          </p:nvSpPr>
          <p:spPr>
            <a:xfrm rot="19586400">
              <a:off x="8915760" y="184284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09" name="Google Shape;1871;p46"/>
          <p:cNvSpPr/>
          <p:nvPr/>
        </p:nvSpPr>
        <p:spPr>
          <a:xfrm rot="14347200" flipH="1">
            <a:off x="-1171440" y="4333680"/>
            <a:ext cx="2346840" cy="345960"/>
          </a:xfrm>
          <a:custGeom>
            <a:avLst/>
            <a:gdLst>
              <a:gd name="textAreaLeft" fmla="*/ -360 w 2346840"/>
              <a:gd name="textAreaRight" fmla="*/ 234684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0" name="Google Shape;1872;p46"/>
          <p:cNvSpPr/>
          <p:nvPr/>
        </p:nvSpPr>
        <p:spPr>
          <a:xfrm rot="20598600" flipH="1">
            <a:off x="-533880" y="-41400"/>
            <a:ext cx="1474200" cy="850680"/>
          </a:xfrm>
          <a:custGeom>
            <a:avLst/>
            <a:gdLst>
              <a:gd name="textAreaLeft" fmla="*/ -360 w 1474200"/>
              <a:gd name="textAreaRight" fmla="*/ 1474200 w 1474200"/>
              <a:gd name="textAreaTop" fmla="*/ 0 h 850680"/>
              <a:gd name="textAreaBottom" fmla="*/ 851040 h 850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11" name="Google Shape;1873;p46"/>
          <p:cNvGrpSpPr/>
          <p:nvPr/>
        </p:nvGrpSpPr>
        <p:grpSpPr>
          <a:xfrm>
            <a:off x="3960" y="91800"/>
            <a:ext cx="464040" cy="1268640"/>
            <a:chOff x="3960" y="91800"/>
            <a:chExt cx="464040" cy="1268640"/>
          </a:xfrm>
        </p:grpSpPr>
        <p:sp>
          <p:nvSpPr>
            <p:cNvPr id="1612" name="Google Shape;1874;p46"/>
            <p:cNvSpPr/>
            <p:nvPr/>
          </p:nvSpPr>
          <p:spPr>
            <a:xfrm rot="8589600" flipV="1">
              <a:off x="326160" y="545400"/>
              <a:ext cx="26280" cy="19440"/>
            </a:xfrm>
            <a:custGeom>
              <a:avLst/>
              <a:gdLst>
                <a:gd name="textAreaLeft" fmla="*/ 0 w 26280"/>
                <a:gd name="textAreaRight" fmla="*/ 26640 w 26280"/>
                <a:gd name="textAreaTop" fmla="*/ 360 h 19440"/>
                <a:gd name="textAreaBottom" fmla="*/ 2016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3" name="Google Shape;1875;p46"/>
            <p:cNvSpPr/>
            <p:nvPr/>
          </p:nvSpPr>
          <p:spPr>
            <a:xfrm rot="8589600" flipV="1">
              <a:off x="256320" y="629280"/>
              <a:ext cx="28440" cy="20520"/>
            </a:xfrm>
            <a:custGeom>
              <a:avLst/>
              <a:gdLst>
                <a:gd name="textAreaLeft" fmla="*/ 0 w 28440"/>
                <a:gd name="textAreaRight" fmla="*/ 28800 w 28440"/>
                <a:gd name="textAreaTop" fmla="*/ -360 h 20520"/>
                <a:gd name="textAreaBottom" fmla="*/ 2052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4" name="Google Shape;1876;p46"/>
            <p:cNvSpPr/>
            <p:nvPr/>
          </p:nvSpPr>
          <p:spPr>
            <a:xfrm rot="8589600" flipV="1">
              <a:off x="243360" y="524160"/>
              <a:ext cx="35640" cy="32040"/>
            </a:xfrm>
            <a:custGeom>
              <a:avLst/>
              <a:gdLst>
                <a:gd name="textAreaLeft" fmla="*/ 0 w 35640"/>
                <a:gd name="textAreaRight" fmla="*/ 36000 w 35640"/>
                <a:gd name="textAreaTop" fmla="*/ -360 h 32040"/>
                <a:gd name="textAreaBottom" fmla="*/ 32040 h 3204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5" name="Google Shape;1877;p46"/>
            <p:cNvSpPr/>
            <p:nvPr/>
          </p:nvSpPr>
          <p:spPr>
            <a:xfrm rot="8589600" flipV="1">
              <a:off x="21960" y="603360"/>
              <a:ext cx="36720" cy="30240"/>
            </a:xfrm>
            <a:custGeom>
              <a:avLst/>
              <a:gdLst>
                <a:gd name="textAreaLeft" fmla="*/ 0 w 36720"/>
                <a:gd name="textAreaRight" fmla="*/ 37080 w 36720"/>
                <a:gd name="textAreaTop" fmla="*/ 360 h 30240"/>
                <a:gd name="textAreaBottom" fmla="*/ 30960 h 3024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6" name="Google Shape;1878;p46"/>
            <p:cNvSpPr/>
            <p:nvPr/>
          </p:nvSpPr>
          <p:spPr>
            <a:xfrm rot="8589600" flipV="1">
              <a:off x="170640" y="641520"/>
              <a:ext cx="37800" cy="32040"/>
            </a:xfrm>
            <a:custGeom>
              <a:avLst/>
              <a:gdLst>
                <a:gd name="textAreaLeft" fmla="*/ 0 w 37800"/>
                <a:gd name="textAreaRight" fmla="*/ 38160 w 37800"/>
                <a:gd name="textAreaTop" fmla="*/ -360 h 32040"/>
                <a:gd name="textAreaBottom" fmla="*/ 3204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7" name="Google Shape;1879;p46"/>
            <p:cNvSpPr/>
            <p:nvPr/>
          </p:nvSpPr>
          <p:spPr>
            <a:xfrm rot="8589600" flipV="1">
              <a:off x="213120" y="856440"/>
              <a:ext cx="32040" cy="40320"/>
            </a:xfrm>
            <a:custGeom>
              <a:avLst/>
              <a:gdLst>
                <a:gd name="textAreaLeft" fmla="*/ 0 w 32040"/>
                <a:gd name="textAreaRight" fmla="*/ 32400 w 32040"/>
                <a:gd name="textAreaTop" fmla="*/ 360 h 40320"/>
                <a:gd name="textAreaBottom" fmla="*/ 4104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8" name="Google Shape;1880;p46"/>
            <p:cNvSpPr/>
            <p:nvPr/>
          </p:nvSpPr>
          <p:spPr>
            <a:xfrm rot="8589600" flipV="1">
              <a:off x="147600" y="507960"/>
              <a:ext cx="50760" cy="54000"/>
            </a:xfrm>
            <a:custGeom>
              <a:avLst/>
              <a:gdLst>
                <a:gd name="textAreaLeft" fmla="*/ 0 w 50760"/>
                <a:gd name="textAreaRight" fmla="*/ 51120 w 50760"/>
                <a:gd name="textAreaTop" fmla="*/ 360 h 54000"/>
                <a:gd name="textAreaBottom" fmla="*/ 5472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9" name="Google Shape;1881;p46"/>
            <p:cNvSpPr/>
            <p:nvPr/>
          </p:nvSpPr>
          <p:spPr>
            <a:xfrm rot="8589600" flipV="1">
              <a:off x="124560" y="325440"/>
              <a:ext cx="52920" cy="39240"/>
            </a:xfrm>
            <a:custGeom>
              <a:avLst/>
              <a:gdLst>
                <a:gd name="textAreaLeft" fmla="*/ 0 w 52920"/>
                <a:gd name="textAreaRight" fmla="*/ 53280 w 52920"/>
                <a:gd name="textAreaTop" fmla="*/ -360 h 39240"/>
                <a:gd name="textAreaBottom" fmla="*/ 3924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0" name="Google Shape;1882;p46"/>
            <p:cNvSpPr/>
            <p:nvPr/>
          </p:nvSpPr>
          <p:spPr>
            <a:xfrm rot="8589600" flipV="1">
              <a:off x="11160" y="289800"/>
              <a:ext cx="57600" cy="43560"/>
            </a:xfrm>
            <a:custGeom>
              <a:avLst/>
              <a:gdLst>
                <a:gd name="textAreaLeft" fmla="*/ 0 w 57600"/>
                <a:gd name="textAreaRight" fmla="*/ 57960 w 57600"/>
                <a:gd name="textAreaTop" fmla="*/ -360 h 43560"/>
                <a:gd name="textAreaBottom" fmla="*/ 4356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1" name="Google Shape;1883;p46"/>
            <p:cNvSpPr/>
            <p:nvPr/>
          </p:nvSpPr>
          <p:spPr>
            <a:xfrm rot="8589600" flipV="1">
              <a:off x="250560" y="300240"/>
              <a:ext cx="72720" cy="56520"/>
            </a:xfrm>
            <a:custGeom>
              <a:avLst/>
              <a:gdLst>
                <a:gd name="textAreaLeft" fmla="*/ 0 w 72720"/>
                <a:gd name="textAreaRight" fmla="*/ 73080 w 72720"/>
                <a:gd name="textAreaTop" fmla="*/ -360 h 56520"/>
                <a:gd name="textAreaBottom" fmla="*/ 5652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2" name="Google Shape;1884;p46"/>
            <p:cNvSpPr/>
            <p:nvPr/>
          </p:nvSpPr>
          <p:spPr>
            <a:xfrm rot="8589600" flipV="1">
              <a:off x="114840" y="203400"/>
              <a:ext cx="49320" cy="43560"/>
            </a:xfrm>
            <a:custGeom>
              <a:avLst/>
              <a:gdLst>
                <a:gd name="textAreaLeft" fmla="*/ 0 w 49320"/>
                <a:gd name="textAreaRight" fmla="*/ 49680 w 49320"/>
                <a:gd name="textAreaTop" fmla="*/ -360 h 43560"/>
                <a:gd name="textAreaBottom" fmla="*/ 4356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3" name="Google Shape;1885;p46"/>
            <p:cNvSpPr/>
            <p:nvPr/>
          </p:nvSpPr>
          <p:spPr>
            <a:xfrm rot="8589600" flipV="1">
              <a:off x="172440" y="96840"/>
              <a:ext cx="25200" cy="19440"/>
            </a:xfrm>
            <a:custGeom>
              <a:avLst/>
              <a:gdLst>
                <a:gd name="textAreaLeft" fmla="*/ 0 w 25200"/>
                <a:gd name="textAreaRight" fmla="*/ 25560 w 25200"/>
                <a:gd name="textAreaTop" fmla="*/ 360 h 19440"/>
                <a:gd name="textAreaBottom" fmla="*/ 2016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4" name="Google Shape;1886;p46"/>
            <p:cNvSpPr/>
            <p:nvPr/>
          </p:nvSpPr>
          <p:spPr>
            <a:xfrm rot="8589600" flipV="1">
              <a:off x="38880" y="784440"/>
              <a:ext cx="65880" cy="48240"/>
            </a:xfrm>
            <a:custGeom>
              <a:avLst/>
              <a:gdLst>
                <a:gd name="textAreaLeft" fmla="*/ 0 w 65880"/>
                <a:gd name="textAreaRight" fmla="*/ 66240 w 65880"/>
                <a:gd name="textAreaTop" fmla="*/ 360 h 48240"/>
                <a:gd name="textAreaBottom" fmla="*/ 4896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5" name="Google Shape;1887;p46"/>
            <p:cNvSpPr/>
            <p:nvPr/>
          </p:nvSpPr>
          <p:spPr>
            <a:xfrm rot="8589600" flipV="1">
              <a:off x="389520" y="673560"/>
              <a:ext cx="69120" cy="54360"/>
            </a:xfrm>
            <a:custGeom>
              <a:avLst/>
              <a:gdLst>
                <a:gd name="textAreaLeft" fmla="*/ 0 w 69120"/>
                <a:gd name="textAreaRight" fmla="*/ 69480 w 69120"/>
                <a:gd name="textAreaTop" fmla="*/ -360 h 54360"/>
                <a:gd name="textAreaBottom" fmla="*/ 5436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6" name="Google Shape;1888;p46"/>
            <p:cNvSpPr/>
            <p:nvPr/>
          </p:nvSpPr>
          <p:spPr>
            <a:xfrm rot="8589600" flipV="1">
              <a:off x="246600" y="1030320"/>
              <a:ext cx="37800" cy="29880"/>
            </a:xfrm>
            <a:custGeom>
              <a:avLst/>
              <a:gdLst>
                <a:gd name="textAreaLeft" fmla="*/ 0 w 37800"/>
                <a:gd name="textAreaRight" fmla="*/ 38160 w 37800"/>
                <a:gd name="textAreaTop" fmla="*/ -360 h 29880"/>
                <a:gd name="textAreaBottom" fmla="*/ 2988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7" name="Google Shape;1889;p46"/>
            <p:cNvSpPr/>
            <p:nvPr/>
          </p:nvSpPr>
          <p:spPr>
            <a:xfrm rot="8589600" flipV="1">
              <a:off x="297720" y="1134000"/>
              <a:ext cx="37800" cy="28800"/>
            </a:xfrm>
            <a:custGeom>
              <a:avLst/>
              <a:gdLst>
                <a:gd name="textAreaLeft" fmla="*/ 0 w 37800"/>
                <a:gd name="textAreaRight" fmla="*/ 38160 w 37800"/>
                <a:gd name="textAreaTop" fmla="*/ 360 h 28800"/>
                <a:gd name="textAreaBottom" fmla="*/ 2952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8" name="Google Shape;1890;p46"/>
            <p:cNvSpPr/>
            <p:nvPr/>
          </p:nvSpPr>
          <p:spPr>
            <a:xfrm rot="8589600" flipV="1">
              <a:off x="329040" y="1320120"/>
              <a:ext cx="41400" cy="30960"/>
            </a:xfrm>
            <a:custGeom>
              <a:avLst/>
              <a:gdLst>
                <a:gd name="textAreaLeft" fmla="*/ 0 w 41400"/>
                <a:gd name="textAreaRight" fmla="*/ 41760 w 41400"/>
                <a:gd name="textAreaTop" fmla="*/ 360 h 30960"/>
                <a:gd name="textAreaBottom" fmla="*/ 3168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29" name="Google Shape;1891;p46"/>
          <p:cNvSpPr/>
          <p:nvPr/>
        </p:nvSpPr>
        <p:spPr>
          <a:xfrm rot="17442600">
            <a:off x="3446280" y="424368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CUSTOM_15_1">
    <p:bg>
      <p:bgPr>
        <a:solidFill>
          <a:schemeClr val="dk2"/>
        </a:solidFill>
        <a:effectLst/>
      </p:bgPr>
    </p:bg>
    <p:spTree>
      <p:nvGrpSpPr>
        <p:cNvPr id="1" name=""/>
        <p:cNvGrpSpPr/>
        <p:nvPr/>
      </p:nvGrpSpPr>
      <p:grpSpPr>
        <a:xfrm>
          <a:off x="0" y="0"/>
          <a:ext cx="0" cy="0"/>
          <a:chOff x="0" y="0"/>
          <a:chExt cx="0" cy="0"/>
        </a:xfrm>
      </p:grpSpPr>
      <p:sp>
        <p:nvSpPr>
          <p:cNvPr id="1630" name="Google Shape;1893;p47"/>
          <p:cNvSpPr/>
          <p:nvPr/>
        </p:nvSpPr>
        <p:spPr>
          <a:xfrm flipH="1">
            <a:off x="4014000" y="4630680"/>
            <a:ext cx="5128920" cy="825840"/>
          </a:xfrm>
          <a:custGeom>
            <a:avLst/>
            <a:gdLst>
              <a:gd name="textAreaLeft" fmla="*/ -360 w 5128920"/>
              <a:gd name="textAreaRight" fmla="*/ 5128920 w 5128920"/>
              <a:gd name="textAreaTop" fmla="*/ 0 h 825840"/>
              <a:gd name="textAreaBottom" fmla="*/ 826200 h 825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1894;p47"/>
          <p:cNvSpPr/>
          <p:nvPr/>
        </p:nvSpPr>
        <p:spPr>
          <a:xfrm rot="11551800">
            <a:off x="4436280" y="498852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2"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633" name="PlaceHolder 2"/>
          <p:cNvSpPr>
            <a:spLocks noGrp="1"/>
          </p:cNvSpPr>
          <p:nvPr>
            <p:ph type="title"/>
          </p:nvPr>
        </p:nvSpPr>
        <p:spPr>
          <a:xfrm>
            <a:off x="693360" y="2871720"/>
            <a:ext cx="232812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34" name="PlaceHolder 3"/>
          <p:cNvSpPr>
            <a:spLocks noGrp="1"/>
          </p:cNvSpPr>
          <p:nvPr>
            <p:ph type="title"/>
          </p:nvPr>
        </p:nvSpPr>
        <p:spPr>
          <a:xfrm>
            <a:off x="3403800" y="2871720"/>
            <a:ext cx="233208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35" name="PlaceHolder 4"/>
          <p:cNvSpPr>
            <a:spLocks noGrp="1"/>
          </p:cNvSpPr>
          <p:nvPr>
            <p:ph type="title"/>
          </p:nvPr>
        </p:nvSpPr>
        <p:spPr>
          <a:xfrm>
            <a:off x="6118200" y="2871720"/>
            <a:ext cx="233208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36" name="Google Shape;1902;p47"/>
          <p:cNvSpPr/>
          <p:nvPr/>
        </p:nvSpPr>
        <p:spPr>
          <a:xfrm>
            <a:off x="-772200" y="4766760"/>
            <a:ext cx="4714920" cy="788040"/>
          </a:xfrm>
          <a:custGeom>
            <a:avLst/>
            <a:gdLst>
              <a:gd name="textAreaLeft" fmla="*/ 0 w 4714920"/>
              <a:gd name="textAreaRight" fmla="*/ 471528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7" name="Google Shape;1903;p47"/>
          <p:cNvSpPr/>
          <p:nvPr/>
        </p:nvSpPr>
        <p:spPr>
          <a:xfrm rot="10800000">
            <a:off x="2242080" y="4773960"/>
            <a:ext cx="2971800" cy="775080"/>
          </a:xfrm>
          <a:custGeom>
            <a:avLst/>
            <a:gdLst>
              <a:gd name="textAreaLeft" fmla="*/ 0 w 2971800"/>
              <a:gd name="textAreaRight" fmla="*/ 2972160 w 2971800"/>
              <a:gd name="textAreaTop" fmla="*/ 0 h 775080"/>
              <a:gd name="textAreaBottom" fmla="*/ 775440 h 775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8" name="Google Shape;1904;p47"/>
          <p:cNvSpPr/>
          <p:nvPr/>
        </p:nvSpPr>
        <p:spPr>
          <a:xfrm rot="20493600">
            <a:off x="2067120" y="40532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9" name="Google Shape;1905;p47"/>
          <p:cNvSpPr/>
          <p:nvPr/>
        </p:nvSpPr>
        <p:spPr>
          <a:xfrm rot="6258000">
            <a:off x="-486360" y="240840"/>
            <a:ext cx="2121480" cy="1259640"/>
          </a:xfrm>
          <a:custGeom>
            <a:avLst/>
            <a:gdLst>
              <a:gd name="textAreaLeft" fmla="*/ 0 w 2121480"/>
              <a:gd name="textAreaRight" fmla="*/ 2121840 w 2121480"/>
              <a:gd name="textAreaTop" fmla="*/ 0 h 1259640"/>
              <a:gd name="textAreaBottom" fmla="*/ 1260000 h 12596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40" name="Google Shape;1906;p47"/>
          <p:cNvGrpSpPr/>
          <p:nvPr/>
        </p:nvGrpSpPr>
        <p:grpSpPr>
          <a:xfrm>
            <a:off x="8222040" y="90000"/>
            <a:ext cx="741240" cy="1195200"/>
            <a:chOff x="8222040" y="90000"/>
            <a:chExt cx="741240" cy="1195200"/>
          </a:xfrm>
        </p:grpSpPr>
        <p:sp>
          <p:nvSpPr>
            <p:cNvPr id="1641" name="Google Shape;1907;p47"/>
            <p:cNvSpPr/>
            <p:nvPr/>
          </p:nvSpPr>
          <p:spPr>
            <a:xfrm rot="3521400">
              <a:off x="8430480" y="69264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2" name="Google Shape;1908;p47"/>
            <p:cNvSpPr/>
            <p:nvPr/>
          </p:nvSpPr>
          <p:spPr>
            <a:xfrm rot="3521400">
              <a:off x="8461800" y="7956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3" name="Google Shape;1909;p47"/>
            <p:cNvSpPr/>
            <p:nvPr/>
          </p:nvSpPr>
          <p:spPr>
            <a:xfrm rot="3521400">
              <a:off x="8503920" y="70128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4" name="Google Shape;1910;p47"/>
            <p:cNvSpPr/>
            <p:nvPr/>
          </p:nvSpPr>
          <p:spPr>
            <a:xfrm rot="3521400">
              <a:off x="8679600" y="8571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5" name="Google Shape;1911;p47"/>
            <p:cNvSpPr/>
            <p:nvPr/>
          </p:nvSpPr>
          <p:spPr>
            <a:xfrm rot="3521400">
              <a:off x="8525880" y="8359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6" name="Google Shape;1912;p47"/>
            <p:cNvSpPr/>
            <p:nvPr/>
          </p:nvSpPr>
          <p:spPr>
            <a:xfrm rot="3521400">
              <a:off x="8409960" y="102132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7" name="Google Shape;1913;p47"/>
            <p:cNvSpPr/>
            <p:nvPr/>
          </p:nvSpPr>
          <p:spPr>
            <a:xfrm rot="3521400">
              <a:off x="8580240" y="7185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8" name="Google Shape;1914;p47"/>
            <p:cNvSpPr/>
            <p:nvPr/>
          </p:nvSpPr>
          <p:spPr>
            <a:xfrm rot="3521400">
              <a:off x="8669880" y="5580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9" name="Google Shape;1915;p47"/>
            <p:cNvSpPr/>
            <p:nvPr/>
          </p:nvSpPr>
          <p:spPr>
            <a:xfrm rot="3521400">
              <a:off x="8783280" y="56556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0" name="Google Shape;1916;p47"/>
            <p:cNvSpPr/>
            <p:nvPr/>
          </p:nvSpPr>
          <p:spPr>
            <a:xfrm rot="3521400">
              <a:off x="8540280" y="4831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1" name="Google Shape;1917;p47"/>
            <p:cNvSpPr/>
            <p:nvPr/>
          </p:nvSpPr>
          <p:spPr>
            <a:xfrm rot="3521400">
              <a:off x="8727120" y="44820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2" name="Google Shape;1918;p47"/>
            <p:cNvSpPr/>
            <p:nvPr/>
          </p:nvSpPr>
          <p:spPr>
            <a:xfrm rot="3521400">
              <a:off x="8741520" y="3333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3" name="Google Shape;1919;p47"/>
            <p:cNvSpPr/>
            <p:nvPr/>
          </p:nvSpPr>
          <p:spPr>
            <a:xfrm rot="3521400">
              <a:off x="8871840" y="17280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4" name="Google Shape;1920;p47"/>
            <p:cNvSpPr/>
            <p:nvPr/>
          </p:nvSpPr>
          <p:spPr>
            <a:xfrm rot="3521400">
              <a:off x="8935920" y="957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5" name="Google Shape;1921;p47"/>
            <p:cNvSpPr/>
            <p:nvPr/>
          </p:nvSpPr>
          <p:spPr>
            <a:xfrm rot="3521400">
              <a:off x="8564400" y="101268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6" name="Google Shape;1922;p47"/>
            <p:cNvSpPr/>
            <p:nvPr/>
          </p:nvSpPr>
          <p:spPr>
            <a:xfrm rot="3521400">
              <a:off x="8276760" y="77760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7" name="Google Shape;1923;p47"/>
            <p:cNvSpPr/>
            <p:nvPr/>
          </p:nvSpPr>
          <p:spPr>
            <a:xfrm rot="3521400">
              <a:off x="8310600" y="116964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8" name="Google Shape;1924;p47"/>
            <p:cNvSpPr/>
            <p:nvPr/>
          </p:nvSpPr>
          <p:spPr>
            <a:xfrm rot="3521400">
              <a:off x="8224920" y="124704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59" name="Google Shape;1925;p47"/>
          <p:cNvSpPr/>
          <p:nvPr/>
        </p:nvSpPr>
        <p:spPr>
          <a:xfrm rot="12258600">
            <a:off x="7949520" y="6012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CUSTOM_15_1_2">
    <p:bg>
      <p:bgPr>
        <a:solidFill>
          <a:schemeClr val="dk2"/>
        </a:solidFill>
        <a:effectLst/>
      </p:bgPr>
    </p:bg>
    <p:spTree>
      <p:nvGrpSpPr>
        <p:cNvPr id="1" name=""/>
        <p:cNvGrpSpPr/>
        <p:nvPr/>
      </p:nvGrpSpPr>
      <p:grpSpPr>
        <a:xfrm>
          <a:off x="0" y="0"/>
          <a:ext cx="0" cy="0"/>
          <a:chOff x="0" y="0"/>
          <a:chExt cx="0" cy="0"/>
        </a:xfrm>
      </p:grpSpPr>
      <p:sp>
        <p:nvSpPr>
          <p:cNvPr id="1660"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661" name="PlaceHolder 2"/>
          <p:cNvSpPr>
            <a:spLocks noGrp="1"/>
          </p:cNvSpPr>
          <p:nvPr>
            <p:ph type="title"/>
          </p:nvPr>
        </p:nvSpPr>
        <p:spPr>
          <a:xfrm>
            <a:off x="693360" y="2426760"/>
            <a:ext cx="232812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62" name="PlaceHolder 3"/>
          <p:cNvSpPr>
            <a:spLocks noGrp="1"/>
          </p:cNvSpPr>
          <p:nvPr>
            <p:ph type="title"/>
          </p:nvPr>
        </p:nvSpPr>
        <p:spPr>
          <a:xfrm>
            <a:off x="3403800" y="3429000"/>
            <a:ext cx="233208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63" name="PlaceHolder 4"/>
          <p:cNvSpPr>
            <a:spLocks noGrp="1"/>
          </p:cNvSpPr>
          <p:nvPr>
            <p:ph type="title"/>
          </p:nvPr>
        </p:nvSpPr>
        <p:spPr>
          <a:xfrm>
            <a:off x="6118200" y="2426760"/>
            <a:ext cx="2332080" cy="384480"/>
          </a:xfrm>
          <a:prstGeom prst="rect">
            <a:avLst/>
          </a:prstGeom>
          <a:noFill/>
          <a:ln w="0">
            <a:noFill/>
          </a:ln>
        </p:spPr>
        <p:txBody>
          <a:bodyPr lIns="91440" tIns="91440" rIns="91440" bIns="91440" anchor="b">
            <a:noAutofit/>
          </a:bodyPr>
          <a:lstStyle/>
          <a:p>
            <a:pPr indent="0">
              <a:buNone/>
            </a:pPr>
            <a:r>
              <a:rPr lang="fr-FR" sz="2400" b="0" u="none" strike="noStrike">
                <a:solidFill>
                  <a:schemeClr val="dk1"/>
                </a:solidFill>
                <a:effectLst/>
                <a:uFillTx/>
                <a:latin typeface="Arial"/>
              </a:rPr>
              <a:t>Click to edit the title text format</a:t>
            </a:r>
          </a:p>
        </p:txBody>
      </p:sp>
      <p:sp>
        <p:nvSpPr>
          <p:cNvPr id="1664" name="Google Shape;1934;p48"/>
          <p:cNvSpPr/>
          <p:nvPr/>
        </p:nvSpPr>
        <p:spPr>
          <a:xfrm>
            <a:off x="-727200" y="4630680"/>
            <a:ext cx="5128920" cy="825840"/>
          </a:xfrm>
          <a:custGeom>
            <a:avLst/>
            <a:gdLst>
              <a:gd name="textAreaLeft" fmla="*/ 0 w 5128920"/>
              <a:gd name="textAreaRight" fmla="*/ 5129280 w 5128920"/>
              <a:gd name="textAreaTop" fmla="*/ 0 h 825840"/>
              <a:gd name="textAreaBottom" fmla="*/ 826200 h 825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5" name="Google Shape;1935;p48"/>
          <p:cNvSpPr/>
          <p:nvPr/>
        </p:nvSpPr>
        <p:spPr>
          <a:xfrm rot="2700000" flipH="1">
            <a:off x="7906680" y="3497040"/>
            <a:ext cx="1563120" cy="1281240"/>
          </a:xfrm>
          <a:custGeom>
            <a:avLst/>
            <a:gdLst>
              <a:gd name="textAreaLeft" fmla="*/ 360 w 1563120"/>
              <a:gd name="textAreaRight" fmla="*/ 1563840 w 1563120"/>
              <a:gd name="textAreaTop" fmla="*/ 0 h 1281240"/>
              <a:gd name="textAreaBottom" fmla="*/ 1281600 h 128124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6" name="Google Shape;1936;p48"/>
          <p:cNvSpPr/>
          <p:nvPr/>
        </p:nvSpPr>
        <p:spPr>
          <a:xfrm rot="10800000" flipH="1">
            <a:off x="3422520" y="4809960"/>
            <a:ext cx="2971800" cy="775080"/>
          </a:xfrm>
          <a:custGeom>
            <a:avLst/>
            <a:gdLst>
              <a:gd name="textAreaLeft" fmla="*/ -360 w 2971800"/>
              <a:gd name="textAreaRight" fmla="*/ 2971800 w 2971800"/>
              <a:gd name="textAreaTop" fmla="*/ 0 h 775080"/>
              <a:gd name="textAreaBottom" fmla="*/ 775440 h 775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7" name="Google Shape;1937;p48"/>
          <p:cNvSpPr/>
          <p:nvPr/>
        </p:nvSpPr>
        <p:spPr>
          <a:xfrm rot="15342000" flipH="1">
            <a:off x="7805520" y="212760"/>
            <a:ext cx="2121480" cy="1259280"/>
          </a:xfrm>
          <a:custGeom>
            <a:avLst/>
            <a:gdLst>
              <a:gd name="textAreaLeft" fmla="*/ -360 w 2121480"/>
              <a:gd name="textAreaRight" fmla="*/ 2121480 w 2121480"/>
              <a:gd name="textAreaTop" fmla="*/ 0 h 1259280"/>
              <a:gd name="textAreaBottom" fmla="*/ 1259640 h 125928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1938;p48"/>
          <p:cNvSpPr/>
          <p:nvPr/>
        </p:nvSpPr>
        <p:spPr>
          <a:xfrm rot="9341400" flipH="1">
            <a:off x="-84960" y="-900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669" name="Google Shape;1939;p48"/>
          <p:cNvGrpSpPr/>
          <p:nvPr/>
        </p:nvGrpSpPr>
        <p:grpSpPr>
          <a:xfrm>
            <a:off x="-154440" y="157320"/>
            <a:ext cx="740880" cy="1195200"/>
            <a:chOff x="-154440" y="157320"/>
            <a:chExt cx="740880" cy="1195200"/>
          </a:xfrm>
        </p:grpSpPr>
        <p:sp>
          <p:nvSpPr>
            <p:cNvPr id="1670" name="Google Shape;1940;p48"/>
            <p:cNvSpPr/>
            <p:nvPr/>
          </p:nvSpPr>
          <p:spPr>
            <a:xfrm rot="18078600" flipH="1">
              <a:off x="352080" y="75960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1" name="Google Shape;1941;p48"/>
            <p:cNvSpPr/>
            <p:nvPr/>
          </p:nvSpPr>
          <p:spPr>
            <a:xfrm rot="18078600" flipH="1">
              <a:off x="318240" y="86292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2" name="Google Shape;1942;p48"/>
            <p:cNvSpPr/>
            <p:nvPr/>
          </p:nvSpPr>
          <p:spPr>
            <a:xfrm rot="18078600" flipH="1">
              <a:off x="268920" y="768240"/>
              <a:ext cx="35640" cy="31320"/>
            </a:xfrm>
            <a:custGeom>
              <a:avLst/>
              <a:gdLst>
                <a:gd name="textAreaLeft" fmla="*/ -360 w 35640"/>
                <a:gd name="textAreaRight" fmla="*/ 35640 w 35640"/>
                <a:gd name="textAreaTop" fmla="*/ 0 h 31320"/>
                <a:gd name="textAreaBottom" fmla="*/ 31680 h 3132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3" name="Google Shape;1943;p48"/>
            <p:cNvSpPr/>
            <p:nvPr/>
          </p:nvSpPr>
          <p:spPr>
            <a:xfrm rot="18078600" flipH="1">
              <a:off x="92520" y="92412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4" name="Google Shape;1944;p48"/>
            <p:cNvSpPr/>
            <p:nvPr/>
          </p:nvSpPr>
          <p:spPr>
            <a:xfrm rot="18078600" flipH="1">
              <a:off x="244080" y="90324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5" name="Google Shape;1945;p48"/>
            <p:cNvSpPr/>
            <p:nvPr/>
          </p:nvSpPr>
          <p:spPr>
            <a:xfrm rot="18078600" flipH="1">
              <a:off x="365760" y="1088640"/>
              <a:ext cx="32040" cy="39960"/>
            </a:xfrm>
            <a:custGeom>
              <a:avLst/>
              <a:gdLst>
                <a:gd name="textAreaLeft" fmla="*/ -360 w 32040"/>
                <a:gd name="textAreaRight" fmla="*/ 32040 w 32040"/>
                <a:gd name="textAreaTop" fmla="*/ 0 h 39960"/>
                <a:gd name="textAreaBottom" fmla="*/ 40320 h 3996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6" name="Google Shape;1946;p48"/>
            <p:cNvSpPr/>
            <p:nvPr/>
          </p:nvSpPr>
          <p:spPr>
            <a:xfrm rot="18078600" flipH="1">
              <a:off x="177480" y="785160"/>
              <a:ext cx="50400" cy="54000"/>
            </a:xfrm>
            <a:custGeom>
              <a:avLst/>
              <a:gdLst>
                <a:gd name="textAreaLeft" fmla="*/ 360 w 50400"/>
                <a:gd name="textAreaRight" fmla="*/ 51120 w 5040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7" name="Google Shape;1947;p48"/>
            <p:cNvSpPr/>
            <p:nvPr/>
          </p:nvSpPr>
          <p:spPr>
            <a:xfrm rot="18078600" flipH="1">
              <a:off x="85680" y="624960"/>
              <a:ext cx="52920" cy="38880"/>
            </a:xfrm>
            <a:custGeom>
              <a:avLst/>
              <a:gdLst>
                <a:gd name="textAreaLeft" fmla="*/ -360 w 52920"/>
                <a:gd name="textAreaRight" fmla="*/ 5292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8" name="Google Shape;1948;p48"/>
            <p:cNvSpPr/>
            <p:nvPr/>
          </p:nvSpPr>
          <p:spPr>
            <a:xfrm rot="18078600" flipH="1">
              <a:off x="-32040" y="632520"/>
              <a:ext cx="57600" cy="43560"/>
            </a:xfrm>
            <a:custGeom>
              <a:avLst/>
              <a:gdLst>
                <a:gd name="textAreaLeft" fmla="*/ -360 w 57600"/>
                <a:gd name="textAreaRight" fmla="*/ 5760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9" name="Google Shape;1949;p48"/>
            <p:cNvSpPr/>
            <p:nvPr/>
          </p:nvSpPr>
          <p:spPr>
            <a:xfrm rot="18078600" flipH="1">
              <a:off x="194760" y="55008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0" name="Google Shape;1950;p48"/>
            <p:cNvSpPr/>
            <p:nvPr/>
          </p:nvSpPr>
          <p:spPr>
            <a:xfrm rot="18078600" flipH="1">
              <a:off x="32400" y="51516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1" name="Google Shape;1951;p48"/>
            <p:cNvSpPr/>
            <p:nvPr/>
          </p:nvSpPr>
          <p:spPr>
            <a:xfrm rot="18078600" flipH="1">
              <a:off x="41760" y="40068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2" name="Google Shape;1952;p48"/>
            <p:cNvSpPr/>
            <p:nvPr/>
          </p:nvSpPr>
          <p:spPr>
            <a:xfrm rot="18078600" flipH="1">
              <a:off x="-91080" y="240120"/>
              <a:ext cx="28440" cy="21600"/>
            </a:xfrm>
            <a:custGeom>
              <a:avLst/>
              <a:gdLst>
                <a:gd name="textAreaLeft" fmla="*/ 360 w 28440"/>
                <a:gd name="textAreaRight" fmla="*/ 2916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3" name="Google Shape;1953;p48"/>
            <p:cNvSpPr/>
            <p:nvPr/>
          </p:nvSpPr>
          <p:spPr>
            <a:xfrm rot="18078600" flipH="1">
              <a:off x="-152280" y="163080"/>
              <a:ext cx="25200" cy="19440"/>
            </a:xfrm>
            <a:custGeom>
              <a:avLst/>
              <a:gdLst>
                <a:gd name="textAreaLeft" fmla="*/ -360 w 25200"/>
                <a:gd name="textAreaRight" fmla="*/ 2520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4" name="Google Shape;1954;p48"/>
            <p:cNvSpPr/>
            <p:nvPr/>
          </p:nvSpPr>
          <p:spPr>
            <a:xfrm rot="18078600" flipH="1">
              <a:off x="178200" y="1079640"/>
              <a:ext cx="65880" cy="48240"/>
            </a:xfrm>
            <a:custGeom>
              <a:avLst/>
              <a:gdLst>
                <a:gd name="textAreaLeft" fmla="*/ -360 w 65880"/>
                <a:gd name="textAreaRight" fmla="*/ 6588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5" name="Google Shape;1955;p48"/>
            <p:cNvSpPr/>
            <p:nvPr/>
          </p:nvSpPr>
          <p:spPr>
            <a:xfrm rot="18078600" flipH="1">
              <a:off x="462240" y="84492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6" name="Google Shape;1956;p48"/>
            <p:cNvSpPr/>
            <p:nvPr/>
          </p:nvSpPr>
          <p:spPr>
            <a:xfrm rot="18078600" flipH="1">
              <a:off x="460080" y="123696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7" name="Google Shape;1957;p48"/>
            <p:cNvSpPr/>
            <p:nvPr/>
          </p:nvSpPr>
          <p:spPr>
            <a:xfrm rot="18078600" flipH="1">
              <a:off x="544680" y="1314000"/>
              <a:ext cx="37800" cy="28800"/>
            </a:xfrm>
            <a:custGeom>
              <a:avLst/>
              <a:gdLst>
                <a:gd name="textAreaLeft" fmla="*/ -360 w 37800"/>
                <a:gd name="textAreaRight" fmla="*/ 3780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688" name="Google Shape;1958;p48"/>
          <p:cNvSpPr/>
          <p:nvPr/>
        </p:nvSpPr>
        <p:spPr>
          <a:xfrm flipH="1">
            <a:off x="4449600" y="4864320"/>
            <a:ext cx="4714920" cy="788040"/>
          </a:xfrm>
          <a:custGeom>
            <a:avLst/>
            <a:gdLst>
              <a:gd name="textAreaLeft" fmla="*/ -360 w 4714920"/>
              <a:gd name="textAreaRight" fmla="*/ 471492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1959;p48"/>
          <p:cNvSpPr/>
          <p:nvPr/>
        </p:nvSpPr>
        <p:spPr>
          <a:xfrm rot="1633800">
            <a:off x="8256600" y="1225800"/>
            <a:ext cx="1134000" cy="258120"/>
          </a:xfrm>
          <a:custGeom>
            <a:avLst/>
            <a:gdLst>
              <a:gd name="textAreaLeft" fmla="*/ 0 w 1134000"/>
              <a:gd name="textAreaRight" fmla="*/ 1134360 w 1134000"/>
              <a:gd name="textAreaTop" fmla="*/ 0 h 258120"/>
              <a:gd name="textAreaBottom" fmla="*/ 258480 h 2581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0" name="Google Shape;1960;p48"/>
          <p:cNvSpPr/>
          <p:nvPr/>
        </p:nvSpPr>
        <p:spPr>
          <a:xfrm rot="10800000">
            <a:off x="-1348200" y="4667760"/>
            <a:ext cx="2971800" cy="643320"/>
          </a:xfrm>
          <a:custGeom>
            <a:avLst/>
            <a:gdLst>
              <a:gd name="textAreaLeft" fmla="*/ 0 w 2971800"/>
              <a:gd name="textAreaRight" fmla="*/ 2972160 w 297180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91" name="Google Shape;1961;p48"/>
          <p:cNvSpPr/>
          <p:nvPr/>
        </p:nvSpPr>
        <p:spPr>
          <a:xfrm flipH="1">
            <a:off x="1820160" y="-344880"/>
            <a:ext cx="2766600" cy="837000"/>
          </a:xfrm>
          <a:custGeom>
            <a:avLst/>
            <a:gdLst>
              <a:gd name="textAreaLeft" fmla="*/ -360 w 2766600"/>
              <a:gd name="textAreaRight" fmla="*/ 276660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692" name="Google Shape;1962;p48"/>
          <p:cNvGrpSpPr/>
          <p:nvPr/>
        </p:nvGrpSpPr>
        <p:grpSpPr>
          <a:xfrm>
            <a:off x="5626800" y="86760"/>
            <a:ext cx="1138680" cy="487800"/>
            <a:chOff x="5626800" y="86760"/>
            <a:chExt cx="1138680" cy="487800"/>
          </a:xfrm>
        </p:grpSpPr>
        <p:sp>
          <p:nvSpPr>
            <p:cNvPr id="1693" name="Google Shape;1963;p48"/>
            <p:cNvSpPr/>
            <p:nvPr/>
          </p:nvSpPr>
          <p:spPr>
            <a:xfrm rot="18072000" flipV="1">
              <a:off x="6703200" y="443520"/>
              <a:ext cx="56160" cy="45720"/>
            </a:xfrm>
            <a:custGeom>
              <a:avLst/>
              <a:gdLst>
                <a:gd name="textAreaLeft" fmla="*/ 0 w 56160"/>
                <a:gd name="textAreaRight" fmla="*/ 56520 w 56160"/>
                <a:gd name="textAreaTop" fmla="*/ -360 h 45720"/>
                <a:gd name="textAreaBottom" fmla="*/ 45720 h 4572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4" name="Google Shape;1964;p48"/>
            <p:cNvSpPr/>
            <p:nvPr/>
          </p:nvSpPr>
          <p:spPr>
            <a:xfrm rot="18072000" flipV="1">
              <a:off x="6566400" y="233640"/>
              <a:ext cx="57960" cy="47160"/>
            </a:xfrm>
            <a:custGeom>
              <a:avLst/>
              <a:gdLst>
                <a:gd name="textAreaLeft" fmla="*/ 0 w 57960"/>
                <a:gd name="textAreaRight" fmla="*/ 58320 w 57960"/>
                <a:gd name="textAreaTop" fmla="*/ -360 h 47160"/>
                <a:gd name="textAreaBottom" fmla="*/ 4716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5" name="Google Shape;1965;p48"/>
            <p:cNvSpPr/>
            <p:nvPr/>
          </p:nvSpPr>
          <p:spPr>
            <a:xfrm rot="18072000" flipV="1">
              <a:off x="6471720" y="490680"/>
              <a:ext cx="83880" cy="62280"/>
            </a:xfrm>
            <a:custGeom>
              <a:avLst/>
              <a:gdLst>
                <a:gd name="textAreaLeft" fmla="*/ 0 w 83880"/>
                <a:gd name="textAreaRight" fmla="*/ 84240 w 83880"/>
                <a:gd name="textAreaTop" fmla="*/ -360 h 62280"/>
                <a:gd name="textAreaBottom" fmla="*/ 6228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6" name="Google Shape;1966;p48"/>
            <p:cNvSpPr/>
            <p:nvPr/>
          </p:nvSpPr>
          <p:spPr>
            <a:xfrm rot="18072000" flipV="1">
              <a:off x="6327000" y="271080"/>
              <a:ext cx="66960" cy="54720"/>
            </a:xfrm>
            <a:custGeom>
              <a:avLst/>
              <a:gdLst>
                <a:gd name="textAreaLeft" fmla="*/ 0 w 66960"/>
                <a:gd name="textAreaRight" fmla="*/ 67320 w 66960"/>
                <a:gd name="textAreaTop" fmla="*/ 360 h 54720"/>
                <a:gd name="textAreaBottom" fmla="*/ 5544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7" name="Google Shape;1967;p48"/>
            <p:cNvSpPr/>
            <p:nvPr/>
          </p:nvSpPr>
          <p:spPr>
            <a:xfrm rot="18072000" flipV="1">
              <a:off x="6181560" y="378720"/>
              <a:ext cx="66960" cy="56160"/>
            </a:xfrm>
            <a:custGeom>
              <a:avLst/>
              <a:gdLst>
                <a:gd name="textAreaLeft" fmla="*/ 0 w 66960"/>
                <a:gd name="textAreaRight" fmla="*/ 67320 w 66960"/>
                <a:gd name="textAreaTop" fmla="*/ 360 h 56160"/>
                <a:gd name="textAreaBottom" fmla="*/ 5688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1968;p48"/>
            <p:cNvSpPr/>
            <p:nvPr/>
          </p:nvSpPr>
          <p:spPr>
            <a:xfrm rot="18072000" flipV="1">
              <a:off x="6118560" y="252000"/>
              <a:ext cx="62280" cy="47160"/>
            </a:xfrm>
            <a:custGeom>
              <a:avLst/>
              <a:gdLst>
                <a:gd name="textAreaLeft" fmla="*/ 0 w 62280"/>
                <a:gd name="textAreaRight" fmla="*/ 62640 w 62280"/>
                <a:gd name="textAreaTop" fmla="*/ -360 h 47160"/>
                <a:gd name="textAreaBottom" fmla="*/ 4716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9" name="Google Shape;1969;p48"/>
            <p:cNvSpPr/>
            <p:nvPr/>
          </p:nvSpPr>
          <p:spPr>
            <a:xfrm rot="18072000" flipV="1">
              <a:off x="5948640" y="226800"/>
              <a:ext cx="63720" cy="51840"/>
            </a:xfrm>
            <a:custGeom>
              <a:avLst/>
              <a:gdLst>
                <a:gd name="textAreaLeft" fmla="*/ 0 w 63720"/>
                <a:gd name="textAreaRight" fmla="*/ 64080 w 63720"/>
                <a:gd name="textAreaTop" fmla="*/ 360 h 51840"/>
                <a:gd name="textAreaBottom" fmla="*/ 5256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0" name="Google Shape;1970;p48"/>
            <p:cNvSpPr/>
            <p:nvPr/>
          </p:nvSpPr>
          <p:spPr>
            <a:xfrm rot="18072000" flipV="1">
              <a:off x="5779440" y="177120"/>
              <a:ext cx="66960" cy="50040"/>
            </a:xfrm>
            <a:custGeom>
              <a:avLst/>
              <a:gdLst>
                <a:gd name="textAreaLeft" fmla="*/ 0 w 66960"/>
                <a:gd name="textAreaRight" fmla="*/ 67320 w 66960"/>
                <a:gd name="textAreaTop" fmla="*/ -360 h 50040"/>
                <a:gd name="textAreaBottom" fmla="*/ 5004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1971;p48"/>
            <p:cNvSpPr/>
            <p:nvPr/>
          </p:nvSpPr>
          <p:spPr>
            <a:xfrm rot="18072000" flipV="1">
              <a:off x="5631840" y="101880"/>
              <a:ext cx="62280" cy="47160"/>
            </a:xfrm>
            <a:custGeom>
              <a:avLst/>
              <a:gdLst>
                <a:gd name="textAreaLeft" fmla="*/ 0 w 62280"/>
                <a:gd name="textAreaRight" fmla="*/ 62640 w 62280"/>
                <a:gd name="textAreaTop" fmla="*/ -360 h 47160"/>
                <a:gd name="textAreaBottom" fmla="*/ 4716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702" name="Google Shape;1972;p48"/>
          <p:cNvSpPr/>
          <p:nvPr/>
        </p:nvSpPr>
        <p:spPr>
          <a:xfrm rot="204600" flipH="1">
            <a:off x="3991320" y="-99360"/>
            <a:ext cx="2346840" cy="346320"/>
          </a:xfrm>
          <a:custGeom>
            <a:avLst/>
            <a:gdLst>
              <a:gd name="textAreaLeft" fmla="*/ -360 w 2346840"/>
              <a:gd name="textAreaRight" fmla="*/ 2346840 w 2346840"/>
              <a:gd name="textAreaTop" fmla="*/ 0 h 346320"/>
              <a:gd name="textAreaBottom" fmla="*/ 346680 h 34632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CUSTOM_15_1_1">
    <p:bg>
      <p:bgPr>
        <a:solidFill>
          <a:schemeClr val="dk2"/>
        </a:solidFill>
        <a:effectLst/>
      </p:bgPr>
    </p:bg>
    <p:spTree>
      <p:nvGrpSpPr>
        <p:cNvPr id="1" name=""/>
        <p:cNvGrpSpPr/>
        <p:nvPr/>
      </p:nvGrpSpPr>
      <p:grpSpPr>
        <a:xfrm>
          <a:off x="0" y="0"/>
          <a:ext cx="0" cy="0"/>
          <a:chOff x="0" y="0"/>
          <a:chExt cx="0" cy="0"/>
        </a:xfrm>
      </p:grpSpPr>
      <p:sp>
        <p:nvSpPr>
          <p:cNvPr id="1703" name="Google Shape;1974;p49"/>
          <p:cNvSpPr/>
          <p:nvPr/>
        </p:nvSpPr>
        <p:spPr>
          <a:xfrm rot="10800000" flipH="1">
            <a:off x="6034680" y="4681440"/>
            <a:ext cx="3152880" cy="541800"/>
          </a:xfrm>
          <a:custGeom>
            <a:avLst/>
            <a:gdLst>
              <a:gd name="textAreaLeft" fmla="*/ 360 w 3152880"/>
              <a:gd name="textAreaRight" fmla="*/ 3153600 w 3152880"/>
              <a:gd name="textAreaTop" fmla="*/ 0 h 541800"/>
              <a:gd name="textAreaBottom" fmla="*/ 542160 h 5418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705" name="PlaceHolder 2"/>
          <p:cNvSpPr>
            <a:spLocks noGrp="1"/>
          </p:cNvSpPr>
          <p:nvPr>
            <p:ph type="title"/>
          </p:nvPr>
        </p:nvSpPr>
        <p:spPr>
          <a:xfrm>
            <a:off x="1869840" y="1415880"/>
            <a:ext cx="3024720" cy="38448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706" name="PlaceHolder 3"/>
          <p:cNvSpPr>
            <a:spLocks noGrp="1"/>
          </p:cNvSpPr>
          <p:nvPr>
            <p:ph type="title"/>
          </p:nvPr>
        </p:nvSpPr>
        <p:spPr>
          <a:xfrm>
            <a:off x="1864800" y="2361240"/>
            <a:ext cx="3029760" cy="38448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707" name="PlaceHolder 4"/>
          <p:cNvSpPr>
            <a:spLocks noGrp="1"/>
          </p:cNvSpPr>
          <p:nvPr>
            <p:ph type="title"/>
          </p:nvPr>
        </p:nvSpPr>
        <p:spPr>
          <a:xfrm>
            <a:off x="1864800" y="3306600"/>
            <a:ext cx="3029760" cy="38448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
        <p:nvSpPr>
          <p:cNvPr id="1708" name="PlaceHolder 5"/>
          <p:cNvSpPr>
            <a:spLocks noGrp="1"/>
          </p:cNvSpPr>
          <p:nvPr>
            <p:ph type="title"/>
          </p:nvPr>
        </p:nvSpPr>
        <p:spPr>
          <a:xfrm>
            <a:off x="713160" y="1415880"/>
            <a:ext cx="1161720" cy="384480"/>
          </a:xfrm>
          <a:prstGeom prst="rect">
            <a:avLst/>
          </a:prstGeom>
          <a:noFill/>
          <a:ln w="0">
            <a:noFill/>
          </a:ln>
        </p:spPr>
        <p:txBody>
          <a:bodyPr lIns="91440" tIns="0" rIns="91440" bIns="91440" anchor="t">
            <a:noAutofit/>
          </a:bodyPr>
          <a:lstStyle/>
          <a:p>
            <a:pPr indent="0" algn="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709" name="PlaceHolder 6"/>
          <p:cNvSpPr>
            <a:spLocks noGrp="1"/>
          </p:cNvSpPr>
          <p:nvPr>
            <p:ph type="title"/>
          </p:nvPr>
        </p:nvSpPr>
        <p:spPr>
          <a:xfrm>
            <a:off x="713160" y="2361240"/>
            <a:ext cx="1161720" cy="384480"/>
          </a:xfrm>
          <a:prstGeom prst="rect">
            <a:avLst/>
          </a:prstGeom>
          <a:noFill/>
          <a:ln w="0">
            <a:noFill/>
          </a:ln>
        </p:spPr>
        <p:txBody>
          <a:bodyPr lIns="91440" tIns="0" rIns="91440" bIns="91440" anchor="t">
            <a:noAutofit/>
          </a:bodyPr>
          <a:lstStyle/>
          <a:p>
            <a:pPr indent="0" algn="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710" name="PlaceHolder 7"/>
          <p:cNvSpPr>
            <a:spLocks noGrp="1"/>
          </p:cNvSpPr>
          <p:nvPr>
            <p:ph type="title"/>
          </p:nvPr>
        </p:nvSpPr>
        <p:spPr>
          <a:xfrm>
            <a:off x="713160" y="3306600"/>
            <a:ext cx="1161720" cy="384480"/>
          </a:xfrm>
          <a:prstGeom prst="rect">
            <a:avLst/>
          </a:prstGeom>
          <a:noFill/>
          <a:ln w="0">
            <a:noFill/>
          </a:ln>
        </p:spPr>
        <p:txBody>
          <a:bodyPr lIns="91440" tIns="0" rIns="91440" bIns="91440" anchor="t">
            <a:noAutofit/>
          </a:bodyPr>
          <a:lstStyle/>
          <a:p>
            <a:pPr indent="0" algn="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711" name="Google Shape;1985;p49"/>
          <p:cNvSpPr/>
          <p:nvPr/>
        </p:nvSpPr>
        <p:spPr>
          <a:xfrm rot="1711200">
            <a:off x="7768080" y="-253800"/>
            <a:ext cx="1865160" cy="1488240"/>
          </a:xfrm>
          <a:custGeom>
            <a:avLst/>
            <a:gdLst>
              <a:gd name="textAreaLeft" fmla="*/ 0 w 1865160"/>
              <a:gd name="textAreaRight" fmla="*/ 1865520 w 1865160"/>
              <a:gd name="textAreaTop" fmla="*/ 0 h 1488240"/>
              <a:gd name="textAreaBottom" fmla="*/ 1488600 h 148824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1986;p49"/>
          <p:cNvSpPr/>
          <p:nvPr/>
        </p:nvSpPr>
        <p:spPr>
          <a:xfrm rot="18012600">
            <a:off x="-1293120" y="-221040"/>
            <a:ext cx="3157920" cy="1822680"/>
          </a:xfrm>
          <a:custGeom>
            <a:avLst/>
            <a:gdLst>
              <a:gd name="textAreaLeft" fmla="*/ 0 w 3157920"/>
              <a:gd name="textAreaRight" fmla="*/ 315828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1987;p49"/>
          <p:cNvSpPr/>
          <p:nvPr/>
        </p:nvSpPr>
        <p:spPr>
          <a:xfrm rot="6855000">
            <a:off x="7548840" y="4175280"/>
            <a:ext cx="2346480" cy="345960"/>
          </a:xfrm>
          <a:custGeom>
            <a:avLst/>
            <a:gdLst>
              <a:gd name="textAreaLeft" fmla="*/ 0 w 2346480"/>
              <a:gd name="textAreaRight" fmla="*/ 234684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1988;p49"/>
          <p:cNvSpPr/>
          <p:nvPr/>
        </p:nvSpPr>
        <p:spPr>
          <a:xfrm rot="3294000" flipH="1">
            <a:off x="-394920" y="3780360"/>
            <a:ext cx="1562760" cy="1280880"/>
          </a:xfrm>
          <a:custGeom>
            <a:avLst/>
            <a:gdLst>
              <a:gd name="textAreaLeft" fmla="*/ -360 w 1562760"/>
              <a:gd name="textAreaRight" fmla="*/ 156276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5" name="Google Shape;1989;p49"/>
          <p:cNvSpPr/>
          <p:nvPr/>
        </p:nvSpPr>
        <p:spPr>
          <a:xfrm rot="20980200">
            <a:off x="765360" y="108720"/>
            <a:ext cx="1134360" cy="258480"/>
          </a:xfrm>
          <a:custGeom>
            <a:avLst/>
            <a:gdLst>
              <a:gd name="textAreaLeft" fmla="*/ 0 w 1134360"/>
              <a:gd name="textAreaRight" fmla="*/ 1134720 w 1134360"/>
              <a:gd name="textAreaTop" fmla="*/ 0 h 258480"/>
              <a:gd name="textAreaBottom" fmla="*/ 258840 h 25848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16" name="Google Shape;1990;p49"/>
          <p:cNvGrpSpPr/>
          <p:nvPr/>
        </p:nvGrpSpPr>
        <p:grpSpPr>
          <a:xfrm>
            <a:off x="76320" y="1198440"/>
            <a:ext cx="511560" cy="525600"/>
            <a:chOff x="76320" y="1198440"/>
            <a:chExt cx="511560" cy="525600"/>
          </a:xfrm>
        </p:grpSpPr>
        <p:sp>
          <p:nvSpPr>
            <p:cNvPr id="1717" name="Google Shape;1991;p49"/>
            <p:cNvSpPr/>
            <p:nvPr/>
          </p:nvSpPr>
          <p:spPr>
            <a:xfrm>
              <a:off x="353160" y="1198440"/>
              <a:ext cx="24840" cy="18000"/>
            </a:xfrm>
            <a:custGeom>
              <a:avLst/>
              <a:gdLst>
                <a:gd name="textAreaLeft" fmla="*/ 0 w 24840"/>
                <a:gd name="textAreaRight" fmla="*/ 25200 w 24840"/>
                <a:gd name="textAreaTop" fmla="*/ 0 h 18000"/>
                <a:gd name="textAreaBottom" fmla="*/ 18360 h 18000"/>
              </a:gdLst>
              <a:ahLst/>
              <a:cxnLst/>
              <a:rect l="textAreaLeft" t="textAreaTop" r="textAreaRight" b="textAreaBottom"/>
              <a:pathLst>
                <a:path w="698" h="507">
                  <a:moveTo>
                    <a:pt x="265" y="1"/>
                  </a:moveTo>
                  <a:cubicBezTo>
                    <a:pt x="201" y="1"/>
                    <a:pt x="128" y="35"/>
                    <a:pt x="74" y="89"/>
                  </a:cubicBezTo>
                  <a:cubicBezTo>
                    <a:pt x="37" y="125"/>
                    <a:pt x="1" y="198"/>
                    <a:pt x="1" y="235"/>
                  </a:cubicBezTo>
                  <a:cubicBezTo>
                    <a:pt x="1" y="308"/>
                    <a:pt x="37" y="382"/>
                    <a:pt x="74" y="418"/>
                  </a:cubicBezTo>
                  <a:cubicBezTo>
                    <a:pt x="128" y="472"/>
                    <a:pt x="201" y="506"/>
                    <a:pt x="265" y="506"/>
                  </a:cubicBezTo>
                  <a:cubicBezTo>
                    <a:pt x="289" y="506"/>
                    <a:pt x="311" y="502"/>
                    <a:pt x="331" y="492"/>
                  </a:cubicBezTo>
                  <a:lnTo>
                    <a:pt x="441" y="492"/>
                  </a:lnTo>
                  <a:cubicBezTo>
                    <a:pt x="490" y="492"/>
                    <a:pt x="539" y="459"/>
                    <a:pt x="577" y="415"/>
                  </a:cubicBezTo>
                  <a:lnTo>
                    <a:pt x="577" y="415"/>
                  </a:lnTo>
                  <a:cubicBezTo>
                    <a:pt x="640" y="401"/>
                    <a:pt x="697" y="336"/>
                    <a:pt x="697" y="272"/>
                  </a:cubicBezTo>
                  <a:cubicBezTo>
                    <a:pt x="697" y="175"/>
                    <a:pt x="640" y="107"/>
                    <a:pt x="577" y="92"/>
                  </a:cubicBezTo>
                  <a:lnTo>
                    <a:pt x="577" y="92"/>
                  </a:lnTo>
                  <a:cubicBezTo>
                    <a:pt x="569" y="82"/>
                    <a:pt x="560" y="73"/>
                    <a:pt x="551" y="65"/>
                  </a:cubicBezTo>
                  <a:lnTo>
                    <a:pt x="551" y="65"/>
                  </a:lnTo>
                  <a:lnTo>
                    <a:pt x="551" y="52"/>
                  </a:lnTo>
                  <a:lnTo>
                    <a:pt x="535" y="52"/>
                  </a:lnTo>
                  <a:cubicBezTo>
                    <a:pt x="506" y="30"/>
                    <a:pt x="473" y="15"/>
                    <a:pt x="441" y="15"/>
                  </a:cubicBezTo>
                  <a:lnTo>
                    <a:pt x="331" y="15"/>
                  </a:lnTo>
                  <a:cubicBezTo>
                    <a:pt x="311" y="5"/>
                    <a:pt x="289" y="1"/>
                    <a:pt x="2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000" bIns="9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8" name="Google Shape;1992;p49"/>
            <p:cNvSpPr/>
            <p:nvPr/>
          </p:nvSpPr>
          <p:spPr>
            <a:xfrm>
              <a:off x="316440" y="1311120"/>
              <a:ext cx="33840" cy="25920"/>
            </a:xfrm>
            <a:custGeom>
              <a:avLst/>
              <a:gdLst>
                <a:gd name="textAreaLeft" fmla="*/ 0 w 33840"/>
                <a:gd name="textAreaRight" fmla="*/ 34200 w 33840"/>
                <a:gd name="textAreaTop" fmla="*/ 0 h 25920"/>
                <a:gd name="textAreaBottom" fmla="*/ 26280 h 25920"/>
              </a:gdLst>
              <a:ahLst/>
              <a:cxnLst/>
              <a:rect l="textAreaLeft" t="textAreaTop" r="textAreaRight" b="textAreaBottom"/>
              <a:pathLst>
                <a:path w="954" h="734">
                  <a:moveTo>
                    <a:pt x="477" y="0"/>
                  </a:moveTo>
                  <a:cubicBezTo>
                    <a:pt x="0" y="0"/>
                    <a:pt x="0" y="733"/>
                    <a:pt x="477" y="733"/>
                  </a:cubicBezTo>
                  <a:cubicBezTo>
                    <a:pt x="953" y="697"/>
                    <a:pt x="953" y="0"/>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9" name="Google Shape;1993;p49"/>
            <p:cNvSpPr/>
            <p:nvPr/>
          </p:nvSpPr>
          <p:spPr>
            <a:xfrm>
              <a:off x="441720" y="1258560"/>
              <a:ext cx="36720" cy="31320"/>
            </a:xfrm>
            <a:custGeom>
              <a:avLst/>
              <a:gdLst>
                <a:gd name="textAreaLeft" fmla="*/ 0 w 36720"/>
                <a:gd name="textAreaRight" fmla="*/ 37080 w 36720"/>
                <a:gd name="textAreaTop" fmla="*/ 0 h 31320"/>
                <a:gd name="textAreaBottom" fmla="*/ 31680 h 31320"/>
              </a:gdLst>
              <a:ahLst/>
              <a:cxnLst/>
              <a:rect l="textAreaLeft" t="textAreaTop" r="textAreaRight" b="textAreaBottom"/>
              <a:pathLst>
                <a:path w="1028" h="881">
                  <a:moveTo>
                    <a:pt x="514" y="1"/>
                  </a:moveTo>
                  <a:cubicBezTo>
                    <a:pt x="1" y="74"/>
                    <a:pt x="1" y="807"/>
                    <a:pt x="514" y="881"/>
                  </a:cubicBezTo>
                  <a:cubicBezTo>
                    <a:pt x="1027" y="807"/>
                    <a:pt x="1027" y="74"/>
                    <a:pt x="51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0" name="Google Shape;1994;p49"/>
            <p:cNvSpPr/>
            <p:nvPr/>
          </p:nvSpPr>
          <p:spPr>
            <a:xfrm>
              <a:off x="431280" y="1576800"/>
              <a:ext cx="47160" cy="44280"/>
            </a:xfrm>
            <a:custGeom>
              <a:avLst/>
              <a:gdLst>
                <a:gd name="textAreaLeft" fmla="*/ 0 w 47160"/>
                <a:gd name="textAreaRight" fmla="*/ 47520 w 47160"/>
                <a:gd name="textAreaTop" fmla="*/ 0 h 44280"/>
                <a:gd name="textAreaBottom" fmla="*/ 44640 h 44280"/>
              </a:gdLst>
              <a:ahLst/>
              <a:cxnLst/>
              <a:rect l="textAreaLeft" t="textAreaTop" r="textAreaRight" b="textAreaBottom"/>
              <a:pathLst>
                <a:path w="1321" h="1238">
                  <a:moveTo>
                    <a:pt x="532" y="1"/>
                  </a:moveTo>
                  <a:cubicBezTo>
                    <a:pt x="404" y="1"/>
                    <a:pt x="276" y="46"/>
                    <a:pt x="184" y="138"/>
                  </a:cubicBezTo>
                  <a:cubicBezTo>
                    <a:pt x="1" y="358"/>
                    <a:pt x="1" y="651"/>
                    <a:pt x="184" y="871"/>
                  </a:cubicBezTo>
                  <a:lnTo>
                    <a:pt x="477" y="1091"/>
                  </a:lnTo>
                  <a:cubicBezTo>
                    <a:pt x="551" y="1201"/>
                    <a:pt x="660" y="1238"/>
                    <a:pt x="807" y="1238"/>
                  </a:cubicBezTo>
                  <a:cubicBezTo>
                    <a:pt x="917" y="1238"/>
                    <a:pt x="1064" y="1201"/>
                    <a:pt x="1137" y="1091"/>
                  </a:cubicBezTo>
                  <a:cubicBezTo>
                    <a:pt x="1320" y="908"/>
                    <a:pt x="1320" y="615"/>
                    <a:pt x="1137" y="431"/>
                  </a:cubicBezTo>
                  <a:cubicBezTo>
                    <a:pt x="1064" y="321"/>
                    <a:pt x="954" y="248"/>
                    <a:pt x="880" y="138"/>
                  </a:cubicBezTo>
                  <a:cubicBezTo>
                    <a:pt x="789" y="46"/>
                    <a:pt x="660" y="1"/>
                    <a:pt x="53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2320" bIns="22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1" name="Google Shape;1995;p49"/>
            <p:cNvSpPr/>
            <p:nvPr/>
          </p:nvSpPr>
          <p:spPr>
            <a:xfrm>
              <a:off x="536760" y="1544760"/>
              <a:ext cx="51120" cy="50400"/>
            </a:xfrm>
            <a:custGeom>
              <a:avLst/>
              <a:gdLst>
                <a:gd name="textAreaLeft" fmla="*/ 0 w 51120"/>
                <a:gd name="textAreaRight" fmla="*/ 51480 w 51120"/>
                <a:gd name="textAreaTop" fmla="*/ 0 h 50400"/>
                <a:gd name="textAreaBottom" fmla="*/ 50760 h 50400"/>
              </a:gdLst>
              <a:ahLst/>
              <a:cxnLst/>
              <a:rect l="textAreaLeft" t="textAreaTop" r="textAreaRight" b="textAreaBottom"/>
              <a:pathLst>
                <a:path w="1430" h="1408">
                  <a:moveTo>
                    <a:pt x="550" y="1"/>
                  </a:moveTo>
                  <a:cubicBezTo>
                    <a:pt x="404" y="1"/>
                    <a:pt x="257" y="37"/>
                    <a:pt x="147" y="147"/>
                  </a:cubicBezTo>
                  <a:cubicBezTo>
                    <a:pt x="37" y="257"/>
                    <a:pt x="0" y="404"/>
                    <a:pt x="0" y="550"/>
                  </a:cubicBezTo>
                  <a:cubicBezTo>
                    <a:pt x="0" y="697"/>
                    <a:pt x="37" y="844"/>
                    <a:pt x="147" y="954"/>
                  </a:cubicBezTo>
                  <a:lnTo>
                    <a:pt x="147" y="990"/>
                  </a:lnTo>
                  <a:cubicBezTo>
                    <a:pt x="257" y="1100"/>
                    <a:pt x="404" y="1247"/>
                    <a:pt x="550" y="1320"/>
                  </a:cubicBezTo>
                  <a:cubicBezTo>
                    <a:pt x="631" y="1374"/>
                    <a:pt x="711" y="1408"/>
                    <a:pt x="806" y="1408"/>
                  </a:cubicBezTo>
                  <a:cubicBezTo>
                    <a:pt x="841" y="1408"/>
                    <a:pt x="877" y="1403"/>
                    <a:pt x="917" y="1394"/>
                  </a:cubicBezTo>
                  <a:cubicBezTo>
                    <a:pt x="1027" y="1394"/>
                    <a:pt x="1137" y="1320"/>
                    <a:pt x="1247" y="1247"/>
                  </a:cubicBezTo>
                  <a:cubicBezTo>
                    <a:pt x="1283" y="1174"/>
                    <a:pt x="1357" y="1100"/>
                    <a:pt x="1357" y="990"/>
                  </a:cubicBezTo>
                  <a:cubicBezTo>
                    <a:pt x="1430" y="844"/>
                    <a:pt x="1393" y="697"/>
                    <a:pt x="1320" y="550"/>
                  </a:cubicBezTo>
                  <a:cubicBezTo>
                    <a:pt x="1210" y="404"/>
                    <a:pt x="1100" y="257"/>
                    <a:pt x="953" y="147"/>
                  </a:cubicBezTo>
                  <a:cubicBezTo>
                    <a:pt x="843" y="37"/>
                    <a:pt x="697"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2" name="Google Shape;1996;p49"/>
            <p:cNvSpPr/>
            <p:nvPr/>
          </p:nvSpPr>
          <p:spPr>
            <a:xfrm>
              <a:off x="435240" y="1455120"/>
              <a:ext cx="27360" cy="36720"/>
            </a:xfrm>
            <a:custGeom>
              <a:avLst/>
              <a:gdLst>
                <a:gd name="textAreaLeft" fmla="*/ 0 w 27360"/>
                <a:gd name="textAreaRight" fmla="*/ 27720 w 27360"/>
                <a:gd name="textAreaTop" fmla="*/ 0 h 36720"/>
                <a:gd name="textAreaBottom" fmla="*/ 37080 h 36720"/>
              </a:gdLst>
              <a:ahLst/>
              <a:cxnLst/>
              <a:rect l="textAreaLeft" t="textAreaTop" r="textAreaRight" b="textAreaBottom"/>
              <a:pathLst>
                <a:path w="771" h="1028">
                  <a:moveTo>
                    <a:pt x="367" y="1"/>
                  </a:moveTo>
                  <a:cubicBezTo>
                    <a:pt x="147" y="1"/>
                    <a:pt x="1" y="147"/>
                    <a:pt x="1" y="404"/>
                  </a:cubicBezTo>
                  <a:lnTo>
                    <a:pt x="37" y="404"/>
                  </a:lnTo>
                  <a:lnTo>
                    <a:pt x="37" y="661"/>
                  </a:lnTo>
                  <a:cubicBezTo>
                    <a:pt x="37" y="771"/>
                    <a:pt x="74" y="844"/>
                    <a:pt x="147" y="917"/>
                  </a:cubicBezTo>
                  <a:cubicBezTo>
                    <a:pt x="221" y="991"/>
                    <a:pt x="294" y="1027"/>
                    <a:pt x="404" y="1027"/>
                  </a:cubicBezTo>
                  <a:cubicBezTo>
                    <a:pt x="624" y="1027"/>
                    <a:pt x="770" y="881"/>
                    <a:pt x="770" y="661"/>
                  </a:cubicBezTo>
                  <a:lnTo>
                    <a:pt x="770" y="404"/>
                  </a:lnTo>
                  <a:cubicBezTo>
                    <a:pt x="770" y="294"/>
                    <a:pt x="734" y="184"/>
                    <a:pt x="660" y="111"/>
                  </a:cubicBezTo>
                  <a:cubicBezTo>
                    <a:pt x="587" y="38"/>
                    <a:pt x="477" y="1"/>
                    <a:pt x="36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3" name="Google Shape;1997;p49"/>
            <p:cNvSpPr/>
            <p:nvPr/>
          </p:nvSpPr>
          <p:spPr>
            <a:xfrm>
              <a:off x="519120" y="1698840"/>
              <a:ext cx="42480" cy="25200"/>
            </a:xfrm>
            <a:custGeom>
              <a:avLst/>
              <a:gdLst>
                <a:gd name="textAreaLeft" fmla="*/ 0 w 42480"/>
                <a:gd name="textAreaRight" fmla="*/ 42840 w 42480"/>
                <a:gd name="textAreaTop" fmla="*/ 0 h 25200"/>
                <a:gd name="textAreaBottom" fmla="*/ 25560 h 25200"/>
              </a:gdLst>
              <a:ahLst/>
              <a:cxnLst/>
              <a:rect l="textAreaLeft" t="textAreaTop" r="textAreaRight" b="textAreaBottom"/>
              <a:pathLst>
                <a:path w="1188" h="706">
                  <a:moveTo>
                    <a:pt x="462" y="0"/>
                  </a:moveTo>
                  <a:cubicBezTo>
                    <a:pt x="0" y="0"/>
                    <a:pt x="0" y="706"/>
                    <a:pt x="462" y="706"/>
                  </a:cubicBezTo>
                  <a:cubicBezTo>
                    <a:pt x="483" y="706"/>
                    <a:pt x="505" y="704"/>
                    <a:pt x="528" y="701"/>
                  </a:cubicBezTo>
                  <a:lnTo>
                    <a:pt x="785" y="701"/>
                  </a:lnTo>
                  <a:cubicBezTo>
                    <a:pt x="1188" y="628"/>
                    <a:pt x="1188" y="41"/>
                    <a:pt x="785" y="5"/>
                  </a:cubicBezTo>
                  <a:lnTo>
                    <a:pt x="528" y="5"/>
                  </a:lnTo>
                  <a:cubicBezTo>
                    <a:pt x="505" y="2"/>
                    <a:pt x="483" y="0"/>
                    <a:pt x="46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4" name="Google Shape;1998;p49"/>
            <p:cNvSpPr/>
            <p:nvPr/>
          </p:nvSpPr>
          <p:spPr>
            <a:xfrm>
              <a:off x="189720" y="1518480"/>
              <a:ext cx="44640" cy="35280"/>
            </a:xfrm>
            <a:custGeom>
              <a:avLst/>
              <a:gdLst>
                <a:gd name="textAreaLeft" fmla="*/ 0 w 44640"/>
                <a:gd name="textAreaRight" fmla="*/ 45000 w 44640"/>
                <a:gd name="textAreaTop" fmla="*/ 0 h 35280"/>
                <a:gd name="textAreaBottom" fmla="*/ 35640 h 35280"/>
              </a:gdLst>
              <a:ahLst/>
              <a:cxnLst/>
              <a:rect l="textAreaLeft" t="textAreaTop" r="textAreaRight" b="textAreaBottom"/>
              <a:pathLst>
                <a:path w="1247" h="991">
                  <a:moveTo>
                    <a:pt x="513" y="0"/>
                  </a:moveTo>
                  <a:cubicBezTo>
                    <a:pt x="367" y="0"/>
                    <a:pt x="257" y="37"/>
                    <a:pt x="147" y="147"/>
                  </a:cubicBezTo>
                  <a:cubicBezTo>
                    <a:pt x="74" y="220"/>
                    <a:pt x="0" y="367"/>
                    <a:pt x="0" y="477"/>
                  </a:cubicBezTo>
                  <a:cubicBezTo>
                    <a:pt x="0" y="770"/>
                    <a:pt x="220" y="990"/>
                    <a:pt x="513" y="990"/>
                  </a:cubicBezTo>
                  <a:lnTo>
                    <a:pt x="770" y="990"/>
                  </a:lnTo>
                  <a:cubicBezTo>
                    <a:pt x="1027" y="990"/>
                    <a:pt x="1247" y="770"/>
                    <a:pt x="1247" y="514"/>
                  </a:cubicBezTo>
                  <a:cubicBezTo>
                    <a:pt x="1247" y="220"/>
                    <a:pt x="1027" y="0"/>
                    <a:pt x="77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5" name="Google Shape;1999;p49"/>
            <p:cNvSpPr/>
            <p:nvPr/>
          </p:nvSpPr>
          <p:spPr>
            <a:xfrm>
              <a:off x="76320" y="1370520"/>
              <a:ext cx="29880" cy="21960"/>
            </a:xfrm>
            <a:custGeom>
              <a:avLst/>
              <a:gdLst>
                <a:gd name="textAreaLeft" fmla="*/ 0 w 29880"/>
                <a:gd name="textAreaRight" fmla="*/ 30240 w 29880"/>
                <a:gd name="textAreaTop" fmla="*/ 0 h 21960"/>
                <a:gd name="textAreaBottom" fmla="*/ 22320 h 21960"/>
              </a:gdLst>
              <a:ahLst/>
              <a:cxnLst/>
              <a:rect l="textAreaLeft" t="textAreaTop" r="textAreaRight" b="textAreaBottom"/>
              <a:pathLst>
                <a:path w="844" h="624">
                  <a:moveTo>
                    <a:pt x="404" y="1"/>
                  </a:moveTo>
                  <a:cubicBezTo>
                    <a:pt x="1" y="1"/>
                    <a:pt x="1" y="624"/>
                    <a:pt x="404" y="624"/>
                  </a:cubicBezTo>
                  <a:cubicBezTo>
                    <a:pt x="844" y="624"/>
                    <a:pt x="844"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26" name="Google Shape;2000;p49"/>
          <p:cNvSpPr/>
          <p:nvPr/>
        </p:nvSpPr>
        <p:spPr>
          <a:xfrm rot="2074200">
            <a:off x="7057440" y="2678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TITLE_AND_TWO_COLUMNS_1_4_1">
    <p:bg>
      <p:bgPr>
        <a:solidFill>
          <a:schemeClr val="dk2"/>
        </a:solidFill>
        <a:effectLst/>
      </p:bgPr>
    </p:bg>
    <p:spTree>
      <p:nvGrpSpPr>
        <p:cNvPr id="1" name=""/>
        <p:cNvGrpSpPr/>
        <p:nvPr/>
      </p:nvGrpSpPr>
      <p:grpSpPr>
        <a:xfrm>
          <a:off x="0" y="0"/>
          <a:ext cx="0" cy="0"/>
          <a:chOff x="0" y="0"/>
          <a:chExt cx="0" cy="0"/>
        </a:xfrm>
      </p:grpSpPr>
      <p:sp>
        <p:nvSpPr>
          <p:cNvPr id="1727" name="PlaceHolder 1"/>
          <p:cNvSpPr>
            <a:spLocks noGrp="1"/>
          </p:cNvSpPr>
          <p:nvPr>
            <p:ph type="title"/>
          </p:nvPr>
        </p:nvSpPr>
        <p:spPr>
          <a:xfrm>
            <a:off x="714960" y="418680"/>
            <a:ext cx="77137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728" name="Google Shape;2011;p50"/>
          <p:cNvSpPr/>
          <p:nvPr/>
        </p:nvSpPr>
        <p:spPr>
          <a:xfrm rot="395400" flipH="1">
            <a:off x="7030800" y="53100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3"/>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2012;p50"/>
          <p:cNvSpPr/>
          <p:nvPr/>
        </p:nvSpPr>
        <p:spPr>
          <a:xfrm rot="1756800">
            <a:off x="7778160" y="-268200"/>
            <a:ext cx="2141640" cy="1708560"/>
          </a:xfrm>
          <a:custGeom>
            <a:avLst/>
            <a:gdLst>
              <a:gd name="textAreaLeft" fmla="*/ 0 w 2141640"/>
              <a:gd name="textAreaRight" fmla="*/ 2142000 w 2141640"/>
              <a:gd name="textAreaTop" fmla="*/ 0 h 1708560"/>
              <a:gd name="textAreaBottom" fmla="*/ 1708920 h 170856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2013;p50"/>
          <p:cNvSpPr/>
          <p:nvPr/>
        </p:nvSpPr>
        <p:spPr>
          <a:xfrm rot="11474400">
            <a:off x="7922880" y="1179000"/>
            <a:ext cx="1320120" cy="793800"/>
          </a:xfrm>
          <a:custGeom>
            <a:avLst/>
            <a:gdLst>
              <a:gd name="textAreaLeft" fmla="*/ 0 w 1320120"/>
              <a:gd name="textAreaRight" fmla="*/ 1320480 w 1320120"/>
              <a:gd name="textAreaTop" fmla="*/ 0 h 793800"/>
              <a:gd name="textAreaBottom" fmla="*/ 794160 h 79380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31" name="Google Shape;2014;p50"/>
          <p:cNvGrpSpPr/>
          <p:nvPr/>
        </p:nvGrpSpPr>
        <p:grpSpPr>
          <a:xfrm>
            <a:off x="7620480" y="77400"/>
            <a:ext cx="944280" cy="803520"/>
            <a:chOff x="7620480" y="77400"/>
            <a:chExt cx="944280" cy="803520"/>
          </a:xfrm>
        </p:grpSpPr>
        <p:sp>
          <p:nvSpPr>
            <p:cNvPr id="1732" name="Google Shape;2015;p50"/>
            <p:cNvSpPr/>
            <p:nvPr/>
          </p:nvSpPr>
          <p:spPr>
            <a:xfrm rot="19658400">
              <a:off x="7976160" y="255240"/>
              <a:ext cx="39600" cy="37080"/>
            </a:xfrm>
            <a:custGeom>
              <a:avLst/>
              <a:gdLst>
                <a:gd name="textAreaLeft" fmla="*/ 0 w 39600"/>
                <a:gd name="textAreaRight" fmla="*/ 39960 w 39600"/>
                <a:gd name="textAreaTop" fmla="*/ 0 h 37080"/>
                <a:gd name="textAreaBottom" fmla="*/ 37440 h 3708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3" name="Google Shape;2016;p50"/>
            <p:cNvSpPr/>
            <p:nvPr/>
          </p:nvSpPr>
          <p:spPr>
            <a:xfrm rot="19658400">
              <a:off x="7894080" y="238680"/>
              <a:ext cx="32040" cy="25560"/>
            </a:xfrm>
            <a:custGeom>
              <a:avLst/>
              <a:gdLst>
                <a:gd name="textAreaLeft" fmla="*/ 0 w 32040"/>
                <a:gd name="textAreaRight" fmla="*/ 32400 w 32040"/>
                <a:gd name="textAreaTop" fmla="*/ 0 h 25560"/>
                <a:gd name="textAreaBottom" fmla="*/ 25920 h 2556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4" name="Google Shape;2017;p50"/>
            <p:cNvSpPr/>
            <p:nvPr/>
          </p:nvSpPr>
          <p:spPr>
            <a:xfrm rot="19658400">
              <a:off x="7924680" y="127440"/>
              <a:ext cx="33120" cy="28080"/>
            </a:xfrm>
            <a:custGeom>
              <a:avLst/>
              <a:gdLst>
                <a:gd name="textAreaLeft" fmla="*/ 0 w 33120"/>
                <a:gd name="textAreaRight" fmla="*/ 33480 w 33120"/>
                <a:gd name="textAreaTop" fmla="*/ 0 h 28080"/>
                <a:gd name="textAreaBottom" fmla="*/ 28440 h 2808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5" name="Google Shape;2018;p50"/>
            <p:cNvSpPr/>
            <p:nvPr/>
          </p:nvSpPr>
          <p:spPr>
            <a:xfrm rot="19658400">
              <a:off x="7746840" y="165960"/>
              <a:ext cx="29160" cy="21600"/>
            </a:xfrm>
            <a:custGeom>
              <a:avLst/>
              <a:gdLst>
                <a:gd name="textAreaLeft" fmla="*/ 0 w 29160"/>
                <a:gd name="textAreaRight" fmla="*/ 29520 w 29160"/>
                <a:gd name="textAreaTop" fmla="*/ 0 h 21600"/>
                <a:gd name="textAreaBottom" fmla="*/ 21960 h 2160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6" name="Google Shape;2019;p50"/>
            <p:cNvSpPr/>
            <p:nvPr/>
          </p:nvSpPr>
          <p:spPr>
            <a:xfrm rot="19658400">
              <a:off x="7625520" y="86400"/>
              <a:ext cx="44640" cy="33120"/>
            </a:xfrm>
            <a:custGeom>
              <a:avLst/>
              <a:gdLst>
                <a:gd name="textAreaLeft" fmla="*/ 0 w 44640"/>
                <a:gd name="textAreaRight" fmla="*/ 45000 w 44640"/>
                <a:gd name="textAreaTop" fmla="*/ 0 h 33120"/>
                <a:gd name="textAreaBottom" fmla="*/ 33480 h 3312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560" bIns="165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7" name="Google Shape;2020;p50"/>
            <p:cNvSpPr/>
            <p:nvPr/>
          </p:nvSpPr>
          <p:spPr>
            <a:xfrm rot="19658400">
              <a:off x="8143560" y="352800"/>
              <a:ext cx="41040" cy="34560"/>
            </a:xfrm>
            <a:custGeom>
              <a:avLst/>
              <a:gdLst>
                <a:gd name="textAreaLeft" fmla="*/ 0 w 41040"/>
                <a:gd name="textAreaRight" fmla="*/ 41400 w 41040"/>
                <a:gd name="textAreaTop" fmla="*/ 0 h 34560"/>
                <a:gd name="textAreaBottom" fmla="*/ 34920 h 3456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8" name="Google Shape;2021;p50"/>
            <p:cNvSpPr/>
            <p:nvPr/>
          </p:nvSpPr>
          <p:spPr>
            <a:xfrm rot="19658400">
              <a:off x="8052120" y="511560"/>
              <a:ext cx="43560" cy="43560"/>
            </a:xfrm>
            <a:custGeom>
              <a:avLst/>
              <a:gdLst>
                <a:gd name="textAreaLeft" fmla="*/ 0 w 43560"/>
                <a:gd name="textAreaRight" fmla="*/ 43920 w 43560"/>
                <a:gd name="textAreaTop" fmla="*/ 0 h 43560"/>
                <a:gd name="textAreaBottom" fmla="*/ 43920 h 4356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9" name="Google Shape;2022;p50"/>
            <p:cNvSpPr/>
            <p:nvPr/>
          </p:nvSpPr>
          <p:spPr>
            <a:xfrm rot="19658400">
              <a:off x="8224200" y="493200"/>
              <a:ext cx="42120" cy="32040"/>
            </a:xfrm>
            <a:custGeom>
              <a:avLst/>
              <a:gdLst>
                <a:gd name="textAreaLeft" fmla="*/ 0 w 42120"/>
                <a:gd name="textAreaRight" fmla="*/ 42480 w 42120"/>
                <a:gd name="textAreaTop" fmla="*/ 0 h 32040"/>
                <a:gd name="textAreaBottom" fmla="*/ 32400 h 320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0" name="Google Shape;2023;p50"/>
            <p:cNvSpPr/>
            <p:nvPr/>
          </p:nvSpPr>
          <p:spPr>
            <a:xfrm rot="19658400">
              <a:off x="8176320" y="655200"/>
              <a:ext cx="47160" cy="35640"/>
            </a:xfrm>
            <a:custGeom>
              <a:avLst/>
              <a:gdLst>
                <a:gd name="textAreaLeft" fmla="*/ 0 w 47160"/>
                <a:gd name="textAreaRight" fmla="*/ 47520 w 47160"/>
                <a:gd name="textAreaTop" fmla="*/ 0 h 35640"/>
                <a:gd name="textAreaBottom" fmla="*/ 36000 h 3564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1" name="Google Shape;2024;p50"/>
            <p:cNvSpPr/>
            <p:nvPr/>
          </p:nvSpPr>
          <p:spPr>
            <a:xfrm rot="19658400">
              <a:off x="8292240" y="661320"/>
              <a:ext cx="46080" cy="34560"/>
            </a:xfrm>
            <a:custGeom>
              <a:avLst/>
              <a:gdLst>
                <a:gd name="textAreaLeft" fmla="*/ 0 w 46080"/>
                <a:gd name="textAreaRight" fmla="*/ 46440 w 46080"/>
                <a:gd name="textAreaTop" fmla="*/ 0 h 34560"/>
                <a:gd name="textAreaBottom" fmla="*/ 34920 h 3456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2" name="Google Shape;2025;p50"/>
            <p:cNvSpPr/>
            <p:nvPr/>
          </p:nvSpPr>
          <p:spPr>
            <a:xfrm rot="19658400">
              <a:off x="8375760" y="731880"/>
              <a:ext cx="28080" cy="21600"/>
            </a:xfrm>
            <a:custGeom>
              <a:avLst/>
              <a:gdLst>
                <a:gd name="textAreaLeft" fmla="*/ 0 w 28080"/>
                <a:gd name="textAreaRight" fmla="*/ 28440 w 28080"/>
                <a:gd name="textAreaTop" fmla="*/ 0 h 21600"/>
                <a:gd name="textAreaBottom" fmla="*/ 21960 h 2160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3" name="Google Shape;2026;p50"/>
            <p:cNvSpPr/>
            <p:nvPr/>
          </p:nvSpPr>
          <p:spPr>
            <a:xfrm rot="19658400">
              <a:off x="8525160" y="844920"/>
              <a:ext cx="34560" cy="29160"/>
            </a:xfrm>
            <a:custGeom>
              <a:avLst/>
              <a:gdLst>
                <a:gd name="textAreaLeft" fmla="*/ 0 w 34560"/>
                <a:gd name="textAreaRight" fmla="*/ 34920 w 34560"/>
                <a:gd name="textAreaTop" fmla="*/ 0 h 29160"/>
                <a:gd name="textAreaBottom" fmla="*/ 29520 h 2916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44" name="Google Shape;2027;p50"/>
          <p:cNvSpPr/>
          <p:nvPr/>
        </p:nvSpPr>
        <p:spPr>
          <a:xfrm rot="14593200">
            <a:off x="-831600" y="4487760"/>
            <a:ext cx="2126880" cy="977400"/>
          </a:xfrm>
          <a:custGeom>
            <a:avLst/>
            <a:gdLst>
              <a:gd name="textAreaLeft" fmla="*/ 0 w 2126880"/>
              <a:gd name="textAreaRight" fmla="*/ 2127240 w 2126880"/>
              <a:gd name="textAreaTop" fmla="*/ 0 h 977400"/>
              <a:gd name="textAreaBottom" fmla="*/ 977760 h 9774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45" name="Google Shape;2028;p50"/>
          <p:cNvGrpSpPr/>
          <p:nvPr/>
        </p:nvGrpSpPr>
        <p:grpSpPr>
          <a:xfrm>
            <a:off x="20160" y="4434120"/>
            <a:ext cx="627840" cy="647280"/>
            <a:chOff x="20160" y="4434120"/>
            <a:chExt cx="627840" cy="647280"/>
          </a:xfrm>
        </p:grpSpPr>
        <p:sp>
          <p:nvSpPr>
            <p:cNvPr id="1746" name="Google Shape;2029;p50"/>
            <p:cNvSpPr/>
            <p:nvPr/>
          </p:nvSpPr>
          <p:spPr>
            <a:xfrm>
              <a:off x="588240" y="4434120"/>
              <a:ext cx="50400" cy="39960"/>
            </a:xfrm>
            <a:custGeom>
              <a:avLst/>
              <a:gdLst>
                <a:gd name="textAreaLeft" fmla="*/ 0 w 50400"/>
                <a:gd name="textAreaRight" fmla="*/ 50760 w 50400"/>
                <a:gd name="textAreaTop" fmla="*/ 0 h 39960"/>
                <a:gd name="textAreaBottom" fmla="*/ 40320 h 3996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2030;p50"/>
            <p:cNvSpPr/>
            <p:nvPr/>
          </p:nvSpPr>
          <p:spPr>
            <a:xfrm>
              <a:off x="412200" y="4614840"/>
              <a:ext cx="53280" cy="54000"/>
            </a:xfrm>
            <a:custGeom>
              <a:avLst/>
              <a:gdLst>
                <a:gd name="textAreaLeft" fmla="*/ 0 w 53280"/>
                <a:gd name="textAreaRight" fmla="*/ 53640 w 53280"/>
                <a:gd name="textAreaTop" fmla="*/ 0 h 54000"/>
                <a:gd name="textAreaBottom" fmla="*/ 54360 h 5400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8" name="Google Shape;2031;p50"/>
            <p:cNvSpPr/>
            <p:nvPr/>
          </p:nvSpPr>
          <p:spPr>
            <a:xfrm>
              <a:off x="591480" y="4637160"/>
              <a:ext cx="56520" cy="47520"/>
            </a:xfrm>
            <a:custGeom>
              <a:avLst/>
              <a:gdLst>
                <a:gd name="textAreaLeft" fmla="*/ 0 w 56520"/>
                <a:gd name="textAreaRight" fmla="*/ 56880 w 56520"/>
                <a:gd name="textAreaTop" fmla="*/ 0 h 47520"/>
                <a:gd name="textAreaBottom" fmla="*/ 47880 h 475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9" name="Google Shape;2032;p50"/>
            <p:cNvSpPr/>
            <p:nvPr/>
          </p:nvSpPr>
          <p:spPr>
            <a:xfrm>
              <a:off x="397440" y="4500000"/>
              <a:ext cx="50400" cy="37080"/>
            </a:xfrm>
            <a:custGeom>
              <a:avLst/>
              <a:gdLst>
                <a:gd name="textAreaLeft" fmla="*/ 0 w 50400"/>
                <a:gd name="textAreaRight" fmla="*/ 50760 w 50400"/>
                <a:gd name="textAreaTop" fmla="*/ 0 h 37080"/>
                <a:gd name="textAreaBottom" fmla="*/ 37440 h 3708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0" name="Google Shape;2033;p50"/>
            <p:cNvSpPr/>
            <p:nvPr/>
          </p:nvSpPr>
          <p:spPr>
            <a:xfrm>
              <a:off x="370440" y="4838760"/>
              <a:ext cx="56880" cy="38160"/>
            </a:xfrm>
            <a:custGeom>
              <a:avLst/>
              <a:gdLst>
                <a:gd name="textAreaLeft" fmla="*/ 0 w 56880"/>
                <a:gd name="textAreaRight" fmla="*/ 57240 w 56880"/>
                <a:gd name="textAreaTop" fmla="*/ 0 h 38160"/>
                <a:gd name="textAreaBottom" fmla="*/ 38520 h 3816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1" name="Google Shape;2034;p50"/>
            <p:cNvSpPr/>
            <p:nvPr/>
          </p:nvSpPr>
          <p:spPr>
            <a:xfrm>
              <a:off x="201960" y="4720680"/>
              <a:ext cx="44280" cy="33840"/>
            </a:xfrm>
            <a:custGeom>
              <a:avLst/>
              <a:gdLst>
                <a:gd name="textAreaLeft" fmla="*/ 0 w 44280"/>
                <a:gd name="textAreaRight" fmla="*/ 44640 w 44280"/>
                <a:gd name="textAreaTop" fmla="*/ 0 h 33840"/>
                <a:gd name="textAreaBottom" fmla="*/ 34200 h 3384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920" bIns="16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2" name="Google Shape;2035;p50"/>
            <p:cNvSpPr/>
            <p:nvPr/>
          </p:nvSpPr>
          <p:spPr>
            <a:xfrm>
              <a:off x="222840" y="4889160"/>
              <a:ext cx="2520" cy="4320"/>
            </a:xfrm>
            <a:custGeom>
              <a:avLst/>
              <a:gdLst>
                <a:gd name="textAreaLeft" fmla="*/ 0 w 2520"/>
                <a:gd name="textAreaRight" fmla="*/ 2880 w 2520"/>
                <a:gd name="textAreaTop" fmla="*/ 0 h 4320"/>
                <a:gd name="textAreaBottom" fmla="*/ 4680 h 432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3" name="Google Shape;2036;p50"/>
            <p:cNvSpPr/>
            <p:nvPr/>
          </p:nvSpPr>
          <p:spPr>
            <a:xfrm>
              <a:off x="20160" y="5051880"/>
              <a:ext cx="35280" cy="29520"/>
            </a:xfrm>
            <a:custGeom>
              <a:avLst/>
              <a:gdLst>
                <a:gd name="textAreaLeft" fmla="*/ 0 w 35280"/>
                <a:gd name="textAreaRight" fmla="*/ 35640 w 35280"/>
                <a:gd name="textAreaTop" fmla="*/ 0 h 29520"/>
                <a:gd name="textAreaBottom" fmla="*/ 29880 h 2952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54" name="Google Shape;2037;p50"/>
          <p:cNvSpPr/>
          <p:nvPr/>
        </p:nvSpPr>
        <p:spPr>
          <a:xfrm rot="8792400">
            <a:off x="7351200" y="43678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55" name="Google Shape;2038;p50"/>
          <p:cNvGrpSpPr/>
          <p:nvPr/>
        </p:nvGrpSpPr>
        <p:grpSpPr>
          <a:xfrm>
            <a:off x="-212760" y="-71640"/>
            <a:ext cx="1094400" cy="1316160"/>
            <a:chOff x="-212760" y="-71640"/>
            <a:chExt cx="1094400" cy="1316160"/>
          </a:xfrm>
        </p:grpSpPr>
        <p:sp>
          <p:nvSpPr>
            <p:cNvPr id="1756" name="Google Shape;2039;p50"/>
            <p:cNvSpPr/>
            <p:nvPr/>
          </p:nvSpPr>
          <p:spPr>
            <a:xfrm rot="11379000">
              <a:off x="-131040" y="-10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7" name="Google Shape;2040;p50"/>
            <p:cNvSpPr/>
            <p:nvPr/>
          </p:nvSpPr>
          <p:spPr>
            <a:xfrm rot="11379000">
              <a:off x="104760" y="46728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8" name="Google Shape;2041;p50"/>
            <p:cNvSpPr/>
            <p:nvPr/>
          </p:nvSpPr>
          <p:spPr>
            <a:xfrm rot="11379000">
              <a:off x="90360" y="41436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2042;p50"/>
            <p:cNvSpPr/>
            <p:nvPr/>
          </p:nvSpPr>
          <p:spPr>
            <a:xfrm rot="11379000">
              <a:off x="34560" y="2887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0" name="Google Shape;2043;p50"/>
            <p:cNvSpPr/>
            <p:nvPr/>
          </p:nvSpPr>
          <p:spPr>
            <a:xfrm rot="11379000">
              <a:off x="123480" y="61128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dk2"/>
        </a:solidFill>
        <a:effectLst/>
      </p:bgPr>
    </p:bg>
    <p:spTree>
      <p:nvGrpSpPr>
        <p:cNvPr id="1" name=""/>
        <p:cNvGrpSpPr/>
        <p:nvPr/>
      </p:nvGrpSpPr>
      <p:grpSpPr>
        <a:xfrm>
          <a:off x="0" y="0"/>
          <a:ext cx="0" cy="0"/>
          <a:chOff x="0" y="0"/>
          <a:chExt cx="0" cy="0"/>
        </a:xfrm>
      </p:grpSpPr>
      <p:sp>
        <p:nvSpPr>
          <p:cNvPr id="1761" name="Google Shape;181;p6"/>
          <p:cNvSpPr/>
          <p:nvPr/>
        </p:nvSpPr>
        <p:spPr>
          <a:xfrm rot="4670400" flipH="1">
            <a:off x="8168760" y="4215240"/>
            <a:ext cx="1169640" cy="588240"/>
          </a:xfrm>
          <a:custGeom>
            <a:avLst/>
            <a:gdLst>
              <a:gd name="textAreaLeft" fmla="*/ -360 w 1169640"/>
              <a:gd name="textAreaRight" fmla="*/ 116964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2" name="PlaceHolder 1"/>
          <p:cNvSpPr>
            <a:spLocks noGrp="1"/>
          </p:cNvSpPr>
          <p:nvPr>
            <p:ph type="title"/>
          </p:nvPr>
        </p:nvSpPr>
        <p:spPr>
          <a:xfrm>
            <a:off x="713160" y="420480"/>
            <a:ext cx="77173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763" name="Google Shape;183;p6"/>
          <p:cNvSpPr/>
          <p:nvPr/>
        </p:nvSpPr>
        <p:spPr>
          <a:xfrm>
            <a:off x="8529840" y="354600"/>
            <a:ext cx="646920" cy="463680"/>
          </a:xfrm>
          <a:custGeom>
            <a:avLst/>
            <a:gdLst>
              <a:gd name="textAreaLeft" fmla="*/ 0 w 646920"/>
              <a:gd name="textAreaRight" fmla="*/ 647280 w 646920"/>
              <a:gd name="textAreaTop" fmla="*/ 0 h 463680"/>
              <a:gd name="textAreaBottom" fmla="*/ 464040 h 4636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764" name="Google Shape;184;p6"/>
          <p:cNvGrpSpPr/>
          <p:nvPr/>
        </p:nvGrpSpPr>
        <p:grpSpPr>
          <a:xfrm>
            <a:off x="8330040" y="93960"/>
            <a:ext cx="702720" cy="694080"/>
            <a:chOff x="8330040" y="93960"/>
            <a:chExt cx="702720" cy="694080"/>
          </a:xfrm>
        </p:grpSpPr>
        <p:sp>
          <p:nvSpPr>
            <p:cNvPr id="1765" name="Google Shape;185;p6"/>
            <p:cNvSpPr/>
            <p:nvPr/>
          </p:nvSpPr>
          <p:spPr>
            <a:xfrm>
              <a:off x="8772120" y="93960"/>
              <a:ext cx="20880" cy="15120"/>
            </a:xfrm>
            <a:custGeom>
              <a:avLst/>
              <a:gdLst>
                <a:gd name="textAreaLeft" fmla="*/ 0 w 20880"/>
                <a:gd name="textAreaRight" fmla="*/ 21240 w 20880"/>
                <a:gd name="textAreaTop" fmla="*/ 0 h 15120"/>
                <a:gd name="textAreaBottom" fmla="*/ 15480 h 15120"/>
              </a:gdLst>
              <a:ahLst/>
              <a:cxnLst/>
              <a:rect l="textAreaLeft" t="textAreaTop" r="textAreaRight" b="textAreaBottom"/>
              <a:pathLst>
                <a:path w="698" h="507">
                  <a:moveTo>
                    <a:pt x="265" y="1"/>
                  </a:moveTo>
                  <a:cubicBezTo>
                    <a:pt x="201" y="1"/>
                    <a:pt x="128" y="35"/>
                    <a:pt x="74" y="89"/>
                  </a:cubicBezTo>
                  <a:cubicBezTo>
                    <a:pt x="37" y="125"/>
                    <a:pt x="1" y="198"/>
                    <a:pt x="1" y="235"/>
                  </a:cubicBezTo>
                  <a:cubicBezTo>
                    <a:pt x="1" y="308"/>
                    <a:pt x="37" y="382"/>
                    <a:pt x="74" y="418"/>
                  </a:cubicBezTo>
                  <a:cubicBezTo>
                    <a:pt x="128" y="472"/>
                    <a:pt x="201" y="506"/>
                    <a:pt x="265" y="506"/>
                  </a:cubicBezTo>
                  <a:cubicBezTo>
                    <a:pt x="289" y="506"/>
                    <a:pt x="311" y="502"/>
                    <a:pt x="331" y="492"/>
                  </a:cubicBezTo>
                  <a:lnTo>
                    <a:pt x="441" y="492"/>
                  </a:lnTo>
                  <a:cubicBezTo>
                    <a:pt x="490" y="492"/>
                    <a:pt x="539" y="459"/>
                    <a:pt x="577" y="415"/>
                  </a:cubicBezTo>
                  <a:lnTo>
                    <a:pt x="577" y="415"/>
                  </a:lnTo>
                  <a:cubicBezTo>
                    <a:pt x="640" y="401"/>
                    <a:pt x="697" y="336"/>
                    <a:pt x="697" y="272"/>
                  </a:cubicBezTo>
                  <a:cubicBezTo>
                    <a:pt x="697" y="175"/>
                    <a:pt x="640" y="107"/>
                    <a:pt x="577" y="92"/>
                  </a:cubicBezTo>
                  <a:lnTo>
                    <a:pt x="577" y="92"/>
                  </a:lnTo>
                  <a:cubicBezTo>
                    <a:pt x="569" y="82"/>
                    <a:pt x="560" y="73"/>
                    <a:pt x="551" y="65"/>
                  </a:cubicBezTo>
                  <a:lnTo>
                    <a:pt x="551" y="65"/>
                  </a:lnTo>
                  <a:lnTo>
                    <a:pt x="551" y="52"/>
                  </a:lnTo>
                  <a:lnTo>
                    <a:pt x="535" y="52"/>
                  </a:lnTo>
                  <a:cubicBezTo>
                    <a:pt x="506" y="30"/>
                    <a:pt x="473" y="15"/>
                    <a:pt x="441" y="15"/>
                  </a:cubicBezTo>
                  <a:lnTo>
                    <a:pt x="331" y="15"/>
                  </a:lnTo>
                  <a:cubicBezTo>
                    <a:pt x="311" y="5"/>
                    <a:pt x="289" y="1"/>
                    <a:pt x="265"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7560" bIns="7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6" name="Google Shape;186;p6"/>
            <p:cNvSpPr/>
            <p:nvPr/>
          </p:nvSpPr>
          <p:spPr>
            <a:xfrm>
              <a:off x="8740800" y="189360"/>
              <a:ext cx="28800" cy="21960"/>
            </a:xfrm>
            <a:custGeom>
              <a:avLst/>
              <a:gdLst>
                <a:gd name="textAreaLeft" fmla="*/ 0 w 28800"/>
                <a:gd name="textAreaRight" fmla="*/ 29160 w 28800"/>
                <a:gd name="textAreaTop" fmla="*/ 0 h 21960"/>
                <a:gd name="textAreaBottom" fmla="*/ 22320 h 21960"/>
              </a:gdLst>
              <a:ahLst/>
              <a:cxnLst/>
              <a:rect l="textAreaLeft" t="textAreaTop" r="textAreaRight" b="textAreaBottom"/>
              <a:pathLst>
                <a:path w="954" h="734">
                  <a:moveTo>
                    <a:pt x="477" y="0"/>
                  </a:moveTo>
                  <a:cubicBezTo>
                    <a:pt x="0" y="0"/>
                    <a:pt x="0" y="733"/>
                    <a:pt x="477" y="733"/>
                  </a:cubicBezTo>
                  <a:cubicBezTo>
                    <a:pt x="953" y="697"/>
                    <a:pt x="953" y="0"/>
                    <a:pt x="477"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1160" bIns="11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7" name="Google Shape;187;p6"/>
            <p:cNvSpPr/>
            <p:nvPr/>
          </p:nvSpPr>
          <p:spPr>
            <a:xfrm>
              <a:off x="8846640" y="144720"/>
              <a:ext cx="30960" cy="26640"/>
            </a:xfrm>
            <a:custGeom>
              <a:avLst/>
              <a:gdLst>
                <a:gd name="textAreaLeft" fmla="*/ 0 w 30960"/>
                <a:gd name="textAreaRight" fmla="*/ 31320 w 30960"/>
                <a:gd name="textAreaTop" fmla="*/ 0 h 26640"/>
                <a:gd name="textAreaBottom" fmla="*/ 27000 h 26640"/>
              </a:gdLst>
              <a:ahLst/>
              <a:cxnLst/>
              <a:rect l="textAreaLeft" t="textAreaTop" r="textAreaRight" b="textAreaBottom"/>
              <a:pathLst>
                <a:path w="1028" h="881">
                  <a:moveTo>
                    <a:pt x="514" y="1"/>
                  </a:moveTo>
                  <a:cubicBezTo>
                    <a:pt x="1" y="74"/>
                    <a:pt x="1" y="807"/>
                    <a:pt x="514" y="881"/>
                  </a:cubicBezTo>
                  <a:cubicBezTo>
                    <a:pt x="1027" y="807"/>
                    <a:pt x="1027" y="74"/>
                    <a:pt x="514"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8" name="Google Shape;188;p6"/>
            <p:cNvSpPr/>
            <p:nvPr/>
          </p:nvSpPr>
          <p:spPr>
            <a:xfrm>
              <a:off x="8838000" y="414000"/>
              <a:ext cx="39960" cy="37440"/>
            </a:xfrm>
            <a:custGeom>
              <a:avLst/>
              <a:gdLst>
                <a:gd name="textAreaLeft" fmla="*/ 0 w 39960"/>
                <a:gd name="textAreaRight" fmla="*/ 40320 w 39960"/>
                <a:gd name="textAreaTop" fmla="*/ 0 h 37440"/>
                <a:gd name="textAreaBottom" fmla="*/ 37800 h 37440"/>
              </a:gdLst>
              <a:ahLst/>
              <a:cxnLst/>
              <a:rect l="textAreaLeft" t="textAreaTop" r="textAreaRight" b="textAreaBottom"/>
              <a:pathLst>
                <a:path w="1321" h="1238">
                  <a:moveTo>
                    <a:pt x="532" y="1"/>
                  </a:moveTo>
                  <a:cubicBezTo>
                    <a:pt x="404" y="1"/>
                    <a:pt x="276" y="46"/>
                    <a:pt x="184" y="138"/>
                  </a:cubicBezTo>
                  <a:cubicBezTo>
                    <a:pt x="1" y="358"/>
                    <a:pt x="1" y="651"/>
                    <a:pt x="184" y="871"/>
                  </a:cubicBezTo>
                  <a:lnTo>
                    <a:pt x="477" y="1091"/>
                  </a:lnTo>
                  <a:cubicBezTo>
                    <a:pt x="551" y="1201"/>
                    <a:pt x="660" y="1238"/>
                    <a:pt x="807" y="1238"/>
                  </a:cubicBezTo>
                  <a:cubicBezTo>
                    <a:pt x="917" y="1238"/>
                    <a:pt x="1064" y="1201"/>
                    <a:pt x="1137" y="1091"/>
                  </a:cubicBezTo>
                  <a:cubicBezTo>
                    <a:pt x="1320" y="908"/>
                    <a:pt x="1320" y="615"/>
                    <a:pt x="1137" y="431"/>
                  </a:cubicBezTo>
                  <a:cubicBezTo>
                    <a:pt x="1064" y="321"/>
                    <a:pt x="954" y="248"/>
                    <a:pt x="880" y="138"/>
                  </a:cubicBezTo>
                  <a:cubicBezTo>
                    <a:pt x="789" y="46"/>
                    <a:pt x="660" y="1"/>
                    <a:pt x="532"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69" name="Google Shape;189;p6"/>
            <p:cNvSpPr/>
            <p:nvPr/>
          </p:nvSpPr>
          <p:spPr>
            <a:xfrm>
              <a:off x="8927280" y="386640"/>
              <a:ext cx="43200" cy="42480"/>
            </a:xfrm>
            <a:custGeom>
              <a:avLst/>
              <a:gdLst>
                <a:gd name="textAreaLeft" fmla="*/ 0 w 43200"/>
                <a:gd name="textAreaRight" fmla="*/ 43560 w 43200"/>
                <a:gd name="textAreaTop" fmla="*/ 0 h 42480"/>
                <a:gd name="textAreaBottom" fmla="*/ 42840 h 42480"/>
              </a:gdLst>
              <a:ahLst/>
              <a:cxnLst/>
              <a:rect l="textAreaLeft" t="textAreaTop" r="textAreaRight" b="textAreaBottom"/>
              <a:pathLst>
                <a:path w="1430" h="1408">
                  <a:moveTo>
                    <a:pt x="550" y="1"/>
                  </a:moveTo>
                  <a:cubicBezTo>
                    <a:pt x="404" y="1"/>
                    <a:pt x="257" y="37"/>
                    <a:pt x="147" y="147"/>
                  </a:cubicBezTo>
                  <a:cubicBezTo>
                    <a:pt x="37" y="257"/>
                    <a:pt x="0" y="404"/>
                    <a:pt x="0" y="550"/>
                  </a:cubicBezTo>
                  <a:cubicBezTo>
                    <a:pt x="0" y="697"/>
                    <a:pt x="37" y="844"/>
                    <a:pt x="147" y="954"/>
                  </a:cubicBezTo>
                  <a:lnTo>
                    <a:pt x="147" y="990"/>
                  </a:lnTo>
                  <a:cubicBezTo>
                    <a:pt x="257" y="1100"/>
                    <a:pt x="404" y="1247"/>
                    <a:pt x="550" y="1320"/>
                  </a:cubicBezTo>
                  <a:cubicBezTo>
                    <a:pt x="631" y="1374"/>
                    <a:pt x="711" y="1408"/>
                    <a:pt x="806" y="1408"/>
                  </a:cubicBezTo>
                  <a:cubicBezTo>
                    <a:pt x="841" y="1408"/>
                    <a:pt x="877" y="1403"/>
                    <a:pt x="917" y="1394"/>
                  </a:cubicBezTo>
                  <a:cubicBezTo>
                    <a:pt x="1027" y="1394"/>
                    <a:pt x="1137" y="1320"/>
                    <a:pt x="1247" y="1247"/>
                  </a:cubicBezTo>
                  <a:cubicBezTo>
                    <a:pt x="1283" y="1174"/>
                    <a:pt x="1357" y="1100"/>
                    <a:pt x="1357" y="990"/>
                  </a:cubicBezTo>
                  <a:cubicBezTo>
                    <a:pt x="1430" y="844"/>
                    <a:pt x="1393" y="697"/>
                    <a:pt x="1320" y="550"/>
                  </a:cubicBezTo>
                  <a:cubicBezTo>
                    <a:pt x="1210" y="404"/>
                    <a:pt x="1100" y="257"/>
                    <a:pt x="953" y="147"/>
                  </a:cubicBezTo>
                  <a:cubicBezTo>
                    <a:pt x="843" y="37"/>
                    <a:pt x="697" y="1"/>
                    <a:pt x="550"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0" name="Google Shape;190;p6"/>
            <p:cNvSpPr/>
            <p:nvPr/>
          </p:nvSpPr>
          <p:spPr>
            <a:xfrm>
              <a:off x="8841240" y="310680"/>
              <a:ext cx="23040" cy="30960"/>
            </a:xfrm>
            <a:custGeom>
              <a:avLst/>
              <a:gdLst>
                <a:gd name="textAreaLeft" fmla="*/ 0 w 23040"/>
                <a:gd name="textAreaRight" fmla="*/ 23400 w 23040"/>
                <a:gd name="textAreaTop" fmla="*/ 0 h 30960"/>
                <a:gd name="textAreaBottom" fmla="*/ 31320 h 30960"/>
              </a:gdLst>
              <a:ahLst/>
              <a:cxnLst/>
              <a:rect l="textAreaLeft" t="textAreaTop" r="textAreaRight" b="textAreaBottom"/>
              <a:pathLst>
                <a:path w="771" h="1028">
                  <a:moveTo>
                    <a:pt x="367" y="1"/>
                  </a:moveTo>
                  <a:cubicBezTo>
                    <a:pt x="147" y="1"/>
                    <a:pt x="1" y="147"/>
                    <a:pt x="1" y="404"/>
                  </a:cubicBezTo>
                  <a:lnTo>
                    <a:pt x="37" y="404"/>
                  </a:lnTo>
                  <a:lnTo>
                    <a:pt x="37" y="661"/>
                  </a:lnTo>
                  <a:cubicBezTo>
                    <a:pt x="37" y="771"/>
                    <a:pt x="74" y="844"/>
                    <a:pt x="147" y="917"/>
                  </a:cubicBezTo>
                  <a:cubicBezTo>
                    <a:pt x="221" y="991"/>
                    <a:pt x="294" y="1027"/>
                    <a:pt x="404" y="1027"/>
                  </a:cubicBezTo>
                  <a:cubicBezTo>
                    <a:pt x="624" y="1027"/>
                    <a:pt x="770" y="881"/>
                    <a:pt x="770" y="661"/>
                  </a:cubicBezTo>
                  <a:lnTo>
                    <a:pt x="770" y="404"/>
                  </a:lnTo>
                  <a:cubicBezTo>
                    <a:pt x="770" y="294"/>
                    <a:pt x="734" y="184"/>
                    <a:pt x="660" y="111"/>
                  </a:cubicBezTo>
                  <a:cubicBezTo>
                    <a:pt x="587" y="38"/>
                    <a:pt x="477" y="1"/>
                    <a:pt x="36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1" name="Google Shape;191;p6"/>
            <p:cNvSpPr/>
            <p:nvPr/>
          </p:nvSpPr>
          <p:spPr>
            <a:xfrm>
              <a:off x="8912160" y="517320"/>
              <a:ext cx="35640" cy="21240"/>
            </a:xfrm>
            <a:custGeom>
              <a:avLst/>
              <a:gdLst>
                <a:gd name="textAreaLeft" fmla="*/ 0 w 35640"/>
                <a:gd name="textAreaRight" fmla="*/ 36000 w 35640"/>
                <a:gd name="textAreaTop" fmla="*/ 0 h 21240"/>
                <a:gd name="textAreaBottom" fmla="*/ 21600 h 21240"/>
              </a:gdLst>
              <a:ahLst/>
              <a:cxnLst/>
              <a:rect l="textAreaLeft" t="textAreaTop" r="textAreaRight" b="textAreaBottom"/>
              <a:pathLst>
                <a:path w="1188" h="706">
                  <a:moveTo>
                    <a:pt x="462" y="0"/>
                  </a:moveTo>
                  <a:cubicBezTo>
                    <a:pt x="0" y="0"/>
                    <a:pt x="0" y="706"/>
                    <a:pt x="462" y="706"/>
                  </a:cubicBezTo>
                  <a:cubicBezTo>
                    <a:pt x="483" y="706"/>
                    <a:pt x="505" y="704"/>
                    <a:pt x="528" y="701"/>
                  </a:cubicBezTo>
                  <a:lnTo>
                    <a:pt x="785" y="701"/>
                  </a:lnTo>
                  <a:cubicBezTo>
                    <a:pt x="1188" y="628"/>
                    <a:pt x="1188" y="41"/>
                    <a:pt x="785" y="5"/>
                  </a:cubicBezTo>
                  <a:lnTo>
                    <a:pt x="528" y="5"/>
                  </a:lnTo>
                  <a:cubicBezTo>
                    <a:pt x="505" y="2"/>
                    <a:pt x="483" y="0"/>
                    <a:pt x="462"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2" name="Google Shape;192;p6"/>
            <p:cNvSpPr/>
            <p:nvPr/>
          </p:nvSpPr>
          <p:spPr>
            <a:xfrm>
              <a:off x="8986320" y="652320"/>
              <a:ext cx="12960" cy="12960"/>
            </a:xfrm>
            <a:custGeom>
              <a:avLst/>
              <a:gdLst>
                <a:gd name="textAreaLeft" fmla="*/ 0 w 12960"/>
                <a:gd name="textAreaRight" fmla="*/ 13320 w 12960"/>
                <a:gd name="textAreaTop" fmla="*/ 0 h 12960"/>
                <a:gd name="textAreaBottom" fmla="*/ 13320 h 12960"/>
              </a:gdLst>
              <a:ahLst/>
              <a:cxnLst/>
              <a:rect l="textAreaLeft" t="textAreaTop" r="textAreaRight" b="textAreaBottom"/>
              <a:pathLst>
                <a:path w="441" h="441">
                  <a:moveTo>
                    <a:pt x="220" y="0"/>
                  </a:moveTo>
                  <a:cubicBezTo>
                    <a:pt x="0" y="74"/>
                    <a:pt x="0" y="367"/>
                    <a:pt x="220" y="440"/>
                  </a:cubicBezTo>
                  <a:cubicBezTo>
                    <a:pt x="440" y="367"/>
                    <a:pt x="440" y="74"/>
                    <a:pt x="220"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3" name="Google Shape;193;p6"/>
            <p:cNvSpPr/>
            <p:nvPr/>
          </p:nvSpPr>
          <p:spPr>
            <a:xfrm>
              <a:off x="9018720" y="775080"/>
              <a:ext cx="14040" cy="12960"/>
            </a:xfrm>
            <a:custGeom>
              <a:avLst/>
              <a:gdLst>
                <a:gd name="textAreaLeft" fmla="*/ 0 w 14040"/>
                <a:gd name="textAreaRight" fmla="*/ 14400 w 14040"/>
                <a:gd name="textAreaTop" fmla="*/ 0 h 12960"/>
                <a:gd name="textAreaBottom" fmla="*/ 13320 h 12960"/>
              </a:gdLst>
              <a:ahLst/>
              <a:cxnLst/>
              <a:rect l="textAreaLeft" t="textAreaTop" r="textAreaRight" b="textAreaBottom"/>
              <a:pathLst>
                <a:path w="477" h="441">
                  <a:moveTo>
                    <a:pt x="257" y="1"/>
                  </a:moveTo>
                  <a:cubicBezTo>
                    <a:pt x="0" y="37"/>
                    <a:pt x="0" y="404"/>
                    <a:pt x="257" y="440"/>
                  </a:cubicBezTo>
                  <a:cubicBezTo>
                    <a:pt x="477" y="404"/>
                    <a:pt x="477" y="37"/>
                    <a:pt x="25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4" name="Google Shape;194;p6"/>
            <p:cNvSpPr/>
            <p:nvPr/>
          </p:nvSpPr>
          <p:spPr>
            <a:xfrm>
              <a:off x="8633520" y="364320"/>
              <a:ext cx="37440" cy="29880"/>
            </a:xfrm>
            <a:custGeom>
              <a:avLst/>
              <a:gdLst>
                <a:gd name="textAreaLeft" fmla="*/ 0 w 37440"/>
                <a:gd name="textAreaRight" fmla="*/ 37800 w 37440"/>
                <a:gd name="textAreaTop" fmla="*/ 0 h 29880"/>
                <a:gd name="textAreaBottom" fmla="*/ 30240 h 29880"/>
              </a:gdLst>
              <a:ahLst/>
              <a:cxnLst/>
              <a:rect l="textAreaLeft" t="textAreaTop" r="textAreaRight" b="textAreaBottom"/>
              <a:pathLst>
                <a:path w="1247" h="991">
                  <a:moveTo>
                    <a:pt x="513" y="0"/>
                  </a:moveTo>
                  <a:cubicBezTo>
                    <a:pt x="367" y="0"/>
                    <a:pt x="257" y="37"/>
                    <a:pt x="147" y="147"/>
                  </a:cubicBezTo>
                  <a:cubicBezTo>
                    <a:pt x="74" y="220"/>
                    <a:pt x="0" y="367"/>
                    <a:pt x="0" y="477"/>
                  </a:cubicBezTo>
                  <a:cubicBezTo>
                    <a:pt x="0" y="770"/>
                    <a:pt x="220" y="990"/>
                    <a:pt x="513" y="990"/>
                  </a:cubicBezTo>
                  <a:lnTo>
                    <a:pt x="770" y="990"/>
                  </a:lnTo>
                  <a:cubicBezTo>
                    <a:pt x="1027" y="990"/>
                    <a:pt x="1247" y="770"/>
                    <a:pt x="1247" y="514"/>
                  </a:cubicBezTo>
                  <a:cubicBezTo>
                    <a:pt x="1247" y="220"/>
                    <a:pt x="1027" y="0"/>
                    <a:pt x="770" y="0"/>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5" name="Google Shape;195;p6"/>
            <p:cNvSpPr/>
            <p:nvPr/>
          </p:nvSpPr>
          <p:spPr>
            <a:xfrm>
              <a:off x="8537760" y="239400"/>
              <a:ext cx="25200" cy="18720"/>
            </a:xfrm>
            <a:custGeom>
              <a:avLst/>
              <a:gdLst>
                <a:gd name="textAreaLeft" fmla="*/ 0 w 25200"/>
                <a:gd name="textAreaRight" fmla="*/ 25560 w 25200"/>
                <a:gd name="textAreaTop" fmla="*/ 0 h 18720"/>
                <a:gd name="textAreaBottom" fmla="*/ 19080 h 18720"/>
              </a:gdLst>
              <a:ahLst/>
              <a:cxnLst/>
              <a:rect l="textAreaLeft" t="textAreaTop" r="textAreaRight" b="textAreaBottom"/>
              <a:pathLst>
                <a:path w="844" h="624">
                  <a:moveTo>
                    <a:pt x="404" y="1"/>
                  </a:moveTo>
                  <a:cubicBezTo>
                    <a:pt x="1" y="1"/>
                    <a:pt x="1" y="624"/>
                    <a:pt x="404" y="624"/>
                  </a:cubicBezTo>
                  <a:cubicBezTo>
                    <a:pt x="844" y="624"/>
                    <a:pt x="844" y="1"/>
                    <a:pt x="404"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360" bIns="9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6" name="Google Shape;196;p6"/>
            <p:cNvSpPr/>
            <p:nvPr/>
          </p:nvSpPr>
          <p:spPr>
            <a:xfrm>
              <a:off x="8330040" y="118800"/>
              <a:ext cx="14040" cy="12960"/>
            </a:xfrm>
            <a:custGeom>
              <a:avLst/>
              <a:gdLst>
                <a:gd name="textAreaLeft" fmla="*/ 0 w 14040"/>
                <a:gd name="textAreaRight" fmla="*/ 14400 w 14040"/>
                <a:gd name="textAreaTop" fmla="*/ 0 h 12960"/>
                <a:gd name="textAreaBottom" fmla="*/ 13320 h 12960"/>
              </a:gdLst>
              <a:ahLst/>
              <a:cxnLst/>
              <a:rect l="textAreaLeft" t="textAreaTop" r="textAreaRight" b="textAreaBottom"/>
              <a:pathLst>
                <a:path w="477" h="441">
                  <a:moveTo>
                    <a:pt x="220" y="1"/>
                  </a:moveTo>
                  <a:cubicBezTo>
                    <a:pt x="0" y="74"/>
                    <a:pt x="0" y="367"/>
                    <a:pt x="220" y="441"/>
                  </a:cubicBezTo>
                  <a:cubicBezTo>
                    <a:pt x="477" y="367"/>
                    <a:pt x="477" y="74"/>
                    <a:pt x="220"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777" name="Google Shape;197;p6"/>
          <p:cNvGrpSpPr/>
          <p:nvPr/>
        </p:nvGrpSpPr>
        <p:grpSpPr>
          <a:xfrm>
            <a:off x="8430840" y="977760"/>
            <a:ext cx="646920" cy="667440"/>
            <a:chOff x="8430840" y="977760"/>
            <a:chExt cx="646920" cy="667440"/>
          </a:xfrm>
        </p:grpSpPr>
        <p:sp>
          <p:nvSpPr>
            <p:cNvPr id="1778" name="Google Shape;198;p6"/>
            <p:cNvSpPr/>
            <p:nvPr/>
          </p:nvSpPr>
          <p:spPr>
            <a:xfrm>
              <a:off x="9016560" y="977760"/>
              <a:ext cx="51840" cy="41040"/>
            </a:xfrm>
            <a:custGeom>
              <a:avLst/>
              <a:gdLst>
                <a:gd name="textAreaLeft" fmla="*/ 0 w 51840"/>
                <a:gd name="textAreaRight" fmla="*/ 52200 w 51840"/>
                <a:gd name="textAreaTop" fmla="*/ 0 h 41040"/>
                <a:gd name="textAreaBottom" fmla="*/ 41400 h 4104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9" name="Google Shape;199;p6"/>
            <p:cNvSpPr/>
            <p:nvPr/>
          </p:nvSpPr>
          <p:spPr>
            <a:xfrm>
              <a:off x="8835120" y="1163880"/>
              <a:ext cx="55080" cy="55800"/>
            </a:xfrm>
            <a:custGeom>
              <a:avLst/>
              <a:gdLst>
                <a:gd name="textAreaLeft" fmla="*/ 0 w 55080"/>
                <a:gd name="textAreaRight" fmla="*/ 55440 w 55080"/>
                <a:gd name="textAreaTop" fmla="*/ 0 h 55800"/>
                <a:gd name="textAreaBottom" fmla="*/ 56160 h 5580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0" name="Google Shape;200;p6"/>
            <p:cNvSpPr/>
            <p:nvPr/>
          </p:nvSpPr>
          <p:spPr>
            <a:xfrm>
              <a:off x="9019800" y="1186920"/>
              <a:ext cx="57960" cy="48960"/>
            </a:xfrm>
            <a:custGeom>
              <a:avLst/>
              <a:gdLst>
                <a:gd name="textAreaLeft" fmla="*/ 0 w 57960"/>
                <a:gd name="textAreaRight" fmla="*/ 58320 w 57960"/>
                <a:gd name="textAreaTop" fmla="*/ 0 h 48960"/>
                <a:gd name="textAreaBottom" fmla="*/ 49320 h 4896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480" bIns="24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1" name="Google Shape;201;p6"/>
            <p:cNvSpPr/>
            <p:nvPr/>
          </p:nvSpPr>
          <p:spPr>
            <a:xfrm>
              <a:off x="8819640" y="1045440"/>
              <a:ext cx="51840" cy="38160"/>
            </a:xfrm>
            <a:custGeom>
              <a:avLst/>
              <a:gdLst>
                <a:gd name="textAreaLeft" fmla="*/ 0 w 51840"/>
                <a:gd name="textAreaRight" fmla="*/ 52200 w 51840"/>
                <a:gd name="textAreaTop" fmla="*/ 0 h 38160"/>
                <a:gd name="textAreaBottom" fmla="*/ 38520 h 3816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2" name="Google Shape;202;p6"/>
            <p:cNvSpPr/>
            <p:nvPr/>
          </p:nvSpPr>
          <p:spPr>
            <a:xfrm>
              <a:off x="8791920" y="1395000"/>
              <a:ext cx="58680" cy="39240"/>
            </a:xfrm>
            <a:custGeom>
              <a:avLst/>
              <a:gdLst>
                <a:gd name="textAreaLeft" fmla="*/ 0 w 58680"/>
                <a:gd name="textAreaRight" fmla="*/ 59040 w 58680"/>
                <a:gd name="textAreaTop" fmla="*/ 0 h 39240"/>
                <a:gd name="textAreaBottom" fmla="*/ 39600 h 3924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3" name="Google Shape;203;p6"/>
            <p:cNvSpPr/>
            <p:nvPr/>
          </p:nvSpPr>
          <p:spPr>
            <a:xfrm>
              <a:off x="8618400" y="1272960"/>
              <a:ext cx="45720" cy="34920"/>
            </a:xfrm>
            <a:custGeom>
              <a:avLst/>
              <a:gdLst>
                <a:gd name="textAreaLeft" fmla="*/ 0 w 45720"/>
                <a:gd name="textAreaRight" fmla="*/ 46080 w 45720"/>
                <a:gd name="textAreaTop" fmla="*/ 0 h 34920"/>
                <a:gd name="textAreaBottom" fmla="*/ 35280 h 3492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204;p6"/>
            <p:cNvSpPr/>
            <p:nvPr/>
          </p:nvSpPr>
          <p:spPr>
            <a:xfrm>
              <a:off x="8640000" y="1446840"/>
              <a:ext cx="2880" cy="4320"/>
            </a:xfrm>
            <a:custGeom>
              <a:avLst/>
              <a:gdLst>
                <a:gd name="textAreaLeft" fmla="*/ 0 w 2880"/>
                <a:gd name="textAreaRight" fmla="*/ 3240 w 2880"/>
                <a:gd name="textAreaTop" fmla="*/ 0 h 4320"/>
                <a:gd name="textAreaBottom" fmla="*/ 4680 h 432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 bIns="2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5" name="Google Shape;205;p6"/>
            <p:cNvSpPr/>
            <p:nvPr/>
          </p:nvSpPr>
          <p:spPr>
            <a:xfrm>
              <a:off x="8430840" y="1614600"/>
              <a:ext cx="36720" cy="30600"/>
            </a:xfrm>
            <a:custGeom>
              <a:avLst/>
              <a:gdLst>
                <a:gd name="textAreaLeft" fmla="*/ 0 w 36720"/>
                <a:gd name="textAreaRight" fmla="*/ 37080 w 36720"/>
                <a:gd name="textAreaTop" fmla="*/ 0 h 30600"/>
                <a:gd name="textAreaBottom" fmla="*/ 30960 h 306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786" name="Google Shape;206;p6"/>
          <p:cNvSpPr/>
          <p:nvPr/>
        </p:nvSpPr>
        <p:spPr>
          <a:xfrm rot="10800000">
            <a:off x="2896200" y="4815360"/>
            <a:ext cx="2971800" cy="510480"/>
          </a:xfrm>
          <a:custGeom>
            <a:avLst/>
            <a:gdLst>
              <a:gd name="textAreaLeft" fmla="*/ 0 w 2971800"/>
              <a:gd name="textAreaRight" fmla="*/ 2972160 w 2971800"/>
              <a:gd name="textAreaTop" fmla="*/ 0 h 510480"/>
              <a:gd name="textAreaBottom" fmla="*/ 510840 h 5104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7" name="Google Shape;207;p6"/>
          <p:cNvSpPr/>
          <p:nvPr/>
        </p:nvSpPr>
        <p:spPr>
          <a:xfrm>
            <a:off x="-68040" y="4980600"/>
            <a:ext cx="4366800" cy="545400"/>
          </a:xfrm>
          <a:custGeom>
            <a:avLst/>
            <a:gdLst>
              <a:gd name="textAreaLeft" fmla="*/ 0 w 4366800"/>
              <a:gd name="textAreaRight" fmla="*/ 4367160 w 4366800"/>
              <a:gd name="textAreaTop" fmla="*/ 0 h 545400"/>
              <a:gd name="textAreaBottom" fmla="*/ 545760 h 54540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8" name="Google Shape;208;p6"/>
          <p:cNvSpPr/>
          <p:nvPr/>
        </p:nvSpPr>
        <p:spPr>
          <a:xfrm flipH="1">
            <a:off x="3934440" y="4934160"/>
            <a:ext cx="5360760" cy="545400"/>
          </a:xfrm>
          <a:custGeom>
            <a:avLst/>
            <a:gdLst>
              <a:gd name="textAreaLeft" fmla="*/ -360 w 5360760"/>
              <a:gd name="textAreaRight" fmla="*/ 5360760 w 5360760"/>
              <a:gd name="textAreaTop" fmla="*/ 0 h 545400"/>
              <a:gd name="textAreaBottom" fmla="*/ 545760 h 54540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9" name="Google Shape;209;p6"/>
          <p:cNvSpPr/>
          <p:nvPr/>
        </p:nvSpPr>
        <p:spPr>
          <a:xfrm rot="9891600">
            <a:off x="-194400" y="4623120"/>
            <a:ext cx="1134360" cy="258120"/>
          </a:xfrm>
          <a:custGeom>
            <a:avLst/>
            <a:gdLst>
              <a:gd name="textAreaLeft" fmla="*/ 0 w 1134360"/>
              <a:gd name="textAreaRight" fmla="*/ 1134720 w 1134360"/>
              <a:gd name="textAreaTop" fmla="*/ 0 h 258120"/>
              <a:gd name="textAreaBottom" fmla="*/ 258480 h 2581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0" name="Google Shape;210;p6"/>
          <p:cNvSpPr/>
          <p:nvPr/>
        </p:nvSpPr>
        <p:spPr>
          <a:xfrm rot="5721600">
            <a:off x="-318240" y="14760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1" name="Google Shape;211;p6"/>
          <p:cNvSpPr/>
          <p:nvPr/>
        </p:nvSpPr>
        <p:spPr>
          <a:xfrm rot="2074200">
            <a:off x="7057440" y="26784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_AND_TWO_COLUMNS_1_4_1_3">
    <p:bg>
      <p:bgPr>
        <a:solidFill>
          <a:schemeClr val="dk2"/>
        </a:solidFill>
        <a:effectLst/>
      </p:bgPr>
    </p:bg>
    <p:spTree>
      <p:nvGrpSpPr>
        <p:cNvPr id="1" name=""/>
        <p:cNvGrpSpPr/>
        <p:nvPr/>
      </p:nvGrpSpPr>
      <p:grpSpPr>
        <a:xfrm>
          <a:off x="0" y="0"/>
          <a:ext cx="0" cy="0"/>
          <a:chOff x="0" y="0"/>
          <a:chExt cx="0" cy="0"/>
        </a:xfrm>
      </p:grpSpPr>
      <p:sp>
        <p:nvSpPr>
          <p:cNvPr id="1792" name="Google Shape;2045;p51"/>
          <p:cNvSpPr/>
          <p:nvPr/>
        </p:nvSpPr>
        <p:spPr>
          <a:xfrm rot="619800" flipH="1">
            <a:off x="8221320" y="-10440"/>
            <a:ext cx="1134360" cy="258480"/>
          </a:xfrm>
          <a:custGeom>
            <a:avLst/>
            <a:gdLst>
              <a:gd name="textAreaLeft" fmla="*/ -360 w 1134360"/>
              <a:gd name="textAreaRight" fmla="*/ 1134360 w 1134360"/>
              <a:gd name="textAreaTop" fmla="*/ 0 h 258480"/>
              <a:gd name="textAreaBottom" fmla="*/ 258840 h 25848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3" name="PlaceHolder 1"/>
          <p:cNvSpPr>
            <a:spLocks noGrp="1"/>
          </p:cNvSpPr>
          <p:nvPr>
            <p:ph type="title"/>
          </p:nvPr>
        </p:nvSpPr>
        <p:spPr>
          <a:xfrm>
            <a:off x="709920" y="421560"/>
            <a:ext cx="7713720" cy="57240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794" name="Google Shape;2055;p51"/>
          <p:cNvSpPr/>
          <p:nvPr/>
        </p:nvSpPr>
        <p:spPr>
          <a:xfrm rot="17661600" flipH="1">
            <a:off x="7682760" y="-101160"/>
            <a:ext cx="1563120" cy="1281240"/>
          </a:xfrm>
          <a:custGeom>
            <a:avLst/>
            <a:gdLst>
              <a:gd name="textAreaLeft" fmla="*/ 360 w 1563120"/>
              <a:gd name="textAreaRight" fmla="*/ 1563840 w 1563120"/>
              <a:gd name="textAreaTop" fmla="*/ 0 h 1281240"/>
              <a:gd name="textAreaBottom" fmla="*/ 1281600 h 128124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3"/>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2056;p51"/>
          <p:cNvSpPr/>
          <p:nvPr/>
        </p:nvSpPr>
        <p:spPr>
          <a:xfrm rot="16200000" flipH="1">
            <a:off x="-807840" y="351360"/>
            <a:ext cx="2126880" cy="643320"/>
          </a:xfrm>
          <a:custGeom>
            <a:avLst/>
            <a:gdLst>
              <a:gd name="textAreaLeft" fmla="*/ 360 w 2126880"/>
              <a:gd name="textAreaRight" fmla="*/ 212760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2057;p51"/>
          <p:cNvSpPr/>
          <p:nvPr/>
        </p:nvSpPr>
        <p:spPr>
          <a:xfrm flipH="1">
            <a:off x="-268200" y="1069560"/>
            <a:ext cx="930960" cy="667080"/>
          </a:xfrm>
          <a:custGeom>
            <a:avLst/>
            <a:gdLst>
              <a:gd name="textAreaLeft" fmla="*/ 360 w 930960"/>
              <a:gd name="textAreaRight" fmla="*/ 93168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2058;p51"/>
          <p:cNvSpPr/>
          <p:nvPr/>
        </p:nvSpPr>
        <p:spPr>
          <a:xfrm rot="9616200" flipH="1">
            <a:off x="7510680" y="3909600"/>
            <a:ext cx="3157920" cy="1822680"/>
          </a:xfrm>
          <a:custGeom>
            <a:avLst/>
            <a:gdLst>
              <a:gd name="textAreaLeft" fmla="*/ 360 w 3157920"/>
              <a:gd name="textAreaRight" fmla="*/ 3158640 w 3157920"/>
              <a:gd name="textAreaTop" fmla="*/ 0 h 1822680"/>
              <a:gd name="textAreaBottom" fmla="*/ 1823040 h 182268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798" name="Google Shape;2059;p51"/>
          <p:cNvGrpSpPr/>
          <p:nvPr/>
        </p:nvGrpSpPr>
        <p:grpSpPr>
          <a:xfrm>
            <a:off x="10080" y="-68400"/>
            <a:ext cx="1389240" cy="791640"/>
            <a:chOff x="10080" y="-68400"/>
            <a:chExt cx="1389240" cy="791640"/>
          </a:xfrm>
        </p:grpSpPr>
        <p:sp>
          <p:nvSpPr>
            <p:cNvPr id="1799" name="Google Shape;2060;p51"/>
            <p:cNvSpPr/>
            <p:nvPr/>
          </p:nvSpPr>
          <p:spPr>
            <a:xfrm rot="2013600" flipH="1">
              <a:off x="753480" y="417960"/>
              <a:ext cx="26280" cy="19440"/>
            </a:xfrm>
            <a:custGeom>
              <a:avLst/>
              <a:gdLst>
                <a:gd name="textAreaLeft" fmla="*/ -360 w 26280"/>
                <a:gd name="textAreaRight" fmla="*/ 2628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0" name="Google Shape;2061;p51"/>
            <p:cNvSpPr/>
            <p:nvPr/>
          </p:nvSpPr>
          <p:spPr>
            <a:xfrm rot="2013600" flipH="1">
              <a:off x="650160" y="380880"/>
              <a:ext cx="28440" cy="20520"/>
            </a:xfrm>
            <a:custGeom>
              <a:avLst/>
              <a:gdLst>
                <a:gd name="textAreaLeft" fmla="*/ -360 w 28440"/>
                <a:gd name="textAreaRight" fmla="*/ 2844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1" name="Google Shape;2062;p51"/>
            <p:cNvSpPr/>
            <p:nvPr/>
          </p:nvSpPr>
          <p:spPr>
            <a:xfrm rot="2013600" flipH="1">
              <a:off x="737640" y="332640"/>
              <a:ext cx="35640" cy="32040"/>
            </a:xfrm>
            <a:custGeom>
              <a:avLst/>
              <a:gdLst>
                <a:gd name="textAreaLeft" fmla="*/ -360 w 35640"/>
                <a:gd name="textAreaRight" fmla="*/ 35640 w 35640"/>
                <a:gd name="textAreaTop" fmla="*/ 0 h 32040"/>
                <a:gd name="textAreaBottom" fmla="*/ 32400 h 3204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2" name="Google Shape;2063;p51"/>
            <p:cNvSpPr/>
            <p:nvPr/>
          </p:nvSpPr>
          <p:spPr>
            <a:xfrm rot="2013600" flipH="1">
              <a:off x="588600" y="151920"/>
              <a:ext cx="36720" cy="29880"/>
            </a:xfrm>
            <a:custGeom>
              <a:avLst/>
              <a:gdLst>
                <a:gd name="textAreaLeft" fmla="*/ 360 w 36720"/>
                <a:gd name="textAreaRight" fmla="*/ 3744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3" name="Google Shape;2064;p51"/>
            <p:cNvSpPr/>
            <p:nvPr/>
          </p:nvSpPr>
          <p:spPr>
            <a:xfrm rot="2013600" flipH="1">
              <a:off x="602640" y="304560"/>
              <a:ext cx="37800" cy="32040"/>
            </a:xfrm>
            <a:custGeom>
              <a:avLst/>
              <a:gdLst>
                <a:gd name="textAreaLeft" fmla="*/ -360 w 37800"/>
                <a:gd name="textAreaRight" fmla="*/ 3780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4" name="Google Shape;2065;p51"/>
            <p:cNvSpPr/>
            <p:nvPr/>
          </p:nvSpPr>
          <p:spPr>
            <a:xfrm rot="2013600" flipH="1">
              <a:off x="411840" y="411840"/>
              <a:ext cx="32040" cy="40320"/>
            </a:xfrm>
            <a:custGeom>
              <a:avLst/>
              <a:gdLst>
                <a:gd name="textAreaLeft" fmla="*/ -360 w 32040"/>
                <a:gd name="textAreaRight" fmla="*/ 3204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5" name="Google Shape;2066;p51"/>
            <p:cNvSpPr/>
            <p:nvPr/>
          </p:nvSpPr>
          <p:spPr>
            <a:xfrm rot="2013600" flipH="1">
              <a:off x="705240" y="237240"/>
              <a:ext cx="50760" cy="54000"/>
            </a:xfrm>
            <a:custGeom>
              <a:avLst/>
              <a:gdLst>
                <a:gd name="textAreaLeft" fmla="*/ -360 w 50760"/>
                <a:gd name="textAreaRight" fmla="*/ 5076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6" name="Google Shape;2067;p51"/>
            <p:cNvSpPr/>
            <p:nvPr/>
          </p:nvSpPr>
          <p:spPr>
            <a:xfrm rot="2013600" flipH="1">
              <a:off x="875520" y="160200"/>
              <a:ext cx="52560" cy="38880"/>
            </a:xfrm>
            <a:custGeom>
              <a:avLst/>
              <a:gdLst>
                <a:gd name="textAreaLeft" fmla="*/ 360 w 52560"/>
                <a:gd name="textAreaRight" fmla="*/ 53280 w 5256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7" name="Google Shape;2068;p51"/>
            <p:cNvSpPr/>
            <p:nvPr/>
          </p:nvSpPr>
          <p:spPr>
            <a:xfrm rot="2013600" flipH="1">
              <a:off x="867960" y="42480"/>
              <a:ext cx="57240" cy="43200"/>
            </a:xfrm>
            <a:custGeom>
              <a:avLst/>
              <a:gdLst>
                <a:gd name="textAreaLeft" fmla="*/ -360 w 57240"/>
                <a:gd name="textAreaRight" fmla="*/ 57240 w 57240"/>
                <a:gd name="textAreaTop" fmla="*/ 0 h 43200"/>
                <a:gd name="textAreaBottom" fmla="*/ 43560 h 4320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8" name="Google Shape;2069;p51"/>
            <p:cNvSpPr/>
            <p:nvPr/>
          </p:nvSpPr>
          <p:spPr>
            <a:xfrm rot="2013600" flipH="1">
              <a:off x="926280" y="273600"/>
              <a:ext cx="72720" cy="56520"/>
            </a:xfrm>
            <a:custGeom>
              <a:avLst/>
              <a:gdLst>
                <a:gd name="textAreaLeft" fmla="*/ 360 w 72720"/>
                <a:gd name="textAreaRight" fmla="*/ 7344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9" name="Google Shape;2070;p51"/>
            <p:cNvSpPr/>
            <p:nvPr/>
          </p:nvSpPr>
          <p:spPr>
            <a:xfrm rot="2013600" flipH="1">
              <a:off x="986040" y="106920"/>
              <a:ext cx="49320" cy="43560"/>
            </a:xfrm>
            <a:custGeom>
              <a:avLst/>
              <a:gdLst>
                <a:gd name="textAreaLeft" fmla="*/ -360 w 49320"/>
                <a:gd name="textAreaRight" fmla="*/ 4932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0" name="Google Shape;2071;p51"/>
            <p:cNvSpPr/>
            <p:nvPr/>
          </p:nvSpPr>
          <p:spPr>
            <a:xfrm rot="2013600" flipH="1">
              <a:off x="1125720" y="12168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1" name="Google Shape;2072;p51"/>
            <p:cNvSpPr/>
            <p:nvPr/>
          </p:nvSpPr>
          <p:spPr>
            <a:xfrm rot="2013600" flipH="1">
              <a:off x="1288080" y="-4320"/>
              <a:ext cx="28440" cy="21600"/>
            </a:xfrm>
            <a:custGeom>
              <a:avLst/>
              <a:gdLst>
                <a:gd name="textAreaLeft" fmla="*/ -360 w 28440"/>
                <a:gd name="textAreaRight" fmla="*/ 2844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2" name="Google Shape;2073;p51"/>
            <p:cNvSpPr/>
            <p:nvPr/>
          </p:nvSpPr>
          <p:spPr>
            <a:xfrm rot="2013600" flipH="1">
              <a:off x="1370880" y="-63000"/>
              <a:ext cx="25200" cy="19440"/>
            </a:xfrm>
            <a:custGeom>
              <a:avLst/>
              <a:gdLst>
                <a:gd name="textAreaLeft" fmla="*/ 360 w 25200"/>
                <a:gd name="textAreaRight" fmla="*/ 2592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3" name="Google Shape;2074;p51"/>
            <p:cNvSpPr/>
            <p:nvPr/>
          </p:nvSpPr>
          <p:spPr>
            <a:xfrm rot="2013600" flipH="1">
              <a:off x="406080" y="236520"/>
              <a:ext cx="65520" cy="48240"/>
            </a:xfrm>
            <a:custGeom>
              <a:avLst/>
              <a:gdLst>
                <a:gd name="textAreaLeft" fmla="*/ 360 w 65520"/>
                <a:gd name="textAreaRight" fmla="*/ 66240 w 6552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4" name="Google Shape;2075;p51"/>
            <p:cNvSpPr/>
            <p:nvPr/>
          </p:nvSpPr>
          <p:spPr>
            <a:xfrm rot="2013600" flipH="1">
              <a:off x="624240" y="528480"/>
              <a:ext cx="69120" cy="54360"/>
            </a:xfrm>
            <a:custGeom>
              <a:avLst/>
              <a:gdLst>
                <a:gd name="textAreaLeft" fmla="*/ 360 w 69120"/>
                <a:gd name="textAreaRight" fmla="*/ 6984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5" name="Google Shape;2076;p51"/>
            <p:cNvSpPr/>
            <p:nvPr/>
          </p:nvSpPr>
          <p:spPr>
            <a:xfrm rot="2013600" flipH="1">
              <a:off x="261000" y="507240"/>
              <a:ext cx="37800" cy="29880"/>
            </a:xfrm>
            <a:custGeom>
              <a:avLst/>
              <a:gdLst>
                <a:gd name="textAreaLeft" fmla="*/ -360 w 37800"/>
                <a:gd name="textAreaRight" fmla="*/ 3780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6" name="Google Shape;2077;p51"/>
            <p:cNvSpPr/>
            <p:nvPr/>
          </p:nvSpPr>
          <p:spPr>
            <a:xfrm rot="2013600" flipH="1">
              <a:off x="182160" y="590760"/>
              <a:ext cx="37800" cy="29160"/>
            </a:xfrm>
            <a:custGeom>
              <a:avLst/>
              <a:gdLst>
                <a:gd name="textAreaLeft" fmla="*/ -360 w 37800"/>
                <a:gd name="textAreaRight" fmla="*/ 37800 w 37800"/>
                <a:gd name="textAreaTop" fmla="*/ 0 h 29160"/>
                <a:gd name="textAreaBottom" fmla="*/ 29520 h 2916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7" name="Google Shape;2078;p51"/>
            <p:cNvSpPr/>
            <p:nvPr/>
          </p:nvSpPr>
          <p:spPr>
            <a:xfrm rot="2013600" flipH="1">
              <a:off x="15120" y="683280"/>
              <a:ext cx="41400" cy="30960"/>
            </a:xfrm>
            <a:custGeom>
              <a:avLst/>
              <a:gdLst>
                <a:gd name="textAreaLeft" fmla="*/ -360 w 41400"/>
                <a:gd name="textAreaRight" fmla="*/ 4140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18" name="Google Shape;2079;p51"/>
          <p:cNvSpPr/>
          <p:nvPr/>
        </p:nvSpPr>
        <p:spPr>
          <a:xfrm rot="13887600" flipH="1">
            <a:off x="-631440" y="4501080"/>
            <a:ext cx="2346480" cy="345960"/>
          </a:xfrm>
          <a:custGeom>
            <a:avLst/>
            <a:gdLst>
              <a:gd name="textAreaLeft" fmla="*/ 360 w 2346480"/>
              <a:gd name="textAreaRight" fmla="*/ 2347200 w 234648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2080;p51"/>
          <p:cNvSpPr/>
          <p:nvPr/>
        </p:nvSpPr>
        <p:spPr>
          <a:xfrm rot="18900000">
            <a:off x="8103600" y="320112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0" name="PlaceHolder 2"/>
          <p:cNvSpPr>
            <a:spLocks noGrp="1"/>
          </p:cNvSpPr>
          <p:nvPr>
            <p:ph type="title"/>
          </p:nvPr>
        </p:nvSpPr>
        <p:spPr>
          <a:xfrm>
            <a:off x="3207240" y="1536480"/>
            <a:ext cx="2729520" cy="331920"/>
          </a:xfrm>
          <a:prstGeom prst="rect">
            <a:avLst/>
          </a:prstGeom>
          <a:noFill/>
          <a:ln w="0">
            <a:noFill/>
          </a:ln>
        </p:spPr>
        <p:txBody>
          <a:bodyPr lIns="91440" tIns="9144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21" name="Google Shape;2083;p51"/>
          <p:cNvSpPr/>
          <p:nvPr/>
        </p:nvSpPr>
        <p:spPr>
          <a:xfrm rot="10800000">
            <a:off x="3175560" y="4145400"/>
            <a:ext cx="2126880" cy="1554840"/>
          </a:xfrm>
          <a:custGeom>
            <a:avLst/>
            <a:gdLst>
              <a:gd name="textAreaLeft" fmla="*/ 0 w 2126880"/>
              <a:gd name="textAreaRight" fmla="*/ 2127240 w 212688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22" name="Google Shape;2084;p51"/>
          <p:cNvGrpSpPr/>
          <p:nvPr/>
        </p:nvGrpSpPr>
        <p:grpSpPr>
          <a:xfrm>
            <a:off x="4570920" y="2628000"/>
            <a:ext cx="391680" cy="1150920"/>
            <a:chOff x="4570920" y="2628000"/>
            <a:chExt cx="391680" cy="1150920"/>
          </a:xfrm>
        </p:grpSpPr>
        <p:sp>
          <p:nvSpPr>
            <p:cNvPr id="1823" name="Google Shape;2085;p51"/>
            <p:cNvSpPr/>
            <p:nvPr/>
          </p:nvSpPr>
          <p:spPr>
            <a:xfrm rot="21436200">
              <a:off x="4784040" y="262908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2086;p51"/>
            <p:cNvSpPr/>
            <p:nvPr/>
          </p:nvSpPr>
          <p:spPr>
            <a:xfrm rot="21436200">
              <a:off x="4903560" y="284760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5" name="Google Shape;2087;p51"/>
            <p:cNvSpPr/>
            <p:nvPr/>
          </p:nvSpPr>
          <p:spPr>
            <a:xfrm rot="21436200">
              <a:off x="4617360" y="278568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6" name="Google Shape;2088;p51"/>
            <p:cNvSpPr/>
            <p:nvPr/>
          </p:nvSpPr>
          <p:spPr>
            <a:xfrm rot="21436200">
              <a:off x="4750200" y="303084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2089;p51"/>
            <p:cNvSpPr/>
            <p:nvPr/>
          </p:nvSpPr>
          <p:spPr>
            <a:xfrm rot="21436200">
              <a:off x="4585320" y="310608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2090;p51"/>
            <p:cNvSpPr/>
            <p:nvPr/>
          </p:nvSpPr>
          <p:spPr>
            <a:xfrm rot="21436200">
              <a:off x="4672440" y="32306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9" name="Google Shape;2091;p51"/>
            <p:cNvSpPr/>
            <p:nvPr/>
          </p:nvSpPr>
          <p:spPr>
            <a:xfrm rot="21436200">
              <a:off x="4610880" y="338796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0" name="Google Shape;2092;p51"/>
            <p:cNvSpPr/>
            <p:nvPr/>
          </p:nvSpPr>
          <p:spPr>
            <a:xfrm rot="21436200">
              <a:off x="4573080" y="355968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31" name="Google Shape;2093;p51"/>
            <p:cNvSpPr/>
            <p:nvPr/>
          </p:nvSpPr>
          <p:spPr>
            <a:xfrm rot="21436200">
              <a:off x="4572000" y="372996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ONE_COLUMN_TEXT_2_1_1_1">
    <p:bg>
      <p:bgPr>
        <a:solidFill>
          <a:schemeClr val="dk2"/>
        </a:solidFill>
        <a:effectLst/>
      </p:bgPr>
    </p:bg>
    <p:spTree>
      <p:nvGrpSpPr>
        <p:cNvPr id="1" name=""/>
        <p:cNvGrpSpPr/>
        <p:nvPr/>
      </p:nvGrpSpPr>
      <p:grpSpPr>
        <a:xfrm>
          <a:off x="0" y="0"/>
          <a:ext cx="0" cy="0"/>
          <a:chOff x="0" y="0"/>
          <a:chExt cx="0" cy="0"/>
        </a:xfrm>
      </p:grpSpPr>
      <p:sp>
        <p:nvSpPr>
          <p:cNvPr id="1875" name="Google Shape;2147;p53"/>
          <p:cNvSpPr/>
          <p:nvPr/>
        </p:nvSpPr>
        <p:spPr>
          <a:xfrm rot="11604000">
            <a:off x="7232400" y="-90000"/>
            <a:ext cx="2121480" cy="1259640"/>
          </a:xfrm>
          <a:custGeom>
            <a:avLst/>
            <a:gdLst>
              <a:gd name="textAreaLeft" fmla="*/ 0 w 2121480"/>
              <a:gd name="textAreaRight" fmla="*/ 2121840 w 2121480"/>
              <a:gd name="textAreaTop" fmla="*/ 0 h 1259640"/>
              <a:gd name="textAreaBottom" fmla="*/ 1260000 h 12596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6" name="PlaceHolder 1"/>
          <p:cNvSpPr>
            <a:spLocks noGrp="1"/>
          </p:cNvSpPr>
          <p:nvPr>
            <p:ph type="title"/>
          </p:nvPr>
        </p:nvSpPr>
        <p:spPr>
          <a:xfrm>
            <a:off x="714240" y="420480"/>
            <a:ext cx="77209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1877" name="PlaceHolder 2"/>
          <p:cNvSpPr>
            <a:spLocks noGrp="1"/>
          </p:cNvSpPr>
          <p:nvPr>
            <p:ph type="body"/>
          </p:nvPr>
        </p:nvSpPr>
        <p:spPr>
          <a:xfrm>
            <a:off x="713160" y="3735000"/>
            <a:ext cx="1543680" cy="791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78" name="PlaceHolder 3"/>
          <p:cNvSpPr>
            <a:spLocks noGrp="1"/>
          </p:cNvSpPr>
          <p:nvPr>
            <p:ph type="title"/>
          </p:nvPr>
        </p:nvSpPr>
        <p:spPr>
          <a:xfrm>
            <a:off x="713160" y="2530440"/>
            <a:ext cx="1543680" cy="333720"/>
          </a:xfrm>
          <a:prstGeom prst="rect">
            <a:avLst/>
          </a:prstGeom>
          <a:noFill/>
          <a:ln w="0">
            <a:noFill/>
          </a:ln>
        </p:spPr>
        <p:txBody>
          <a:bodyPr lIns="91440" tIns="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79" name="PlaceHolder 4"/>
          <p:cNvSpPr>
            <a:spLocks noGrp="1"/>
          </p:cNvSpPr>
          <p:nvPr>
            <p:ph type="body"/>
          </p:nvPr>
        </p:nvSpPr>
        <p:spPr>
          <a:xfrm>
            <a:off x="2257560" y="3740760"/>
            <a:ext cx="1543680" cy="791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80" name="PlaceHolder 5"/>
          <p:cNvSpPr>
            <a:spLocks noGrp="1"/>
          </p:cNvSpPr>
          <p:nvPr>
            <p:ph type="title"/>
          </p:nvPr>
        </p:nvSpPr>
        <p:spPr>
          <a:xfrm>
            <a:off x="2257560" y="2530080"/>
            <a:ext cx="1543680" cy="333720"/>
          </a:xfrm>
          <a:prstGeom prst="rect">
            <a:avLst/>
          </a:prstGeom>
          <a:noFill/>
          <a:ln w="0">
            <a:noFill/>
          </a:ln>
        </p:spPr>
        <p:txBody>
          <a:bodyPr lIns="91440" tIns="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81" name="PlaceHolder 6"/>
          <p:cNvSpPr>
            <a:spLocks noGrp="1"/>
          </p:cNvSpPr>
          <p:nvPr>
            <p:ph type="body"/>
          </p:nvPr>
        </p:nvSpPr>
        <p:spPr>
          <a:xfrm>
            <a:off x="3801600" y="3735000"/>
            <a:ext cx="1543680" cy="791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82" name="PlaceHolder 7"/>
          <p:cNvSpPr>
            <a:spLocks noGrp="1"/>
          </p:cNvSpPr>
          <p:nvPr>
            <p:ph type="title"/>
          </p:nvPr>
        </p:nvSpPr>
        <p:spPr>
          <a:xfrm>
            <a:off x="3801600" y="2530440"/>
            <a:ext cx="1543680" cy="333720"/>
          </a:xfrm>
          <a:prstGeom prst="rect">
            <a:avLst/>
          </a:prstGeom>
          <a:noFill/>
          <a:ln w="0">
            <a:noFill/>
          </a:ln>
        </p:spPr>
        <p:txBody>
          <a:bodyPr lIns="91440" tIns="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83" name="PlaceHolder 8"/>
          <p:cNvSpPr>
            <a:spLocks noGrp="1"/>
          </p:cNvSpPr>
          <p:nvPr>
            <p:ph type="body"/>
          </p:nvPr>
        </p:nvSpPr>
        <p:spPr>
          <a:xfrm>
            <a:off x="5346000" y="3740760"/>
            <a:ext cx="1543680" cy="791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84" name="PlaceHolder 9"/>
          <p:cNvSpPr>
            <a:spLocks noGrp="1"/>
          </p:cNvSpPr>
          <p:nvPr>
            <p:ph type="title"/>
          </p:nvPr>
        </p:nvSpPr>
        <p:spPr>
          <a:xfrm>
            <a:off x="5346000" y="2530080"/>
            <a:ext cx="1543680" cy="333720"/>
          </a:xfrm>
          <a:prstGeom prst="rect">
            <a:avLst/>
          </a:prstGeom>
          <a:noFill/>
          <a:ln w="0">
            <a:noFill/>
          </a:ln>
        </p:spPr>
        <p:txBody>
          <a:bodyPr lIns="91440" tIns="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85" name="PlaceHolder 10"/>
          <p:cNvSpPr>
            <a:spLocks noGrp="1"/>
          </p:cNvSpPr>
          <p:nvPr>
            <p:ph type="body"/>
          </p:nvPr>
        </p:nvSpPr>
        <p:spPr>
          <a:xfrm>
            <a:off x="6890040" y="3735000"/>
            <a:ext cx="1543680" cy="7912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886" name="PlaceHolder 11"/>
          <p:cNvSpPr>
            <a:spLocks noGrp="1"/>
          </p:cNvSpPr>
          <p:nvPr>
            <p:ph type="title"/>
          </p:nvPr>
        </p:nvSpPr>
        <p:spPr>
          <a:xfrm>
            <a:off x="6890040" y="2530440"/>
            <a:ext cx="1543680" cy="333720"/>
          </a:xfrm>
          <a:prstGeom prst="rect">
            <a:avLst/>
          </a:prstGeom>
          <a:noFill/>
          <a:ln w="0">
            <a:noFill/>
          </a:ln>
        </p:spPr>
        <p:txBody>
          <a:bodyPr lIns="91440" tIns="0" rIns="91440" bIns="91440" anchor="t">
            <a:noAutofit/>
          </a:bodyPr>
          <a:lstStyle/>
          <a:p>
            <a:pPr indent="0" algn="ctr">
              <a:lnSpc>
                <a:spcPct val="115000"/>
              </a:lnSpc>
              <a:buNone/>
            </a:pPr>
            <a:r>
              <a:rPr lang="fr-FR" sz="2400" b="0" u="none" strike="noStrike">
                <a:solidFill>
                  <a:schemeClr val="lt1"/>
                </a:solidFill>
                <a:effectLst/>
                <a:uFillTx/>
                <a:latin typeface="Calistoga"/>
                <a:ea typeface="Calistoga"/>
              </a:rPr>
              <a:t>xx%</a:t>
            </a:r>
            <a:endParaRPr lang="fr-FR" sz="2400" b="0" u="none" strike="noStrike">
              <a:solidFill>
                <a:schemeClr val="dk1"/>
              </a:solidFill>
              <a:effectLst/>
              <a:uFillTx/>
              <a:latin typeface="Arial"/>
            </a:endParaRPr>
          </a:p>
        </p:txBody>
      </p:sp>
      <p:sp>
        <p:nvSpPr>
          <p:cNvPr id="1887" name="Google Shape;2164;p53"/>
          <p:cNvSpPr/>
          <p:nvPr/>
        </p:nvSpPr>
        <p:spPr>
          <a:xfrm rot="19888800" flipH="1">
            <a:off x="-933480" y="-365040"/>
            <a:ext cx="1865160" cy="1488240"/>
          </a:xfrm>
          <a:custGeom>
            <a:avLst/>
            <a:gdLst>
              <a:gd name="textAreaLeft" fmla="*/ 360 w 1865160"/>
              <a:gd name="textAreaRight" fmla="*/ 1865880 w 1865160"/>
              <a:gd name="textAreaTop" fmla="*/ 0 h 1488240"/>
              <a:gd name="textAreaBottom" fmla="*/ 1488600 h 148824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88" name="Google Shape;2165;p53"/>
          <p:cNvSpPr/>
          <p:nvPr/>
        </p:nvSpPr>
        <p:spPr>
          <a:xfrm rot="18306000">
            <a:off x="8120520" y="378036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9" name="Google Shape;2166;p53"/>
          <p:cNvSpPr/>
          <p:nvPr/>
        </p:nvSpPr>
        <p:spPr>
          <a:xfrm rot="19525800" flipH="1">
            <a:off x="-700920" y="235440"/>
            <a:ext cx="2346840" cy="345960"/>
          </a:xfrm>
          <a:custGeom>
            <a:avLst/>
            <a:gdLst>
              <a:gd name="textAreaLeft" fmla="*/ -360 w 2346840"/>
              <a:gd name="textAreaRight" fmla="*/ 234684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lt1"/>
          </a:solidFill>
          <a:ln w="19050">
            <a:solidFill>
              <a:srgbClr val="FFFCEC"/>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890" name="Google Shape;2167;p53"/>
          <p:cNvGrpSpPr/>
          <p:nvPr/>
        </p:nvGrpSpPr>
        <p:grpSpPr>
          <a:xfrm>
            <a:off x="8491320" y="789840"/>
            <a:ext cx="740880" cy="1194840"/>
            <a:chOff x="8491320" y="789840"/>
            <a:chExt cx="740880" cy="1194840"/>
          </a:xfrm>
        </p:grpSpPr>
        <p:sp>
          <p:nvSpPr>
            <p:cNvPr id="1891" name="Google Shape;2168;p53"/>
            <p:cNvSpPr/>
            <p:nvPr/>
          </p:nvSpPr>
          <p:spPr>
            <a:xfrm rot="3521400">
              <a:off x="8699400" y="13921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2" name="Google Shape;2169;p53"/>
            <p:cNvSpPr/>
            <p:nvPr/>
          </p:nvSpPr>
          <p:spPr>
            <a:xfrm rot="3521400">
              <a:off x="8730720" y="14950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2170;p53"/>
            <p:cNvSpPr/>
            <p:nvPr/>
          </p:nvSpPr>
          <p:spPr>
            <a:xfrm rot="3521400">
              <a:off x="8773200" y="14007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2171;p53"/>
            <p:cNvSpPr/>
            <p:nvPr/>
          </p:nvSpPr>
          <p:spPr>
            <a:xfrm rot="3521400">
              <a:off x="8948880" y="155664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2172;p53"/>
            <p:cNvSpPr/>
            <p:nvPr/>
          </p:nvSpPr>
          <p:spPr>
            <a:xfrm rot="3521400">
              <a:off x="8794800" y="15357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6" name="Google Shape;2173;p53"/>
            <p:cNvSpPr/>
            <p:nvPr/>
          </p:nvSpPr>
          <p:spPr>
            <a:xfrm rot="3521400">
              <a:off x="8678880" y="17211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7" name="Google Shape;2174;p53"/>
            <p:cNvSpPr/>
            <p:nvPr/>
          </p:nvSpPr>
          <p:spPr>
            <a:xfrm rot="3521400">
              <a:off x="8849160" y="14180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8" name="Google Shape;2175;p53"/>
            <p:cNvSpPr/>
            <p:nvPr/>
          </p:nvSpPr>
          <p:spPr>
            <a:xfrm rot="3521400">
              <a:off x="8939160" y="12574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9" name="Google Shape;2176;p53"/>
            <p:cNvSpPr/>
            <p:nvPr/>
          </p:nvSpPr>
          <p:spPr>
            <a:xfrm rot="3521400">
              <a:off x="9052200" y="12650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2177;p53"/>
            <p:cNvSpPr/>
            <p:nvPr/>
          </p:nvSpPr>
          <p:spPr>
            <a:xfrm rot="3521400">
              <a:off x="8809560" y="11826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1" name="Google Shape;2178;p53"/>
            <p:cNvSpPr/>
            <p:nvPr/>
          </p:nvSpPr>
          <p:spPr>
            <a:xfrm rot="3521400">
              <a:off x="8996040" y="11476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2" name="Google Shape;2179;p53"/>
            <p:cNvSpPr/>
            <p:nvPr/>
          </p:nvSpPr>
          <p:spPr>
            <a:xfrm rot="3521400">
              <a:off x="9010440" y="1033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3" name="Google Shape;2180;p53"/>
            <p:cNvSpPr/>
            <p:nvPr/>
          </p:nvSpPr>
          <p:spPr>
            <a:xfrm rot="3521400">
              <a:off x="9140760" y="8726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4" name="Google Shape;2181;p53"/>
            <p:cNvSpPr/>
            <p:nvPr/>
          </p:nvSpPr>
          <p:spPr>
            <a:xfrm rot="3521400">
              <a:off x="9204840" y="7956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5" name="Google Shape;2182;p53"/>
            <p:cNvSpPr/>
            <p:nvPr/>
          </p:nvSpPr>
          <p:spPr>
            <a:xfrm rot="3521400">
              <a:off x="8833680" y="17121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6" name="Google Shape;2183;p53"/>
            <p:cNvSpPr/>
            <p:nvPr/>
          </p:nvSpPr>
          <p:spPr>
            <a:xfrm rot="3521400">
              <a:off x="8545680" y="14774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7" name="Google Shape;2184;p53"/>
            <p:cNvSpPr/>
            <p:nvPr/>
          </p:nvSpPr>
          <p:spPr>
            <a:xfrm rot="3521400">
              <a:off x="8579880" y="18694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8" name="Google Shape;2185;p53"/>
            <p:cNvSpPr/>
            <p:nvPr/>
          </p:nvSpPr>
          <p:spPr>
            <a:xfrm rot="3521400">
              <a:off x="8494200" y="194652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09" name="Google Shape;2186;p53"/>
          <p:cNvSpPr/>
          <p:nvPr/>
        </p:nvSpPr>
        <p:spPr>
          <a:xfrm rot="12258600">
            <a:off x="7949520" y="60120"/>
            <a:ext cx="1169640" cy="588240"/>
          </a:xfrm>
          <a:custGeom>
            <a:avLst/>
            <a:gdLst>
              <a:gd name="textAreaLeft" fmla="*/ 0 w 1169640"/>
              <a:gd name="textAreaRight" fmla="*/ 1170000 w 116964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0" name="Google Shape;2187;p53"/>
          <p:cNvSpPr/>
          <p:nvPr/>
        </p:nvSpPr>
        <p:spPr>
          <a:xfrm rot="322800">
            <a:off x="-2438280" y="4719600"/>
            <a:ext cx="4714920" cy="788040"/>
          </a:xfrm>
          <a:custGeom>
            <a:avLst/>
            <a:gdLst>
              <a:gd name="textAreaLeft" fmla="*/ 0 w 4714920"/>
              <a:gd name="textAreaRight" fmla="*/ 471528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IG_NUMBER_1">
    <p:bg>
      <p:bgPr>
        <a:solidFill>
          <a:schemeClr val="accent2"/>
        </a:solidFill>
        <a:effectLst/>
      </p:bgPr>
    </p:bg>
    <p:spTree>
      <p:nvGrpSpPr>
        <p:cNvPr id="1" name=""/>
        <p:cNvGrpSpPr/>
        <p:nvPr/>
      </p:nvGrpSpPr>
      <p:grpSpPr>
        <a:xfrm>
          <a:off x="0" y="0"/>
          <a:ext cx="0" cy="0"/>
          <a:chOff x="0" y="0"/>
          <a:chExt cx="0" cy="0"/>
        </a:xfrm>
      </p:grpSpPr>
      <p:sp>
        <p:nvSpPr>
          <p:cNvPr id="1934" name="PlaceHolder 1"/>
          <p:cNvSpPr>
            <a:spLocks noGrp="1"/>
          </p:cNvSpPr>
          <p:nvPr>
            <p:ph type="title"/>
          </p:nvPr>
        </p:nvSpPr>
        <p:spPr>
          <a:xfrm>
            <a:off x="713160" y="2977200"/>
            <a:ext cx="3854520" cy="1631160"/>
          </a:xfrm>
          <a:prstGeom prst="rect">
            <a:avLst/>
          </a:prstGeom>
          <a:noFill/>
          <a:ln w="0">
            <a:noFill/>
          </a:ln>
        </p:spPr>
        <p:txBody>
          <a:bodyPr lIns="91440" tIns="91440" rIns="91440" bIns="91440" anchor="t">
            <a:noAutofit/>
          </a:bodyPr>
          <a:lstStyle/>
          <a:p>
            <a:pPr indent="0">
              <a:lnSpc>
                <a:spcPct val="100000"/>
              </a:lnSpc>
              <a:buNone/>
            </a:pPr>
            <a:r>
              <a:rPr lang="fr-FR" sz="10000" b="0" u="none" strike="noStrike">
                <a:solidFill>
                  <a:schemeClr val="lt1"/>
                </a:solidFill>
                <a:effectLst/>
                <a:uFillTx/>
                <a:latin typeface="Calistoga"/>
                <a:ea typeface="Calistoga"/>
              </a:rPr>
              <a:t>xx%</a:t>
            </a:r>
            <a:endParaRPr lang="fr-FR" sz="10000" b="0" u="none" strike="noStrike">
              <a:solidFill>
                <a:schemeClr val="dk1"/>
              </a:solidFill>
              <a:effectLst/>
              <a:uFillTx/>
              <a:latin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TITLE_AND_TWO_COLUMNS_1_2">
    <p:bg>
      <p:bgPr>
        <a:solidFill>
          <a:schemeClr val="accent2"/>
        </a:solidFill>
        <a:effectLst/>
      </p:bgPr>
    </p:bg>
    <p:spTree>
      <p:nvGrpSpPr>
        <p:cNvPr id="1" name=""/>
        <p:cNvGrpSpPr/>
        <p:nvPr/>
      </p:nvGrpSpPr>
      <p:grpSpPr>
        <a:xfrm>
          <a:off x="0" y="0"/>
          <a:ext cx="0" cy="0"/>
          <a:chOff x="0" y="0"/>
          <a:chExt cx="0" cy="0"/>
        </a:xfrm>
      </p:grpSpPr>
      <p:sp>
        <p:nvSpPr>
          <p:cNvPr id="1935" name="Google Shape;2228;p56"/>
          <p:cNvSpPr/>
          <p:nvPr/>
        </p:nvSpPr>
        <p:spPr>
          <a:xfrm rot="15849000">
            <a:off x="923400" y="223848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6" name="Google Shape;2229;p56"/>
          <p:cNvSpPr/>
          <p:nvPr/>
        </p:nvSpPr>
        <p:spPr>
          <a:xfrm flipH="1">
            <a:off x="-34920" y="4481640"/>
            <a:ext cx="5128920" cy="844920"/>
          </a:xfrm>
          <a:custGeom>
            <a:avLst/>
            <a:gdLst>
              <a:gd name="textAreaLeft" fmla="*/ -360 w 5128920"/>
              <a:gd name="textAreaRight" fmla="*/ 5128920 w 5128920"/>
              <a:gd name="textAreaTop" fmla="*/ 0 h 844920"/>
              <a:gd name="textAreaBottom" fmla="*/ 845280 h 844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800" b="0" u="none" strike="noStrike">
                <a:solidFill>
                  <a:schemeClr val="dk1"/>
                </a:solidFill>
                <a:effectLst/>
                <a:uFillTx/>
                <a:latin typeface="Arial"/>
              </a:rPr>
              <a:t> </a:t>
            </a:r>
            <a:endParaRPr lang="en-US" sz="1800" b="0" u="none" strike="noStrike">
              <a:solidFill>
                <a:srgbClr val="000000"/>
              </a:solidFill>
              <a:effectLst/>
              <a:uFillTx/>
              <a:latin typeface="OpenSymbol"/>
            </a:endParaRPr>
          </a:p>
        </p:txBody>
      </p:sp>
      <p:sp>
        <p:nvSpPr>
          <p:cNvPr id="1937" name="Google Shape;2230;p56"/>
          <p:cNvSpPr/>
          <p:nvPr/>
        </p:nvSpPr>
        <p:spPr>
          <a:xfrm rot="16200000" flipH="1">
            <a:off x="1557720" y="-182520"/>
            <a:ext cx="5747760" cy="5104440"/>
          </a:xfrm>
          <a:custGeom>
            <a:avLst/>
            <a:gdLst>
              <a:gd name="textAreaLeft" fmla="*/ 360 w 5747760"/>
              <a:gd name="textAreaRight" fmla="*/ 5748480 w 5747760"/>
              <a:gd name="textAreaTop" fmla="*/ 0 h 5104440"/>
              <a:gd name="textAreaBottom" fmla="*/ 5104800 h 510444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8" name="Google Shape;2231;p56"/>
          <p:cNvSpPr/>
          <p:nvPr/>
        </p:nvSpPr>
        <p:spPr>
          <a:xfrm rot="3678600">
            <a:off x="6371280" y="216972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4"/>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9" name="PlaceHolder 1"/>
          <p:cNvSpPr>
            <a:spLocks noGrp="1"/>
          </p:cNvSpPr>
          <p:nvPr>
            <p:ph type="title"/>
          </p:nvPr>
        </p:nvSpPr>
        <p:spPr>
          <a:xfrm>
            <a:off x="3345840" y="617040"/>
            <a:ext cx="24523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40" name="PlaceHolder 2"/>
          <p:cNvSpPr>
            <a:spLocks noGrp="1"/>
          </p:cNvSpPr>
          <p:nvPr>
            <p:ph type="title"/>
          </p:nvPr>
        </p:nvSpPr>
        <p:spPr>
          <a:xfrm>
            <a:off x="3345840" y="1893240"/>
            <a:ext cx="24523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41" name="PlaceHolder 3"/>
          <p:cNvSpPr>
            <a:spLocks noGrp="1"/>
          </p:cNvSpPr>
          <p:nvPr>
            <p:ph type="title"/>
          </p:nvPr>
        </p:nvSpPr>
        <p:spPr>
          <a:xfrm>
            <a:off x="3345840" y="3166200"/>
            <a:ext cx="24523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42" name="Google Shape;2238;p56"/>
          <p:cNvSpPr/>
          <p:nvPr/>
        </p:nvSpPr>
        <p:spPr>
          <a:xfrm rot="5622600">
            <a:off x="-487440" y="416160"/>
            <a:ext cx="2268720" cy="1346760"/>
          </a:xfrm>
          <a:custGeom>
            <a:avLst/>
            <a:gdLst>
              <a:gd name="textAreaLeft" fmla="*/ 0 w 2268720"/>
              <a:gd name="textAreaRight" fmla="*/ 2269080 w 2268720"/>
              <a:gd name="textAreaTop" fmla="*/ 0 h 1346760"/>
              <a:gd name="textAreaBottom" fmla="*/ 1347120 h 13467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943" name="Google Shape;2239;p56"/>
          <p:cNvGrpSpPr/>
          <p:nvPr/>
        </p:nvGrpSpPr>
        <p:grpSpPr>
          <a:xfrm>
            <a:off x="6570360" y="4026960"/>
            <a:ext cx="1075320" cy="1406520"/>
            <a:chOff x="6570360" y="4026960"/>
            <a:chExt cx="1075320" cy="1406520"/>
          </a:xfrm>
        </p:grpSpPr>
        <p:sp>
          <p:nvSpPr>
            <p:cNvPr id="1944" name="Google Shape;2240;p56"/>
            <p:cNvSpPr/>
            <p:nvPr/>
          </p:nvSpPr>
          <p:spPr>
            <a:xfrm rot="1149000">
              <a:off x="6781320" y="405360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5" name="Google Shape;2241;p56"/>
            <p:cNvSpPr/>
            <p:nvPr/>
          </p:nvSpPr>
          <p:spPr>
            <a:xfrm rot="1149000">
              <a:off x="7126560" y="47516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6" name="Google Shape;2242;p56"/>
            <p:cNvSpPr/>
            <p:nvPr/>
          </p:nvSpPr>
          <p:spPr>
            <a:xfrm rot="1149000">
              <a:off x="7009200" y="481032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7" name="Google Shape;2243;p56"/>
            <p:cNvSpPr/>
            <p:nvPr/>
          </p:nvSpPr>
          <p:spPr>
            <a:xfrm rot="1149000">
              <a:off x="6975360" y="45925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8" name="Google Shape;2244;p56"/>
            <p:cNvSpPr/>
            <p:nvPr/>
          </p:nvSpPr>
          <p:spPr>
            <a:xfrm rot="1149000">
              <a:off x="6872040" y="490644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9" name="Google Shape;2245;p56"/>
            <p:cNvSpPr/>
            <p:nvPr/>
          </p:nvSpPr>
          <p:spPr>
            <a:xfrm rot="1149000">
              <a:off x="7162920" y="439884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0" name="Google Shape;2246;p56"/>
            <p:cNvSpPr/>
            <p:nvPr/>
          </p:nvSpPr>
          <p:spPr>
            <a:xfrm rot="1149000">
              <a:off x="7126560" y="475164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51" name="Google Shape;2247;p56"/>
          <p:cNvGrpSpPr/>
          <p:nvPr/>
        </p:nvGrpSpPr>
        <p:grpSpPr>
          <a:xfrm>
            <a:off x="7997760" y="4383360"/>
            <a:ext cx="1016640" cy="695520"/>
            <a:chOff x="7997760" y="4383360"/>
            <a:chExt cx="1016640" cy="695520"/>
          </a:xfrm>
        </p:grpSpPr>
        <p:sp>
          <p:nvSpPr>
            <p:cNvPr id="1952" name="Google Shape;2248;p56"/>
            <p:cNvSpPr/>
            <p:nvPr/>
          </p:nvSpPr>
          <p:spPr>
            <a:xfrm rot="2620200">
              <a:off x="8949960" y="440892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3" name="Google Shape;2249;p56"/>
            <p:cNvSpPr/>
            <p:nvPr/>
          </p:nvSpPr>
          <p:spPr>
            <a:xfrm rot="2620200">
              <a:off x="8873280" y="464652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4" name="Google Shape;2250;p56"/>
            <p:cNvSpPr/>
            <p:nvPr/>
          </p:nvSpPr>
          <p:spPr>
            <a:xfrm rot="2620200">
              <a:off x="8711640" y="440352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5" name="Google Shape;2251;p56"/>
            <p:cNvSpPr/>
            <p:nvPr/>
          </p:nvSpPr>
          <p:spPr>
            <a:xfrm rot="2620200">
              <a:off x="8630640" y="466380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6" name="Google Shape;2252;p56"/>
            <p:cNvSpPr/>
            <p:nvPr/>
          </p:nvSpPr>
          <p:spPr>
            <a:xfrm rot="2620200">
              <a:off x="8461800" y="459612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7" name="Google Shape;2253;p56"/>
            <p:cNvSpPr/>
            <p:nvPr/>
          </p:nvSpPr>
          <p:spPr>
            <a:xfrm rot="2620200">
              <a:off x="8435520" y="474444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8" name="Google Shape;2254;p56"/>
            <p:cNvSpPr/>
            <p:nvPr/>
          </p:nvSpPr>
          <p:spPr>
            <a:xfrm rot="2620200">
              <a:off x="8277120" y="480888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9" name="Google Shape;2255;p56"/>
            <p:cNvSpPr/>
            <p:nvPr/>
          </p:nvSpPr>
          <p:spPr>
            <a:xfrm rot="2620200">
              <a:off x="8127360" y="490104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0" name="Google Shape;2256;p56"/>
            <p:cNvSpPr/>
            <p:nvPr/>
          </p:nvSpPr>
          <p:spPr>
            <a:xfrm rot="2620200">
              <a:off x="8004960" y="50166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61" name="Google Shape;2257;p56"/>
          <p:cNvGrpSpPr/>
          <p:nvPr/>
        </p:nvGrpSpPr>
        <p:grpSpPr>
          <a:xfrm>
            <a:off x="6338880" y="-58320"/>
            <a:ext cx="740880" cy="1194840"/>
            <a:chOff x="6338880" y="-58320"/>
            <a:chExt cx="740880" cy="1194840"/>
          </a:xfrm>
        </p:grpSpPr>
        <p:sp>
          <p:nvSpPr>
            <p:cNvPr id="1962" name="Google Shape;2258;p56"/>
            <p:cNvSpPr/>
            <p:nvPr/>
          </p:nvSpPr>
          <p:spPr>
            <a:xfrm rot="3521400">
              <a:off x="6546960" y="5443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3" name="Google Shape;2259;p56"/>
            <p:cNvSpPr/>
            <p:nvPr/>
          </p:nvSpPr>
          <p:spPr>
            <a:xfrm rot="3521400">
              <a:off x="6578280" y="64728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4" name="Google Shape;2260;p56"/>
            <p:cNvSpPr/>
            <p:nvPr/>
          </p:nvSpPr>
          <p:spPr>
            <a:xfrm rot="3521400">
              <a:off x="6620760" y="55260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5" name="Google Shape;2261;p56"/>
            <p:cNvSpPr/>
            <p:nvPr/>
          </p:nvSpPr>
          <p:spPr>
            <a:xfrm rot="3521400">
              <a:off x="6796440" y="70884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6" name="Google Shape;2262;p56"/>
            <p:cNvSpPr/>
            <p:nvPr/>
          </p:nvSpPr>
          <p:spPr>
            <a:xfrm rot="3521400">
              <a:off x="6642360" y="68760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7" name="Google Shape;2263;p56"/>
            <p:cNvSpPr/>
            <p:nvPr/>
          </p:nvSpPr>
          <p:spPr>
            <a:xfrm rot="3521400">
              <a:off x="6526800" y="8730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8" name="Google Shape;2264;p56"/>
            <p:cNvSpPr/>
            <p:nvPr/>
          </p:nvSpPr>
          <p:spPr>
            <a:xfrm rot="3521400">
              <a:off x="6696720" y="57024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69" name="Google Shape;2265;p56"/>
            <p:cNvSpPr/>
            <p:nvPr/>
          </p:nvSpPr>
          <p:spPr>
            <a:xfrm rot="3521400">
              <a:off x="6786720" y="40932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0" name="Google Shape;2266;p56"/>
            <p:cNvSpPr/>
            <p:nvPr/>
          </p:nvSpPr>
          <p:spPr>
            <a:xfrm rot="3521400">
              <a:off x="6899760" y="41688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1" name="Google Shape;2267;p56"/>
            <p:cNvSpPr/>
            <p:nvPr/>
          </p:nvSpPr>
          <p:spPr>
            <a:xfrm rot="3521400">
              <a:off x="6657120" y="33480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2" name="Google Shape;2268;p56"/>
            <p:cNvSpPr/>
            <p:nvPr/>
          </p:nvSpPr>
          <p:spPr>
            <a:xfrm rot="3521400">
              <a:off x="6843600" y="29988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3" name="Google Shape;2269;p56"/>
            <p:cNvSpPr/>
            <p:nvPr/>
          </p:nvSpPr>
          <p:spPr>
            <a:xfrm rot="3521400">
              <a:off x="6858000" y="18504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4" name="Google Shape;2270;p56"/>
            <p:cNvSpPr/>
            <p:nvPr/>
          </p:nvSpPr>
          <p:spPr>
            <a:xfrm rot="3521400">
              <a:off x="6988320" y="2448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5" name="Google Shape;2271;p56"/>
            <p:cNvSpPr/>
            <p:nvPr/>
          </p:nvSpPr>
          <p:spPr>
            <a:xfrm rot="3521400">
              <a:off x="7052400" y="-52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6" name="Google Shape;2272;p56"/>
            <p:cNvSpPr/>
            <p:nvPr/>
          </p:nvSpPr>
          <p:spPr>
            <a:xfrm rot="3521400">
              <a:off x="6681240" y="86436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7" name="Google Shape;2273;p56"/>
            <p:cNvSpPr/>
            <p:nvPr/>
          </p:nvSpPr>
          <p:spPr>
            <a:xfrm rot="3521400">
              <a:off x="6393240" y="62928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8" name="Google Shape;2274;p56"/>
            <p:cNvSpPr/>
            <p:nvPr/>
          </p:nvSpPr>
          <p:spPr>
            <a:xfrm rot="3521400">
              <a:off x="6427440" y="102132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79" name="Google Shape;2275;p56"/>
            <p:cNvSpPr/>
            <p:nvPr/>
          </p:nvSpPr>
          <p:spPr>
            <a:xfrm rot="3521400">
              <a:off x="6341760" y="109836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80" name="Google Shape;2276;p56"/>
          <p:cNvSpPr/>
          <p:nvPr/>
        </p:nvSpPr>
        <p:spPr>
          <a:xfrm rot="5400000">
            <a:off x="7556400" y="12096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81" name="Google Shape;2277;p56"/>
          <p:cNvSpPr/>
          <p:nvPr/>
        </p:nvSpPr>
        <p:spPr>
          <a:xfrm rot="2554200">
            <a:off x="7528320" y="222120"/>
            <a:ext cx="3170520" cy="1554840"/>
          </a:xfrm>
          <a:custGeom>
            <a:avLst/>
            <a:gdLst>
              <a:gd name="textAreaLeft" fmla="*/ 0 w 3170520"/>
              <a:gd name="textAreaRight" fmla="*/ 3170880 w 317052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TITLE_AND_TWO_COLUMNS_1_2_1">
    <p:bg>
      <p:bgPr>
        <a:solidFill>
          <a:schemeClr val="accent2"/>
        </a:solidFill>
        <a:effectLst/>
      </p:bgPr>
    </p:bg>
    <p:spTree>
      <p:nvGrpSpPr>
        <p:cNvPr id="1" name=""/>
        <p:cNvGrpSpPr/>
        <p:nvPr/>
      </p:nvGrpSpPr>
      <p:grpSpPr>
        <a:xfrm>
          <a:off x="0" y="0"/>
          <a:ext cx="0" cy="0"/>
          <a:chOff x="0" y="0"/>
          <a:chExt cx="0" cy="0"/>
        </a:xfrm>
      </p:grpSpPr>
      <p:sp>
        <p:nvSpPr>
          <p:cNvPr id="1982" name="PlaceHolder 1"/>
          <p:cNvSpPr>
            <a:spLocks noGrp="1"/>
          </p:cNvSpPr>
          <p:nvPr>
            <p:ph type="title"/>
          </p:nvPr>
        </p:nvSpPr>
        <p:spPr>
          <a:xfrm>
            <a:off x="945720" y="814320"/>
            <a:ext cx="31435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83" name="PlaceHolder 2"/>
          <p:cNvSpPr>
            <a:spLocks noGrp="1"/>
          </p:cNvSpPr>
          <p:nvPr>
            <p:ph type="title"/>
          </p:nvPr>
        </p:nvSpPr>
        <p:spPr>
          <a:xfrm>
            <a:off x="5054760" y="814320"/>
            <a:ext cx="31435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84" name="PlaceHolder 3"/>
          <p:cNvSpPr>
            <a:spLocks noGrp="1"/>
          </p:cNvSpPr>
          <p:nvPr>
            <p:ph type="title"/>
          </p:nvPr>
        </p:nvSpPr>
        <p:spPr>
          <a:xfrm>
            <a:off x="945720" y="2832480"/>
            <a:ext cx="31435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85" name="PlaceHolder 4"/>
          <p:cNvSpPr>
            <a:spLocks noGrp="1"/>
          </p:cNvSpPr>
          <p:nvPr>
            <p:ph type="title"/>
          </p:nvPr>
        </p:nvSpPr>
        <p:spPr>
          <a:xfrm>
            <a:off x="5054760" y="2832480"/>
            <a:ext cx="3143520" cy="900360"/>
          </a:xfrm>
          <a:prstGeom prst="rect">
            <a:avLst/>
          </a:prstGeom>
          <a:noFill/>
          <a:ln w="0">
            <a:noFill/>
          </a:ln>
        </p:spPr>
        <p:txBody>
          <a:bodyPr lIns="91440" tIns="91440" rIns="91440" bIns="91440" anchor="t">
            <a:noAutofit/>
          </a:bodyPr>
          <a:lstStyle/>
          <a:p>
            <a:pPr indent="0" algn="ctr">
              <a:lnSpc>
                <a:spcPct val="100000"/>
              </a:lnSpc>
              <a:buNone/>
            </a:pPr>
            <a:r>
              <a:rPr lang="fr-FR" sz="5500" b="0" u="none" strike="noStrike">
                <a:solidFill>
                  <a:schemeClr val="lt1"/>
                </a:solidFill>
                <a:effectLst/>
                <a:uFillTx/>
                <a:latin typeface="Calistoga"/>
                <a:ea typeface="Calistoga"/>
              </a:rPr>
              <a:t>xx%</a:t>
            </a:r>
            <a:endParaRPr lang="fr-FR" sz="5500" b="0" u="none" strike="noStrike">
              <a:solidFill>
                <a:schemeClr val="dk1"/>
              </a:solidFill>
              <a:effectLst/>
              <a:uFillTx/>
              <a:latin typeface="Arial"/>
            </a:endParaRPr>
          </a:p>
        </p:txBody>
      </p:sp>
      <p:sp>
        <p:nvSpPr>
          <p:cNvPr id="1986" name="Google Shape;2287;p57"/>
          <p:cNvSpPr/>
          <p:nvPr/>
        </p:nvSpPr>
        <p:spPr>
          <a:xfrm rot="3113400">
            <a:off x="7716240" y="-510120"/>
            <a:ext cx="2701440" cy="2155320"/>
          </a:xfrm>
          <a:custGeom>
            <a:avLst/>
            <a:gdLst>
              <a:gd name="textAreaLeft" fmla="*/ 0 w 2701440"/>
              <a:gd name="textAreaRight" fmla="*/ 2701800 w 2701440"/>
              <a:gd name="textAreaTop" fmla="*/ 0 h 2155320"/>
              <a:gd name="textAreaBottom" fmla="*/ 2155680 h 215532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987" name="Google Shape;2288;p57"/>
          <p:cNvGrpSpPr/>
          <p:nvPr/>
        </p:nvGrpSpPr>
        <p:grpSpPr>
          <a:xfrm>
            <a:off x="7671240" y="106560"/>
            <a:ext cx="1385640" cy="672480"/>
            <a:chOff x="7671240" y="106560"/>
            <a:chExt cx="1385640" cy="672480"/>
          </a:xfrm>
        </p:grpSpPr>
        <p:sp>
          <p:nvSpPr>
            <p:cNvPr id="1988" name="Google Shape;2289;p57"/>
            <p:cNvSpPr/>
            <p:nvPr/>
          </p:nvSpPr>
          <p:spPr>
            <a:xfrm rot="2993400" flipH="1">
              <a:off x="8529120" y="245160"/>
              <a:ext cx="48600" cy="45360"/>
            </a:xfrm>
            <a:custGeom>
              <a:avLst/>
              <a:gdLst>
                <a:gd name="textAreaLeft" fmla="*/ -360 w 48600"/>
                <a:gd name="textAreaRight" fmla="*/ 4860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9" name="Google Shape;2290;p57"/>
            <p:cNvSpPr/>
            <p:nvPr/>
          </p:nvSpPr>
          <p:spPr>
            <a:xfrm rot="2993400" flipH="1">
              <a:off x="8642520" y="257400"/>
              <a:ext cx="39240" cy="31320"/>
            </a:xfrm>
            <a:custGeom>
              <a:avLst/>
              <a:gdLst>
                <a:gd name="textAreaLeft" fmla="*/ -360 w 39240"/>
                <a:gd name="textAreaRight" fmla="*/ 3924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0" name="Google Shape;2291;p57"/>
            <p:cNvSpPr/>
            <p:nvPr/>
          </p:nvSpPr>
          <p:spPr>
            <a:xfrm rot="2993400" flipH="1">
              <a:off x="8646120" y="115920"/>
              <a:ext cx="40680" cy="34200"/>
            </a:xfrm>
            <a:custGeom>
              <a:avLst/>
              <a:gdLst>
                <a:gd name="textAreaLeft" fmla="*/ -360 w 40680"/>
                <a:gd name="textAreaRight" fmla="*/ 40680 w 40680"/>
                <a:gd name="textAreaTop" fmla="*/ 0 h 34200"/>
                <a:gd name="textAreaBottom" fmla="*/ 34560 h 3420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1" name="Google Shape;2292;p57"/>
            <p:cNvSpPr/>
            <p:nvPr/>
          </p:nvSpPr>
          <p:spPr>
            <a:xfrm rot="2993400" flipH="1">
              <a:off x="8844840" y="227160"/>
              <a:ext cx="35640" cy="26640"/>
            </a:xfrm>
            <a:custGeom>
              <a:avLst/>
              <a:gdLst>
                <a:gd name="textAreaLeft" fmla="*/ -360 w 35640"/>
                <a:gd name="textAreaRight" fmla="*/ 35640 w 3564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2" name="Google Shape;2293;p57"/>
            <p:cNvSpPr/>
            <p:nvPr/>
          </p:nvSpPr>
          <p:spPr>
            <a:xfrm rot="2993400" flipH="1">
              <a:off x="8995680" y="176040"/>
              <a:ext cx="55080" cy="40680"/>
            </a:xfrm>
            <a:custGeom>
              <a:avLst/>
              <a:gdLst>
                <a:gd name="textAreaLeft" fmla="*/ -360 w 55080"/>
                <a:gd name="textAreaRight" fmla="*/ 5508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3" name="Google Shape;2294;p57"/>
            <p:cNvSpPr/>
            <p:nvPr/>
          </p:nvSpPr>
          <p:spPr>
            <a:xfrm rot="2993400" flipH="1">
              <a:off x="8296560" y="296640"/>
              <a:ext cx="50400" cy="42480"/>
            </a:xfrm>
            <a:custGeom>
              <a:avLst/>
              <a:gdLst>
                <a:gd name="textAreaLeft" fmla="*/ 360 w 50400"/>
                <a:gd name="textAreaRight" fmla="*/ 5112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4" name="Google Shape;2295;p57"/>
            <p:cNvSpPr/>
            <p:nvPr/>
          </p:nvSpPr>
          <p:spPr>
            <a:xfrm rot="2993400" flipH="1">
              <a:off x="8340120" y="515520"/>
              <a:ext cx="53280" cy="53280"/>
            </a:xfrm>
            <a:custGeom>
              <a:avLst/>
              <a:gdLst>
                <a:gd name="textAreaLeft" fmla="*/ 360 w 53280"/>
                <a:gd name="textAreaRight" fmla="*/ 5400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5" name="Google Shape;2296;p57"/>
            <p:cNvSpPr/>
            <p:nvPr/>
          </p:nvSpPr>
          <p:spPr>
            <a:xfrm rot="2993400" flipH="1">
              <a:off x="8149320" y="430920"/>
              <a:ext cx="51840" cy="39240"/>
            </a:xfrm>
            <a:custGeom>
              <a:avLst/>
              <a:gdLst>
                <a:gd name="textAreaLeft" fmla="*/ 360 w 51840"/>
                <a:gd name="textAreaRight" fmla="*/ 5256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6" name="Google Shape;2297;p57"/>
            <p:cNvSpPr/>
            <p:nvPr/>
          </p:nvSpPr>
          <p:spPr>
            <a:xfrm rot="2993400" flipH="1">
              <a:off x="8138520" y="637560"/>
              <a:ext cx="57960" cy="43560"/>
            </a:xfrm>
            <a:custGeom>
              <a:avLst/>
              <a:gdLst>
                <a:gd name="textAreaLeft" fmla="*/ -360 w 57960"/>
                <a:gd name="textAreaRight" fmla="*/ 57960 w 57960"/>
                <a:gd name="textAreaTop" fmla="*/ 0 h 43560"/>
                <a:gd name="textAreaBottom" fmla="*/ 43920 h 4356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7" name="Google Shape;2298;p57"/>
            <p:cNvSpPr/>
            <p:nvPr/>
          </p:nvSpPr>
          <p:spPr>
            <a:xfrm rot="2993400" flipH="1">
              <a:off x="8002080" y="601560"/>
              <a:ext cx="56520" cy="42480"/>
            </a:xfrm>
            <a:custGeom>
              <a:avLst/>
              <a:gdLst>
                <a:gd name="textAreaLeft" fmla="*/ -360 w 56520"/>
                <a:gd name="textAreaRight" fmla="*/ 5652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8" name="Google Shape;2299;p57"/>
            <p:cNvSpPr/>
            <p:nvPr/>
          </p:nvSpPr>
          <p:spPr>
            <a:xfrm rot="2993400" flipH="1">
              <a:off x="7902720" y="657360"/>
              <a:ext cx="34560" cy="26280"/>
            </a:xfrm>
            <a:custGeom>
              <a:avLst/>
              <a:gdLst>
                <a:gd name="textAreaLeft" fmla="*/ 360 w 34560"/>
                <a:gd name="textAreaRight" fmla="*/ 35280 w 34560"/>
                <a:gd name="textAreaTop" fmla="*/ 0 h 26280"/>
                <a:gd name="textAreaBottom" fmla="*/ 26640 h 2628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9" name="Google Shape;2300;p57"/>
            <p:cNvSpPr/>
            <p:nvPr/>
          </p:nvSpPr>
          <p:spPr>
            <a:xfrm rot="2993400" flipH="1">
              <a:off x="7677360" y="732960"/>
              <a:ext cx="42480" cy="36000"/>
            </a:xfrm>
            <a:custGeom>
              <a:avLst/>
              <a:gdLst>
                <a:gd name="textAreaLeft" fmla="*/ 360 w 42480"/>
                <a:gd name="textAreaRight" fmla="*/ 4320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00" name="Google Shape;2301;p57"/>
          <p:cNvSpPr/>
          <p:nvPr/>
        </p:nvSpPr>
        <p:spPr>
          <a:xfrm rot="5622600">
            <a:off x="-658080" y="708480"/>
            <a:ext cx="1969920" cy="1169280"/>
          </a:xfrm>
          <a:custGeom>
            <a:avLst/>
            <a:gdLst>
              <a:gd name="textAreaLeft" fmla="*/ 0 w 1969920"/>
              <a:gd name="textAreaRight" fmla="*/ 1970280 w 1969920"/>
              <a:gd name="textAreaTop" fmla="*/ 0 h 1169280"/>
              <a:gd name="textAreaBottom" fmla="*/ 1169640 h 116928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01" name="Google Shape;2302;p57"/>
          <p:cNvGrpSpPr/>
          <p:nvPr/>
        </p:nvGrpSpPr>
        <p:grpSpPr>
          <a:xfrm>
            <a:off x="232560" y="0"/>
            <a:ext cx="740880" cy="1194840"/>
            <a:chOff x="232560" y="0"/>
            <a:chExt cx="740880" cy="1194840"/>
          </a:xfrm>
        </p:grpSpPr>
        <p:sp>
          <p:nvSpPr>
            <p:cNvPr id="2002" name="Google Shape;2303;p57"/>
            <p:cNvSpPr/>
            <p:nvPr/>
          </p:nvSpPr>
          <p:spPr>
            <a:xfrm rot="3521400">
              <a:off x="440640" y="6022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3" name="Google Shape;2304;p57"/>
            <p:cNvSpPr/>
            <p:nvPr/>
          </p:nvSpPr>
          <p:spPr>
            <a:xfrm rot="3521400">
              <a:off x="471960" y="7056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4" name="Google Shape;2305;p57"/>
            <p:cNvSpPr/>
            <p:nvPr/>
          </p:nvSpPr>
          <p:spPr>
            <a:xfrm rot="3521400">
              <a:off x="514440" y="6109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5" name="Google Shape;2306;p57"/>
            <p:cNvSpPr/>
            <p:nvPr/>
          </p:nvSpPr>
          <p:spPr>
            <a:xfrm rot="3521400">
              <a:off x="690120" y="7668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6" name="Google Shape;2307;p57"/>
            <p:cNvSpPr/>
            <p:nvPr/>
          </p:nvSpPr>
          <p:spPr>
            <a:xfrm rot="3521400">
              <a:off x="536040" y="7459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7" name="Google Shape;2308;p57"/>
            <p:cNvSpPr/>
            <p:nvPr/>
          </p:nvSpPr>
          <p:spPr>
            <a:xfrm rot="3521400">
              <a:off x="420480" y="93132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8" name="Google Shape;2309;p57"/>
            <p:cNvSpPr/>
            <p:nvPr/>
          </p:nvSpPr>
          <p:spPr>
            <a:xfrm rot="3521400">
              <a:off x="590400" y="62820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9" name="Google Shape;2310;p57"/>
            <p:cNvSpPr/>
            <p:nvPr/>
          </p:nvSpPr>
          <p:spPr>
            <a:xfrm rot="3521400">
              <a:off x="680400" y="46764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0" name="Google Shape;2311;p57"/>
            <p:cNvSpPr/>
            <p:nvPr/>
          </p:nvSpPr>
          <p:spPr>
            <a:xfrm rot="3521400">
              <a:off x="793440" y="4752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1" name="Google Shape;2312;p57"/>
            <p:cNvSpPr/>
            <p:nvPr/>
          </p:nvSpPr>
          <p:spPr>
            <a:xfrm rot="3521400">
              <a:off x="550800" y="3927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2" name="Google Shape;2313;p57"/>
            <p:cNvSpPr/>
            <p:nvPr/>
          </p:nvSpPr>
          <p:spPr>
            <a:xfrm rot="3521400">
              <a:off x="737280" y="3578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3" name="Google Shape;2314;p57"/>
            <p:cNvSpPr/>
            <p:nvPr/>
          </p:nvSpPr>
          <p:spPr>
            <a:xfrm rot="3521400">
              <a:off x="751680" y="2433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4" name="Google Shape;2315;p57"/>
            <p:cNvSpPr/>
            <p:nvPr/>
          </p:nvSpPr>
          <p:spPr>
            <a:xfrm rot="3521400">
              <a:off x="882000" y="8280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5" name="Google Shape;2316;p57"/>
            <p:cNvSpPr/>
            <p:nvPr/>
          </p:nvSpPr>
          <p:spPr>
            <a:xfrm rot="3521400">
              <a:off x="946080" y="57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6" name="Google Shape;2317;p57"/>
            <p:cNvSpPr/>
            <p:nvPr/>
          </p:nvSpPr>
          <p:spPr>
            <a:xfrm rot="3521400">
              <a:off x="574920" y="9223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7" name="Google Shape;2318;p57"/>
            <p:cNvSpPr/>
            <p:nvPr/>
          </p:nvSpPr>
          <p:spPr>
            <a:xfrm rot="3521400">
              <a:off x="286920" y="68760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8" name="Google Shape;2319;p57"/>
            <p:cNvSpPr/>
            <p:nvPr/>
          </p:nvSpPr>
          <p:spPr>
            <a:xfrm rot="3521400">
              <a:off x="321120" y="107964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19" name="Google Shape;2320;p57"/>
            <p:cNvSpPr/>
            <p:nvPr/>
          </p:nvSpPr>
          <p:spPr>
            <a:xfrm rot="3521400">
              <a:off x="235440" y="1156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020" name="Google Shape;2321;p57"/>
          <p:cNvSpPr/>
          <p:nvPr/>
        </p:nvSpPr>
        <p:spPr>
          <a:xfrm rot="265800">
            <a:off x="-902160" y="4578120"/>
            <a:ext cx="5128920" cy="844920"/>
          </a:xfrm>
          <a:custGeom>
            <a:avLst/>
            <a:gdLst>
              <a:gd name="textAreaLeft" fmla="*/ 0 w 5128920"/>
              <a:gd name="textAreaRight" fmla="*/ 5129280 w 5128920"/>
              <a:gd name="textAreaTop" fmla="*/ 0 h 844920"/>
              <a:gd name="textAreaBottom" fmla="*/ 845280 h 844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1" name="Google Shape;2322;p57"/>
          <p:cNvSpPr/>
          <p:nvPr/>
        </p:nvSpPr>
        <p:spPr>
          <a:xfrm rot="10800000" flipH="1">
            <a:off x="7017120" y="4686120"/>
            <a:ext cx="2971800" cy="616320"/>
          </a:xfrm>
          <a:custGeom>
            <a:avLst/>
            <a:gdLst>
              <a:gd name="textAreaLeft" fmla="*/ -360 w 2971800"/>
              <a:gd name="textAreaRight" fmla="*/ 2971800 w 2971800"/>
              <a:gd name="textAreaTop" fmla="*/ 0 h 616320"/>
              <a:gd name="textAreaBottom" fmla="*/ 616680 h 616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22" name="Google Shape;2323;p57"/>
          <p:cNvSpPr/>
          <p:nvPr/>
        </p:nvSpPr>
        <p:spPr>
          <a:xfrm rot="7252800">
            <a:off x="7634880" y="433368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023" name="Google Shape;2324;p57"/>
          <p:cNvGrpSpPr/>
          <p:nvPr/>
        </p:nvGrpSpPr>
        <p:grpSpPr>
          <a:xfrm>
            <a:off x="3996360" y="4152960"/>
            <a:ext cx="745200" cy="1352880"/>
            <a:chOff x="3996360" y="4152960"/>
            <a:chExt cx="745200" cy="1352880"/>
          </a:xfrm>
        </p:grpSpPr>
        <p:sp>
          <p:nvSpPr>
            <p:cNvPr id="2024" name="Google Shape;2325;p57"/>
            <p:cNvSpPr/>
            <p:nvPr/>
          </p:nvSpPr>
          <p:spPr>
            <a:xfrm>
              <a:off x="3996360" y="41529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5" name="Google Shape;2326;p57"/>
            <p:cNvSpPr/>
            <p:nvPr/>
          </p:nvSpPr>
          <p:spPr>
            <a:xfrm>
              <a:off x="4348800" y="478152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6" name="Google Shape;2327;p57"/>
            <p:cNvSpPr/>
            <p:nvPr/>
          </p:nvSpPr>
          <p:spPr>
            <a:xfrm>
              <a:off x="4267440" y="48542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7" name="Google Shape;2328;p57"/>
            <p:cNvSpPr/>
            <p:nvPr/>
          </p:nvSpPr>
          <p:spPr>
            <a:xfrm>
              <a:off x="4209120" y="46735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8" name="Google Shape;2329;p57"/>
            <p:cNvSpPr/>
            <p:nvPr/>
          </p:nvSpPr>
          <p:spPr>
            <a:xfrm>
              <a:off x="4174560" y="497952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9" name="Google Shape;2330;p57"/>
            <p:cNvSpPr/>
            <p:nvPr/>
          </p:nvSpPr>
          <p:spPr>
            <a:xfrm>
              <a:off x="4331880" y="43740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0" name="Google Shape;2331;p57"/>
            <p:cNvSpPr/>
            <p:nvPr/>
          </p:nvSpPr>
          <p:spPr>
            <a:xfrm>
              <a:off x="4348800" y="478152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31" name="Google Shape;2332;p57"/>
          <p:cNvSpPr/>
          <p:nvPr/>
        </p:nvSpPr>
        <p:spPr>
          <a:xfrm>
            <a:off x="7782840" y="-76320"/>
            <a:ext cx="1440720" cy="328320"/>
          </a:xfrm>
          <a:custGeom>
            <a:avLst/>
            <a:gdLst>
              <a:gd name="textAreaLeft" fmla="*/ 0 w 1440720"/>
              <a:gd name="textAreaRight" fmla="*/ 1441080 w 1440720"/>
              <a:gd name="textAreaTop" fmla="*/ 0 h 328320"/>
              <a:gd name="textAreaBottom" fmla="*/ 328680 h 3283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TITLE_AND_BODY_1_1">
    <p:bg>
      <p:bgPr>
        <a:solidFill>
          <a:schemeClr val="accent2"/>
        </a:solidFill>
        <a:effectLst/>
      </p:bgPr>
    </p:bg>
    <p:spTree>
      <p:nvGrpSpPr>
        <p:cNvPr id="1" name=""/>
        <p:cNvGrpSpPr/>
        <p:nvPr/>
      </p:nvGrpSpPr>
      <p:grpSpPr>
        <a:xfrm>
          <a:off x="0" y="0"/>
          <a:ext cx="0" cy="0"/>
          <a:chOff x="0" y="0"/>
          <a:chExt cx="0" cy="0"/>
        </a:xfrm>
      </p:grpSpPr>
      <p:sp>
        <p:nvSpPr>
          <p:cNvPr id="2032" name="PlaceHolder 1"/>
          <p:cNvSpPr>
            <a:spLocks noGrp="1"/>
          </p:cNvSpPr>
          <p:nvPr>
            <p:ph type="title"/>
          </p:nvPr>
        </p:nvSpPr>
        <p:spPr>
          <a:xfrm>
            <a:off x="2035440" y="324000"/>
            <a:ext cx="4970520" cy="90072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2033" name="Google Shape;2336;p58"/>
          <p:cNvSpPr/>
          <p:nvPr/>
        </p:nvSpPr>
        <p:spPr>
          <a:xfrm>
            <a:off x="2089080" y="3144600"/>
            <a:ext cx="4958280" cy="572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00000"/>
              </a:lnSpc>
              <a:spcBef>
                <a:spcPts val="300"/>
              </a:spcBef>
              <a:tabLst>
                <a:tab pos="0" algn="l"/>
              </a:tabLst>
            </a:pPr>
            <a:r>
              <a:rPr lang="en" sz="1200" b="0" u="none" strike="noStrike">
                <a:solidFill>
                  <a:schemeClr val="lt1"/>
                </a:solidFill>
                <a:effectLst/>
                <a:uFillTx/>
                <a:latin typeface="Voces"/>
                <a:ea typeface="Voces"/>
              </a:rPr>
              <a:t>CREDITS: This presentation template was created by </a:t>
            </a:r>
            <a:r>
              <a:rPr lang="en" sz="1200" b="1" u="sng" strike="noStrike">
                <a:solidFill>
                  <a:schemeClr val="lt1"/>
                </a:solidFill>
                <a:effectLst/>
                <a:uFillTx/>
                <a:latin typeface="Voces"/>
                <a:ea typeface="Voces"/>
                <a:hlinkClick r:id="rId2"/>
              </a:rPr>
              <a:t>Slidesgo</a:t>
            </a:r>
            <a:r>
              <a:rPr lang="en" sz="1200" b="0" u="none" strike="noStrike">
                <a:solidFill>
                  <a:schemeClr val="lt1"/>
                </a:solidFill>
                <a:effectLst/>
                <a:uFillTx/>
                <a:latin typeface="Voces"/>
                <a:ea typeface="Voces"/>
              </a:rPr>
              <a:t>, including icons, infographics &amp; images by </a:t>
            </a:r>
            <a:r>
              <a:rPr lang="en" sz="1200" b="1" u="sng" strike="noStrike">
                <a:solidFill>
                  <a:schemeClr val="lt1"/>
                </a:solidFill>
                <a:effectLst/>
                <a:uFillTx/>
                <a:latin typeface="Voces"/>
                <a:ea typeface="Voces"/>
                <a:hlinkClick r:id="rId3"/>
              </a:rPr>
              <a:t>Freepik</a:t>
            </a:r>
            <a:r>
              <a:rPr lang="en" sz="1200" b="0" u="none" strike="noStrike">
                <a:solidFill>
                  <a:schemeClr val="lt1"/>
                </a:solidFill>
                <a:effectLst/>
                <a:uFillTx/>
                <a:latin typeface="Voces"/>
                <a:ea typeface="Voces"/>
              </a:rPr>
              <a:t> </a:t>
            </a:r>
            <a:endParaRPr lang="en-US" sz="1200" b="0" u="none" strike="noStrike">
              <a:solidFill>
                <a:srgbClr val="FFFFFF"/>
              </a:solidFill>
              <a:effectLst/>
              <a:uFillTx/>
              <a:latin typeface="OpenSymbol"/>
            </a:endParaRPr>
          </a:p>
        </p:txBody>
      </p:sp>
      <p:sp>
        <p:nvSpPr>
          <p:cNvPr id="2034" name="Google Shape;2337;p58"/>
          <p:cNvSpPr/>
          <p:nvPr/>
        </p:nvSpPr>
        <p:spPr>
          <a:xfrm rot="3113400">
            <a:off x="6806520" y="9360"/>
            <a:ext cx="2701440" cy="2155320"/>
          </a:xfrm>
          <a:custGeom>
            <a:avLst/>
            <a:gdLst>
              <a:gd name="textAreaLeft" fmla="*/ 0 w 2701440"/>
              <a:gd name="textAreaRight" fmla="*/ 2701800 w 2701440"/>
              <a:gd name="textAreaTop" fmla="*/ 0 h 2155320"/>
              <a:gd name="textAreaBottom" fmla="*/ 2155680 h 215532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35" name="Google Shape;2338;p58"/>
          <p:cNvSpPr/>
          <p:nvPr/>
        </p:nvSpPr>
        <p:spPr>
          <a:xfrm>
            <a:off x="7768800" y="0"/>
            <a:ext cx="1440720" cy="328320"/>
          </a:xfrm>
          <a:custGeom>
            <a:avLst/>
            <a:gdLst>
              <a:gd name="textAreaLeft" fmla="*/ 0 w 1440720"/>
              <a:gd name="textAreaRight" fmla="*/ 1441080 w 1440720"/>
              <a:gd name="textAreaTop" fmla="*/ 0 h 328320"/>
              <a:gd name="textAreaBottom" fmla="*/ 328680 h 328320"/>
            </a:gdLst>
            <a:ahLst/>
            <a:cxnLst/>
            <a:rect l="textAreaLeft" t="textAreaTop" r="textAreaRight" b="textAreaBottom"/>
            <a:pathLst>
              <a:path w="45383" h="10347">
                <a:moveTo>
                  <a:pt x="0" y="0"/>
                </a:moveTo>
                <a:cubicBezTo>
                  <a:pt x="807" y="1173"/>
                  <a:pt x="1540" y="2347"/>
                  <a:pt x="2346" y="3520"/>
                </a:cubicBezTo>
                <a:cubicBezTo>
                  <a:pt x="2860" y="4326"/>
                  <a:pt x="3373" y="5133"/>
                  <a:pt x="3923" y="5902"/>
                </a:cubicBezTo>
                <a:cubicBezTo>
                  <a:pt x="5022" y="7552"/>
                  <a:pt x="6195" y="9275"/>
                  <a:pt x="8065" y="9971"/>
                </a:cubicBezTo>
                <a:cubicBezTo>
                  <a:pt x="8872" y="10265"/>
                  <a:pt x="9727" y="10346"/>
                  <a:pt x="10588" y="10346"/>
                </a:cubicBezTo>
                <a:cubicBezTo>
                  <a:pt x="11018" y="10346"/>
                  <a:pt x="11450" y="10326"/>
                  <a:pt x="11877" y="10301"/>
                </a:cubicBezTo>
                <a:cubicBezTo>
                  <a:pt x="23022" y="9751"/>
                  <a:pt x="34202" y="9055"/>
                  <a:pt x="45346" y="8285"/>
                </a:cubicBezTo>
                <a:lnTo>
                  <a:pt x="4538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36" name="Google Shape;2339;p58"/>
          <p:cNvGrpSpPr/>
          <p:nvPr/>
        </p:nvGrpSpPr>
        <p:grpSpPr>
          <a:xfrm>
            <a:off x="7281360" y="1357200"/>
            <a:ext cx="1385640" cy="672480"/>
            <a:chOff x="7281360" y="1357200"/>
            <a:chExt cx="1385640" cy="672480"/>
          </a:xfrm>
        </p:grpSpPr>
        <p:sp>
          <p:nvSpPr>
            <p:cNvPr id="2037" name="Google Shape;2340;p58"/>
            <p:cNvSpPr/>
            <p:nvPr/>
          </p:nvSpPr>
          <p:spPr>
            <a:xfrm rot="2993400" flipH="1">
              <a:off x="8139240" y="1495800"/>
              <a:ext cx="48600" cy="45360"/>
            </a:xfrm>
            <a:custGeom>
              <a:avLst/>
              <a:gdLst>
                <a:gd name="textAreaLeft" fmla="*/ -360 w 48600"/>
                <a:gd name="textAreaRight" fmla="*/ 4860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8" name="Google Shape;2341;p58"/>
            <p:cNvSpPr/>
            <p:nvPr/>
          </p:nvSpPr>
          <p:spPr>
            <a:xfrm rot="2993400" flipH="1">
              <a:off x="8252640" y="1508040"/>
              <a:ext cx="39240" cy="31320"/>
            </a:xfrm>
            <a:custGeom>
              <a:avLst/>
              <a:gdLst>
                <a:gd name="textAreaLeft" fmla="*/ -360 w 39240"/>
                <a:gd name="textAreaRight" fmla="*/ 3924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9" name="Google Shape;2342;p58"/>
            <p:cNvSpPr/>
            <p:nvPr/>
          </p:nvSpPr>
          <p:spPr>
            <a:xfrm rot="2993400" flipH="1">
              <a:off x="8256240" y="1366560"/>
              <a:ext cx="40680" cy="34200"/>
            </a:xfrm>
            <a:custGeom>
              <a:avLst/>
              <a:gdLst>
                <a:gd name="textAreaLeft" fmla="*/ -360 w 40680"/>
                <a:gd name="textAreaRight" fmla="*/ 40680 w 40680"/>
                <a:gd name="textAreaTop" fmla="*/ 0 h 34200"/>
                <a:gd name="textAreaBottom" fmla="*/ 34560 h 3420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0" name="Google Shape;2343;p58"/>
            <p:cNvSpPr/>
            <p:nvPr/>
          </p:nvSpPr>
          <p:spPr>
            <a:xfrm rot="2993400" flipH="1">
              <a:off x="8454960" y="1477800"/>
              <a:ext cx="35640" cy="26640"/>
            </a:xfrm>
            <a:custGeom>
              <a:avLst/>
              <a:gdLst>
                <a:gd name="textAreaLeft" fmla="*/ -360 w 35640"/>
                <a:gd name="textAreaRight" fmla="*/ 35640 w 3564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1" name="Google Shape;2344;p58"/>
            <p:cNvSpPr/>
            <p:nvPr/>
          </p:nvSpPr>
          <p:spPr>
            <a:xfrm rot="2993400" flipH="1">
              <a:off x="8605800" y="1426680"/>
              <a:ext cx="55080" cy="40680"/>
            </a:xfrm>
            <a:custGeom>
              <a:avLst/>
              <a:gdLst>
                <a:gd name="textAreaLeft" fmla="*/ -360 w 55080"/>
                <a:gd name="textAreaRight" fmla="*/ 5508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2" name="Google Shape;2345;p58"/>
            <p:cNvSpPr/>
            <p:nvPr/>
          </p:nvSpPr>
          <p:spPr>
            <a:xfrm rot="2993400" flipH="1">
              <a:off x="7906680" y="1547280"/>
              <a:ext cx="50400" cy="42480"/>
            </a:xfrm>
            <a:custGeom>
              <a:avLst/>
              <a:gdLst>
                <a:gd name="textAreaLeft" fmla="*/ 360 w 50400"/>
                <a:gd name="textAreaRight" fmla="*/ 5112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3" name="Google Shape;2346;p58"/>
            <p:cNvSpPr/>
            <p:nvPr/>
          </p:nvSpPr>
          <p:spPr>
            <a:xfrm rot="2993400" flipH="1">
              <a:off x="7950240" y="1766160"/>
              <a:ext cx="53280" cy="53280"/>
            </a:xfrm>
            <a:custGeom>
              <a:avLst/>
              <a:gdLst>
                <a:gd name="textAreaLeft" fmla="*/ 360 w 53280"/>
                <a:gd name="textAreaRight" fmla="*/ 5400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4" name="Google Shape;2347;p58"/>
            <p:cNvSpPr/>
            <p:nvPr/>
          </p:nvSpPr>
          <p:spPr>
            <a:xfrm rot="2993400" flipH="1">
              <a:off x="7759440" y="1681560"/>
              <a:ext cx="51840" cy="39240"/>
            </a:xfrm>
            <a:custGeom>
              <a:avLst/>
              <a:gdLst>
                <a:gd name="textAreaLeft" fmla="*/ 360 w 51840"/>
                <a:gd name="textAreaRight" fmla="*/ 5256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5" name="Google Shape;2348;p58"/>
            <p:cNvSpPr/>
            <p:nvPr/>
          </p:nvSpPr>
          <p:spPr>
            <a:xfrm rot="2993400" flipH="1">
              <a:off x="7748640" y="1888200"/>
              <a:ext cx="57960" cy="43560"/>
            </a:xfrm>
            <a:custGeom>
              <a:avLst/>
              <a:gdLst>
                <a:gd name="textAreaLeft" fmla="*/ -360 w 57960"/>
                <a:gd name="textAreaRight" fmla="*/ 57960 w 57960"/>
                <a:gd name="textAreaTop" fmla="*/ 0 h 43560"/>
                <a:gd name="textAreaBottom" fmla="*/ 43920 h 4356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6" name="Google Shape;2349;p58"/>
            <p:cNvSpPr/>
            <p:nvPr/>
          </p:nvSpPr>
          <p:spPr>
            <a:xfrm rot="2993400" flipH="1">
              <a:off x="7612200" y="1852200"/>
              <a:ext cx="56520" cy="42480"/>
            </a:xfrm>
            <a:custGeom>
              <a:avLst/>
              <a:gdLst>
                <a:gd name="textAreaLeft" fmla="*/ -360 w 56520"/>
                <a:gd name="textAreaRight" fmla="*/ 5652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7" name="Google Shape;2350;p58"/>
            <p:cNvSpPr/>
            <p:nvPr/>
          </p:nvSpPr>
          <p:spPr>
            <a:xfrm rot="2993400" flipH="1">
              <a:off x="7512840" y="1908000"/>
              <a:ext cx="34560" cy="26280"/>
            </a:xfrm>
            <a:custGeom>
              <a:avLst/>
              <a:gdLst>
                <a:gd name="textAreaLeft" fmla="*/ 360 w 34560"/>
                <a:gd name="textAreaRight" fmla="*/ 35280 w 34560"/>
                <a:gd name="textAreaTop" fmla="*/ 0 h 26280"/>
                <a:gd name="textAreaBottom" fmla="*/ 26640 h 2628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8" name="Google Shape;2351;p58"/>
            <p:cNvSpPr/>
            <p:nvPr/>
          </p:nvSpPr>
          <p:spPr>
            <a:xfrm rot="2993400" flipH="1">
              <a:off x="7287480" y="1983600"/>
              <a:ext cx="42480" cy="36000"/>
            </a:xfrm>
            <a:custGeom>
              <a:avLst/>
              <a:gdLst>
                <a:gd name="textAreaLeft" fmla="*/ 360 w 42480"/>
                <a:gd name="textAreaRight" fmla="*/ 4320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49" name="Google Shape;2352;p58"/>
          <p:cNvSpPr/>
          <p:nvPr/>
        </p:nvSpPr>
        <p:spPr>
          <a:xfrm rot="5622600">
            <a:off x="-416520" y="350280"/>
            <a:ext cx="1969920" cy="1169280"/>
          </a:xfrm>
          <a:custGeom>
            <a:avLst/>
            <a:gdLst>
              <a:gd name="textAreaLeft" fmla="*/ 0 w 1969920"/>
              <a:gd name="textAreaRight" fmla="*/ 1970280 w 1969920"/>
              <a:gd name="textAreaTop" fmla="*/ 0 h 1169280"/>
              <a:gd name="textAreaBottom" fmla="*/ 1169640 h 116928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50" name="Google Shape;2353;p58"/>
          <p:cNvGrpSpPr/>
          <p:nvPr/>
        </p:nvGrpSpPr>
        <p:grpSpPr>
          <a:xfrm>
            <a:off x="471600" y="375840"/>
            <a:ext cx="741240" cy="1194840"/>
            <a:chOff x="471600" y="375840"/>
            <a:chExt cx="741240" cy="1194840"/>
          </a:xfrm>
        </p:grpSpPr>
        <p:sp>
          <p:nvSpPr>
            <p:cNvPr id="2051" name="Google Shape;2354;p58"/>
            <p:cNvSpPr/>
            <p:nvPr/>
          </p:nvSpPr>
          <p:spPr>
            <a:xfrm rot="3521400">
              <a:off x="680040" y="97848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2" name="Google Shape;2355;p58"/>
            <p:cNvSpPr/>
            <p:nvPr/>
          </p:nvSpPr>
          <p:spPr>
            <a:xfrm rot="3521400">
              <a:off x="711360" y="108144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3" name="Google Shape;2356;p58"/>
            <p:cNvSpPr/>
            <p:nvPr/>
          </p:nvSpPr>
          <p:spPr>
            <a:xfrm rot="3521400">
              <a:off x="753840" y="9867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4" name="Google Shape;2357;p58"/>
            <p:cNvSpPr/>
            <p:nvPr/>
          </p:nvSpPr>
          <p:spPr>
            <a:xfrm rot="3521400">
              <a:off x="929160" y="114300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5" name="Google Shape;2358;p58"/>
            <p:cNvSpPr/>
            <p:nvPr/>
          </p:nvSpPr>
          <p:spPr>
            <a:xfrm rot="3521400">
              <a:off x="775440" y="112176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6" name="Google Shape;2359;p58"/>
            <p:cNvSpPr/>
            <p:nvPr/>
          </p:nvSpPr>
          <p:spPr>
            <a:xfrm rot="3521400">
              <a:off x="659520" y="130716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7" name="Google Shape;2360;p58"/>
            <p:cNvSpPr/>
            <p:nvPr/>
          </p:nvSpPr>
          <p:spPr>
            <a:xfrm rot="3521400">
              <a:off x="829800" y="100440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8" name="Google Shape;2361;p58"/>
            <p:cNvSpPr/>
            <p:nvPr/>
          </p:nvSpPr>
          <p:spPr>
            <a:xfrm rot="3521400">
              <a:off x="919440" y="84348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9" name="Google Shape;2362;p58"/>
            <p:cNvSpPr/>
            <p:nvPr/>
          </p:nvSpPr>
          <p:spPr>
            <a:xfrm rot="3521400">
              <a:off x="1032840" y="85104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0" name="Google Shape;2363;p58"/>
            <p:cNvSpPr/>
            <p:nvPr/>
          </p:nvSpPr>
          <p:spPr>
            <a:xfrm rot="3521400">
              <a:off x="790200" y="76896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1" name="Google Shape;2364;p58"/>
            <p:cNvSpPr/>
            <p:nvPr/>
          </p:nvSpPr>
          <p:spPr>
            <a:xfrm rot="3521400">
              <a:off x="976680" y="73404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2" name="Google Shape;2365;p58"/>
            <p:cNvSpPr/>
            <p:nvPr/>
          </p:nvSpPr>
          <p:spPr>
            <a:xfrm rot="3521400">
              <a:off x="991080" y="6192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3" name="Google Shape;2366;p58"/>
            <p:cNvSpPr/>
            <p:nvPr/>
          </p:nvSpPr>
          <p:spPr>
            <a:xfrm rot="3521400">
              <a:off x="1121400" y="4586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4" name="Google Shape;2367;p58"/>
            <p:cNvSpPr/>
            <p:nvPr/>
          </p:nvSpPr>
          <p:spPr>
            <a:xfrm rot="3521400">
              <a:off x="1185480" y="38160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5" name="Google Shape;2368;p58"/>
            <p:cNvSpPr/>
            <p:nvPr/>
          </p:nvSpPr>
          <p:spPr>
            <a:xfrm rot="3521400">
              <a:off x="814320" y="12985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6" name="Google Shape;2369;p58"/>
            <p:cNvSpPr/>
            <p:nvPr/>
          </p:nvSpPr>
          <p:spPr>
            <a:xfrm rot="3521400">
              <a:off x="526320" y="106344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7" name="Google Shape;2370;p58"/>
            <p:cNvSpPr/>
            <p:nvPr/>
          </p:nvSpPr>
          <p:spPr>
            <a:xfrm rot="3521400">
              <a:off x="560520" y="145548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68" name="Google Shape;2371;p58"/>
            <p:cNvSpPr/>
            <p:nvPr/>
          </p:nvSpPr>
          <p:spPr>
            <a:xfrm rot="3521400">
              <a:off x="474480" y="153252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069" name="Google Shape;2372;p58"/>
          <p:cNvSpPr/>
          <p:nvPr/>
        </p:nvSpPr>
        <p:spPr>
          <a:xfrm>
            <a:off x="5400" y="4355280"/>
            <a:ext cx="6756840" cy="788040"/>
          </a:xfrm>
          <a:custGeom>
            <a:avLst/>
            <a:gdLst>
              <a:gd name="textAreaLeft" fmla="*/ 0 w 6756840"/>
              <a:gd name="textAreaRight" fmla="*/ 6757200 w 675684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0" name="Google Shape;2373;p58"/>
          <p:cNvSpPr/>
          <p:nvPr/>
        </p:nvSpPr>
        <p:spPr>
          <a:xfrm flipH="1">
            <a:off x="4166280" y="4298040"/>
            <a:ext cx="5128920" cy="844920"/>
          </a:xfrm>
          <a:custGeom>
            <a:avLst/>
            <a:gdLst>
              <a:gd name="textAreaLeft" fmla="*/ -360 w 5128920"/>
              <a:gd name="textAreaRight" fmla="*/ 5128920 w 5128920"/>
              <a:gd name="textAreaTop" fmla="*/ 0 h 844920"/>
              <a:gd name="textAreaBottom" fmla="*/ 845280 h 844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1" name="Google Shape;2374;p58"/>
          <p:cNvSpPr/>
          <p:nvPr/>
        </p:nvSpPr>
        <p:spPr>
          <a:xfrm rot="10800000">
            <a:off x="2814480" y="4602240"/>
            <a:ext cx="2971800" cy="616320"/>
          </a:xfrm>
          <a:custGeom>
            <a:avLst/>
            <a:gdLst>
              <a:gd name="textAreaLeft" fmla="*/ 0 w 2971800"/>
              <a:gd name="textAreaRight" fmla="*/ 2972160 w 2971800"/>
              <a:gd name="textAreaTop" fmla="*/ 0 h 616320"/>
              <a:gd name="textAreaBottom" fmla="*/ 616680 h 616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72" name="Google Shape;2375;p58"/>
          <p:cNvSpPr/>
          <p:nvPr/>
        </p:nvSpPr>
        <p:spPr>
          <a:xfrm rot="19281000">
            <a:off x="758520" y="316296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73" name="Google Shape;2376;p58"/>
          <p:cNvGrpSpPr/>
          <p:nvPr/>
        </p:nvGrpSpPr>
        <p:grpSpPr>
          <a:xfrm>
            <a:off x="7602120" y="3299760"/>
            <a:ext cx="744840" cy="1352880"/>
            <a:chOff x="7602120" y="3299760"/>
            <a:chExt cx="744840" cy="1352880"/>
          </a:xfrm>
        </p:grpSpPr>
        <p:sp>
          <p:nvSpPr>
            <p:cNvPr id="2074" name="Google Shape;2377;p58"/>
            <p:cNvSpPr/>
            <p:nvPr/>
          </p:nvSpPr>
          <p:spPr>
            <a:xfrm>
              <a:off x="7602120" y="32997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5" name="Google Shape;2378;p58"/>
            <p:cNvSpPr/>
            <p:nvPr/>
          </p:nvSpPr>
          <p:spPr>
            <a:xfrm>
              <a:off x="7954200" y="392832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6" name="Google Shape;2379;p58"/>
            <p:cNvSpPr/>
            <p:nvPr/>
          </p:nvSpPr>
          <p:spPr>
            <a:xfrm>
              <a:off x="7872840" y="40010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7" name="Google Shape;2380;p58"/>
            <p:cNvSpPr/>
            <p:nvPr/>
          </p:nvSpPr>
          <p:spPr>
            <a:xfrm>
              <a:off x="7814880" y="38203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8" name="Google Shape;2381;p58"/>
            <p:cNvSpPr/>
            <p:nvPr/>
          </p:nvSpPr>
          <p:spPr>
            <a:xfrm>
              <a:off x="7779960" y="412632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9" name="Google Shape;2382;p58"/>
            <p:cNvSpPr/>
            <p:nvPr/>
          </p:nvSpPr>
          <p:spPr>
            <a:xfrm>
              <a:off x="7937280" y="35208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0" name="Google Shape;2383;p58"/>
            <p:cNvSpPr/>
            <p:nvPr/>
          </p:nvSpPr>
          <p:spPr>
            <a:xfrm>
              <a:off x="7954200" y="3928320"/>
              <a:ext cx="105480" cy="68400"/>
            </a:xfrm>
            <a:custGeom>
              <a:avLst/>
              <a:gdLst>
                <a:gd name="textAreaLeft" fmla="*/ 0 w 105480"/>
                <a:gd name="textAreaRight" fmla="*/ 105840 w 105480"/>
                <a:gd name="textAreaTop" fmla="*/ 0 h 68400"/>
                <a:gd name="textAreaBottom" fmla="*/ 68760 h 68400"/>
              </a:gdLst>
              <a:ahLst/>
              <a:cxnLst/>
              <a:rect l="textAreaLeft" t="textAreaTop" r="textAreaRight" b="textAreaBottom"/>
              <a:pathLst>
                <a:path w="4230" h="2753">
                  <a:moveTo>
                    <a:pt x="2945" y="942"/>
                  </a:moveTo>
                  <a:cubicBezTo>
                    <a:pt x="2269" y="1517"/>
                    <a:pt x="1471" y="1952"/>
                    <a:pt x="606" y="2228"/>
                  </a:cubicBezTo>
                  <a:lnTo>
                    <a:pt x="606" y="2228"/>
                  </a:lnTo>
                  <a:cubicBezTo>
                    <a:pt x="1355" y="1737"/>
                    <a:pt x="2134" y="1308"/>
                    <a:pt x="2945" y="942"/>
                  </a:cubicBezTo>
                  <a:close/>
                  <a:moveTo>
                    <a:pt x="3975" y="1"/>
                  </a:moveTo>
                  <a:cubicBezTo>
                    <a:pt x="3946" y="1"/>
                    <a:pt x="3913" y="7"/>
                    <a:pt x="3878" y="23"/>
                  </a:cubicBezTo>
                  <a:cubicBezTo>
                    <a:pt x="2522" y="499"/>
                    <a:pt x="1275" y="1196"/>
                    <a:pt x="212" y="2149"/>
                  </a:cubicBezTo>
                  <a:cubicBezTo>
                    <a:pt x="135" y="2206"/>
                    <a:pt x="149" y="2294"/>
                    <a:pt x="201" y="2349"/>
                  </a:cubicBezTo>
                  <a:lnTo>
                    <a:pt x="201" y="2349"/>
                  </a:lnTo>
                  <a:cubicBezTo>
                    <a:pt x="0" y="2444"/>
                    <a:pt x="91" y="2753"/>
                    <a:pt x="304" y="2753"/>
                  </a:cubicBezTo>
                  <a:cubicBezTo>
                    <a:pt x="333" y="2753"/>
                    <a:pt x="363" y="2747"/>
                    <a:pt x="395" y="2735"/>
                  </a:cubicBezTo>
                  <a:cubicBezTo>
                    <a:pt x="1862" y="2405"/>
                    <a:pt x="3145" y="1599"/>
                    <a:pt x="4135" y="426"/>
                  </a:cubicBezTo>
                  <a:cubicBezTo>
                    <a:pt x="4229" y="268"/>
                    <a:pt x="4161" y="1"/>
                    <a:pt x="3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81" name="Google Shape;2384;p58"/>
          <p:cNvSpPr/>
          <p:nvPr/>
        </p:nvSpPr>
        <p:spPr>
          <a:xfrm rot="7252800">
            <a:off x="7634880" y="433368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8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TITLE_AND_BODY_1_1_1">
    <p:bg>
      <p:bgPr>
        <a:solidFill>
          <a:schemeClr val="accent2"/>
        </a:solidFill>
        <a:effectLst/>
      </p:bgPr>
    </p:bg>
    <p:spTree>
      <p:nvGrpSpPr>
        <p:cNvPr id="1" name=""/>
        <p:cNvGrpSpPr/>
        <p:nvPr/>
      </p:nvGrpSpPr>
      <p:grpSpPr>
        <a:xfrm>
          <a:off x="0" y="0"/>
          <a:ext cx="0" cy="0"/>
          <a:chOff x="0" y="0"/>
          <a:chExt cx="0" cy="0"/>
        </a:xfrm>
      </p:grpSpPr>
      <p:sp>
        <p:nvSpPr>
          <p:cNvPr id="2083" name="Google Shape;2386;p59"/>
          <p:cNvSpPr/>
          <p:nvPr/>
        </p:nvSpPr>
        <p:spPr>
          <a:xfrm>
            <a:off x="2596680" y="878400"/>
            <a:ext cx="6546960" cy="4795920"/>
          </a:xfrm>
          <a:custGeom>
            <a:avLst/>
            <a:gdLst>
              <a:gd name="textAreaLeft" fmla="*/ 0 w 6546960"/>
              <a:gd name="textAreaRight" fmla="*/ 6547320 w 6546960"/>
              <a:gd name="textAreaTop" fmla="*/ 0 h 4795920"/>
              <a:gd name="textAreaBottom" fmla="*/ 4796280 h 4795920"/>
            </a:gdLst>
            <a:ahLst/>
            <a:cxnLst/>
            <a:rect l="textAreaLeft" t="textAreaTop" r="textAreaRight" b="textAreaBottom"/>
            <a:pathLst>
              <a:path w="74161" h="54326">
                <a:moveTo>
                  <a:pt x="27432" y="1"/>
                </a:moveTo>
                <a:cubicBezTo>
                  <a:pt x="26716" y="1"/>
                  <a:pt x="26003" y="58"/>
                  <a:pt x="25295" y="191"/>
                </a:cubicBezTo>
                <a:cubicBezTo>
                  <a:pt x="20603" y="1035"/>
                  <a:pt x="17157" y="4994"/>
                  <a:pt x="14371" y="8879"/>
                </a:cubicBezTo>
                <a:cubicBezTo>
                  <a:pt x="13198" y="10566"/>
                  <a:pt x="12025" y="12252"/>
                  <a:pt x="10925" y="13975"/>
                </a:cubicBezTo>
                <a:cubicBezTo>
                  <a:pt x="10302" y="14965"/>
                  <a:pt x="9789" y="16101"/>
                  <a:pt x="9019" y="16981"/>
                </a:cubicBezTo>
                <a:cubicBezTo>
                  <a:pt x="8579" y="17457"/>
                  <a:pt x="8139" y="18007"/>
                  <a:pt x="7809" y="18594"/>
                </a:cubicBezTo>
                <a:cubicBezTo>
                  <a:pt x="6929" y="19950"/>
                  <a:pt x="6123" y="21380"/>
                  <a:pt x="5390" y="22809"/>
                </a:cubicBezTo>
                <a:cubicBezTo>
                  <a:pt x="3923" y="25705"/>
                  <a:pt x="2714" y="28711"/>
                  <a:pt x="1797" y="31827"/>
                </a:cubicBezTo>
                <a:cubicBezTo>
                  <a:pt x="661" y="35603"/>
                  <a:pt x="1" y="40002"/>
                  <a:pt x="2237" y="43265"/>
                </a:cubicBezTo>
                <a:cubicBezTo>
                  <a:pt x="3154" y="44474"/>
                  <a:pt x="4253" y="45501"/>
                  <a:pt x="5536" y="46271"/>
                </a:cubicBezTo>
                <a:cubicBezTo>
                  <a:pt x="11805" y="50523"/>
                  <a:pt x="19430" y="52246"/>
                  <a:pt x="26945" y="53236"/>
                </a:cubicBezTo>
                <a:cubicBezTo>
                  <a:pt x="32638" y="53963"/>
                  <a:pt x="38362" y="54325"/>
                  <a:pt x="44080" y="54325"/>
                </a:cubicBezTo>
                <a:cubicBezTo>
                  <a:pt x="53642" y="54325"/>
                  <a:pt x="63188" y="53311"/>
                  <a:pt x="72547" y="51293"/>
                </a:cubicBezTo>
                <a:cubicBezTo>
                  <a:pt x="73097" y="51183"/>
                  <a:pt x="73610" y="51036"/>
                  <a:pt x="74160" y="50926"/>
                </a:cubicBezTo>
                <a:lnTo>
                  <a:pt x="74160" y="4187"/>
                </a:lnTo>
                <a:lnTo>
                  <a:pt x="74014" y="4260"/>
                </a:lnTo>
                <a:cubicBezTo>
                  <a:pt x="73794" y="4407"/>
                  <a:pt x="73574" y="4517"/>
                  <a:pt x="73354" y="4627"/>
                </a:cubicBezTo>
                <a:cubicBezTo>
                  <a:pt x="71778" y="5360"/>
                  <a:pt x="69871" y="5434"/>
                  <a:pt x="68185" y="5580"/>
                </a:cubicBezTo>
                <a:cubicBezTo>
                  <a:pt x="66956" y="5667"/>
                  <a:pt x="65727" y="5708"/>
                  <a:pt x="64500" y="5708"/>
                </a:cubicBezTo>
                <a:cubicBezTo>
                  <a:pt x="62617" y="5708"/>
                  <a:pt x="60739" y="5611"/>
                  <a:pt x="58874" y="5434"/>
                </a:cubicBezTo>
                <a:cubicBezTo>
                  <a:pt x="50736" y="4700"/>
                  <a:pt x="42634" y="3344"/>
                  <a:pt x="34716" y="1291"/>
                </a:cubicBezTo>
                <a:cubicBezTo>
                  <a:pt x="32336" y="668"/>
                  <a:pt x="29868" y="1"/>
                  <a:pt x="2743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4" name="Google Shape;2387;p59"/>
          <p:cNvSpPr/>
          <p:nvPr/>
        </p:nvSpPr>
        <p:spPr>
          <a:xfrm rot="284400">
            <a:off x="2138760" y="423504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85" name="Google Shape;2388;p59"/>
          <p:cNvGrpSpPr/>
          <p:nvPr/>
        </p:nvGrpSpPr>
        <p:grpSpPr>
          <a:xfrm>
            <a:off x="236880" y="3956760"/>
            <a:ext cx="745200" cy="1352880"/>
            <a:chOff x="236880" y="3956760"/>
            <a:chExt cx="745200" cy="1352880"/>
          </a:xfrm>
        </p:grpSpPr>
        <p:sp>
          <p:nvSpPr>
            <p:cNvPr id="2086" name="Google Shape;2389;p59"/>
            <p:cNvSpPr/>
            <p:nvPr/>
          </p:nvSpPr>
          <p:spPr>
            <a:xfrm>
              <a:off x="236880" y="3956760"/>
              <a:ext cx="392040" cy="1352880"/>
            </a:xfrm>
            <a:custGeom>
              <a:avLst/>
              <a:gdLst>
                <a:gd name="textAreaLeft" fmla="*/ 0 w 392040"/>
                <a:gd name="textAreaRight" fmla="*/ 392400 w 392040"/>
                <a:gd name="textAreaTop" fmla="*/ 0 h 1352880"/>
                <a:gd name="textAreaBottom" fmla="*/ 1353240 h 1352880"/>
              </a:gdLst>
              <a:ahLst/>
              <a:cxnLst/>
              <a:rect l="textAreaLeft" t="textAreaTop" r="textAreaRight" b="textAreaBottom"/>
              <a:pathLst>
                <a:path w="15695" h="54129">
                  <a:moveTo>
                    <a:pt x="14358" y="2801"/>
                  </a:moveTo>
                  <a:lnTo>
                    <a:pt x="14358" y="2801"/>
                  </a:lnTo>
                  <a:cubicBezTo>
                    <a:pt x="14462" y="5734"/>
                    <a:pt x="14554" y="8661"/>
                    <a:pt x="14668" y="11566"/>
                  </a:cubicBezTo>
                  <a:cubicBezTo>
                    <a:pt x="14741" y="13473"/>
                    <a:pt x="14814" y="15379"/>
                    <a:pt x="14888" y="17285"/>
                  </a:cubicBezTo>
                  <a:cubicBezTo>
                    <a:pt x="14961" y="19118"/>
                    <a:pt x="15071" y="20951"/>
                    <a:pt x="15071" y="22784"/>
                  </a:cubicBezTo>
                  <a:cubicBezTo>
                    <a:pt x="15071" y="23673"/>
                    <a:pt x="14972" y="24562"/>
                    <a:pt x="14779" y="25434"/>
                  </a:cubicBezTo>
                  <a:lnTo>
                    <a:pt x="14779" y="25434"/>
                  </a:lnTo>
                  <a:cubicBezTo>
                    <a:pt x="14239" y="22643"/>
                    <a:pt x="13853" y="19829"/>
                    <a:pt x="13678" y="16992"/>
                  </a:cubicBezTo>
                  <a:cubicBezTo>
                    <a:pt x="13458" y="13436"/>
                    <a:pt x="13531" y="9843"/>
                    <a:pt x="13898" y="6324"/>
                  </a:cubicBezTo>
                  <a:cubicBezTo>
                    <a:pt x="14006" y="5140"/>
                    <a:pt x="14164" y="3968"/>
                    <a:pt x="14358" y="2801"/>
                  </a:cubicBezTo>
                  <a:close/>
                  <a:moveTo>
                    <a:pt x="14512" y="0"/>
                  </a:moveTo>
                  <a:cubicBezTo>
                    <a:pt x="14401" y="0"/>
                    <a:pt x="14296" y="61"/>
                    <a:pt x="14264" y="202"/>
                  </a:cubicBezTo>
                  <a:cubicBezTo>
                    <a:pt x="13568" y="3758"/>
                    <a:pt x="13165" y="7351"/>
                    <a:pt x="13055" y="10980"/>
                  </a:cubicBezTo>
                  <a:cubicBezTo>
                    <a:pt x="12945" y="14572"/>
                    <a:pt x="13128" y="18165"/>
                    <a:pt x="13605" y="21721"/>
                  </a:cubicBezTo>
                  <a:cubicBezTo>
                    <a:pt x="13815" y="23370"/>
                    <a:pt x="14098" y="24995"/>
                    <a:pt x="14455" y="26616"/>
                  </a:cubicBezTo>
                  <a:lnTo>
                    <a:pt x="14455" y="26616"/>
                  </a:lnTo>
                  <a:cubicBezTo>
                    <a:pt x="14298" y="27095"/>
                    <a:pt x="14112" y="27566"/>
                    <a:pt x="13898" y="28026"/>
                  </a:cubicBezTo>
                  <a:cubicBezTo>
                    <a:pt x="13165" y="29639"/>
                    <a:pt x="12248" y="31178"/>
                    <a:pt x="11405" y="32755"/>
                  </a:cubicBezTo>
                  <a:cubicBezTo>
                    <a:pt x="9609" y="36054"/>
                    <a:pt x="7813" y="39390"/>
                    <a:pt x="6016" y="42689"/>
                  </a:cubicBezTo>
                  <a:cubicBezTo>
                    <a:pt x="4037" y="46428"/>
                    <a:pt x="2021" y="50131"/>
                    <a:pt x="78" y="53870"/>
                  </a:cubicBezTo>
                  <a:cubicBezTo>
                    <a:pt x="0" y="53999"/>
                    <a:pt x="106" y="54129"/>
                    <a:pt x="213" y="54129"/>
                  </a:cubicBezTo>
                  <a:cubicBezTo>
                    <a:pt x="257" y="54129"/>
                    <a:pt x="302" y="54107"/>
                    <a:pt x="334" y="54053"/>
                  </a:cubicBezTo>
                  <a:cubicBezTo>
                    <a:pt x="4074" y="47418"/>
                    <a:pt x="7703" y="40746"/>
                    <a:pt x="11368" y="34074"/>
                  </a:cubicBezTo>
                  <a:cubicBezTo>
                    <a:pt x="12248" y="32461"/>
                    <a:pt x="13165" y="30848"/>
                    <a:pt x="14008" y="29199"/>
                  </a:cubicBezTo>
                  <a:cubicBezTo>
                    <a:pt x="14266" y="28705"/>
                    <a:pt x="14499" y="28200"/>
                    <a:pt x="14702" y="27686"/>
                  </a:cubicBezTo>
                  <a:lnTo>
                    <a:pt x="14702" y="27686"/>
                  </a:lnTo>
                  <a:cubicBezTo>
                    <a:pt x="14703" y="27690"/>
                    <a:pt x="14704" y="27693"/>
                    <a:pt x="14704" y="27696"/>
                  </a:cubicBezTo>
                  <a:cubicBezTo>
                    <a:pt x="14748" y="27826"/>
                    <a:pt x="14848" y="27882"/>
                    <a:pt x="14949" y="27882"/>
                  </a:cubicBezTo>
                  <a:cubicBezTo>
                    <a:pt x="15104" y="27882"/>
                    <a:pt x="15262" y="27749"/>
                    <a:pt x="15218" y="27549"/>
                  </a:cubicBezTo>
                  <a:cubicBezTo>
                    <a:pt x="15158" y="27278"/>
                    <a:pt x="15099" y="27007"/>
                    <a:pt x="15042" y="26736"/>
                  </a:cubicBezTo>
                  <a:lnTo>
                    <a:pt x="15042" y="26736"/>
                  </a:lnTo>
                  <a:cubicBezTo>
                    <a:pt x="15294" y="25946"/>
                    <a:pt x="15478" y="25139"/>
                    <a:pt x="15584" y="24323"/>
                  </a:cubicBezTo>
                  <a:cubicBezTo>
                    <a:pt x="15694" y="22490"/>
                    <a:pt x="15694" y="20621"/>
                    <a:pt x="15548" y="18788"/>
                  </a:cubicBezTo>
                  <a:lnTo>
                    <a:pt x="15328" y="13069"/>
                  </a:lnTo>
                  <a:lnTo>
                    <a:pt x="14814" y="276"/>
                  </a:lnTo>
                  <a:cubicBezTo>
                    <a:pt x="14814" y="108"/>
                    <a:pt x="14659" y="0"/>
                    <a:pt x="1451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7" name="Google Shape;2390;p59"/>
            <p:cNvSpPr/>
            <p:nvPr/>
          </p:nvSpPr>
          <p:spPr>
            <a:xfrm>
              <a:off x="507960" y="4658040"/>
              <a:ext cx="221400" cy="150120"/>
            </a:xfrm>
            <a:custGeom>
              <a:avLst/>
              <a:gdLst>
                <a:gd name="textAreaLeft" fmla="*/ 0 w 221400"/>
                <a:gd name="textAreaRight" fmla="*/ 221760 w 221400"/>
                <a:gd name="textAreaTop" fmla="*/ 0 h 150120"/>
                <a:gd name="textAreaBottom" fmla="*/ 150480 h 150120"/>
              </a:gdLst>
              <a:ahLst/>
              <a:cxnLst/>
              <a:rect l="textAreaLeft" t="textAreaTop" r="textAreaRight" b="textAreaBottom"/>
              <a:pathLst>
                <a:path w="8873" h="6020">
                  <a:moveTo>
                    <a:pt x="7560" y="967"/>
                  </a:moveTo>
                  <a:cubicBezTo>
                    <a:pt x="6722" y="1773"/>
                    <a:pt x="5775" y="2459"/>
                    <a:pt x="4749" y="3026"/>
                  </a:cubicBezTo>
                  <a:cubicBezTo>
                    <a:pt x="4057" y="3391"/>
                    <a:pt x="3329" y="3719"/>
                    <a:pt x="2600" y="3975"/>
                  </a:cubicBezTo>
                  <a:lnTo>
                    <a:pt x="2600" y="3975"/>
                  </a:lnTo>
                  <a:cubicBezTo>
                    <a:pt x="3110" y="3576"/>
                    <a:pt x="3655" y="3187"/>
                    <a:pt x="4199" y="2843"/>
                  </a:cubicBezTo>
                  <a:cubicBezTo>
                    <a:pt x="5261" y="2117"/>
                    <a:pt x="6386" y="1497"/>
                    <a:pt x="7560" y="967"/>
                  </a:cubicBezTo>
                  <a:close/>
                  <a:moveTo>
                    <a:pt x="8605" y="0"/>
                  </a:moveTo>
                  <a:cubicBezTo>
                    <a:pt x="8580" y="0"/>
                    <a:pt x="8553" y="6"/>
                    <a:pt x="8525" y="20"/>
                  </a:cubicBezTo>
                  <a:cubicBezTo>
                    <a:pt x="8490" y="35"/>
                    <a:pt x="8454" y="49"/>
                    <a:pt x="8419" y="64"/>
                  </a:cubicBezTo>
                  <a:lnTo>
                    <a:pt x="8419" y="64"/>
                  </a:lnTo>
                  <a:lnTo>
                    <a:pt x="8415" y="57"/>
                  </a:lnTo>
                  <a:cubicBezTo>
                    <a:pt x="8411" y="62"/>
                    <a:pt x="8407" y="66"/>
                    <a:pt x="8404" y="70"/>
                  </a:cubicBezTo>
                  <a:lnTo>
                    <a:pt x="8404" y="70"/>
                  </a:lnTo>
                  <a:cubicBezTo>
                    <a:pt x="6835" y="721"/>
                    <a:pt x="5337" y="1512"/>
                    <a:pt x="3979" y="2477"/>
                  </a:cubicBezTo>
                  <a:cubicBezTo>
                    <a:pt x="3283" y="2953"/>
                    <a:pt x="2586" y="3466"/>
                    <a:pt x="1963" y="4016"/>
                  </a:cubicBezTo>
                  <a:cubicBezTo>
                    <a:pt x="1846" y="4108"/>
                    <a:pt x="1731" y="4202"/>
                    <a:pt x="1619" y="4296"/>
                  </a:cubicBezTo>
                  <a:lnTo>
                    <a:pt x="1619" y="4296"/>
                  </a:lnTo>
                  <a:cubicBezTo>
                    <a:pt x="1201" y="4473"/>
                    <a:pt x="800" y="4697"/>
                    <a:pt x="424" y="4969"/>
                  </a:cubicBezTo>
                  <a:cubicBezTo>
                    <a:pt x="301" y="5092"/>
                    <a:pt x="375" y="5280"/>
                    <a:pt x="503" y="5347"/>
                  </a:cubicBezTo>
                  <a:lnTo>
                    <a:pt x="503" y="5347"/>
                  </a:lnTo>
                  <a:cubicBezTo>
                    <a:pt x="352" y="5508"/>
                    <a:pt x="203" y="5675"/>
                    <a:pt x="57" y="5849"/>
                  </a:cubicBezTo>
                  <a:cubicBezTo>
                    <a:pt x="0" y="5934"/>
                    <a:pt x="75" y="6019"/>
                    <a:pt x="163" y="6019"/>
                  </a:cubicBezTo>
                  <a:cubicBezTo>
                    <a:pt x="189" y="6019"/>
                    <a:pt x="215" y="6012"/>
                    <a:pt x="240" y="5996"/>
                  </a:cubicBezTo>
                  <a:cubicBezTo>
                    <a:pt x="615" y="5684"/>
                    <a:pt x="977" y="5360"/>
                    <a:pt x="1341" y="5038"/>
                  </a:cubicBezTo>
                  <a:lnTo>
                    <a:pt x="1341" y="5038"/>
                  </a:lnTo>
                  <a:cubicBezTo>
                    <a:pt x="1882" y="4793"/>
                    <a:pt x="2436" y="4578"/>
                    <a:pt x="2990" y="4419"/>
                  </a:cubicBezTo>
                  <a:cubicBezTo>
                    <a:pt x="5189" y="3576"/>
                    <a:pt x="7169" y="2220"/>
                    <a:pt x="8745" y="424"/>
                  </a:cubicBezTo>
                  <a:cubicBezTo>
                    <a:pt x="8873" y="296"/>
                    <a:pt x="8777" y="0"/>
                    <a:pt x="860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5240" bIns="75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8" name="Google Shape;2391;p59"/>
            <p:cNvSpPr/>
            <p:nvPr/>
          </p:nvSpPr>
          <p:spPr>
            <a:xfrm>
              <a:off x="449640" y="4477320"/>
              <a:ext cx="93960" cy="404280"/>
            </a:xfrm>
            <a:custGeom>
              <a:avLst/>
              <a:gdLst>
                <a:gd name="textAreaLeft" fmla="*/ 0 w 93960"/>
                <a:gd name="textAreaRight" fmla="*/ 94320 w 93960"/>
                <a:gd name="textAreaTop" fmla="*/ 0 h 404280"/>
                <a:gd name="textAreaBottom" fmla="*/ 404640 h 404280"/>
              </a:gdLst>
              <a:ahLst/>
              <a:cxnLst/>
              <a:rect l="textAreaLeft" t="textAreaTop" r="textAreaRight" b="textAreaBottom"/>
              <a:pathLst>
                <a:path w="3767" h="16179">
                  <a:moveTo>
                    <a:pt x="1818" y="1860"/>
                  </a:moveTo>
                  <a:cubicBezTo>
                    <a:pt x="2831" y="5239"/>
                    <a:pt x="2905" y="8838"/>
                    <a:pt x="2015" y="12300"/>
                  </a:cubicBezTo>
                  <a:cubicBezTo>
                    <a:pt x="1789" y="13270"/>
                    <a:pt x="1477" y="14211"/>
                    <a:pt x="1080" y="15149"/>
                  </a:cubicBezTo>
                  <a:lnTo>
                    <a:pt x="1080" y="15149"/>
                  </a:lnTo>
                  <a:cubicBezTo>
                    <a:pt x="696" y="13444"/>
                    <a:pt x="579" y="11667"/>
                    <a:pt x="806" y="9918"/>
                  </a:cubicBezTo>
                  <a:cubicBezTo>
                    <a:pt x="989" y="7865"/>
                    <a:pt x="1392" y="5848"/>
                    <a:pt x="1649" y="3796"/>
                  </a:cubicBezTo>
                  <a:cubicBezTo>
                    <a:pt x="1729" y="3152"/>
                    <a:pt x="1788" y="2509"/>
                    <a:pt x="1818" y="1860"/>
                  </a:cubicBezTo>
                  <a:close/>
                  <a:moveTo>
                    <a:pt x="1506" y="1"/>
                  </a:moveTo>
                  <a:cubicBezTo>
                    <a:pt x="1378" y="1"/>
                    <a:pt x="1263" y="84"/>
                    <a:pt x="1282" y="240"/>
                  </a:cubicBezTo>
                  <a:cubicBezTo>
                    <a:pt x="1283" y="264"/>
                    <a:pt x="1284" y="288"/>
                    <a:pt x="1285" y="313"/>
                  </a:cubicBezTo>
                  <a:lnTo>
                    <a:pt x="1285" y="313"/>
                  </a:lnTo>
                  <a:lnTo>
                    <a:pt x="1282" y="313"/>
                  </a:lnTo>
                  <a:cubicBezTo>
                    <a:pt x="1283" y="316"/>
                    <a:pt x="1284" y="319"/>
                    <a:pt x="1286" y="322"/>
                  </a:cubicBezTo>
                  <a:lnTo>
                    <a:pt x="1286" y="322"/>
                  </a:lnTo>
                  <a:cubicBezTo>
                    <a:pt x="1447" y="4508"/>
                    <a:pt x="0" y="8515"/>
                    <a:pt x="146" y="12667"/>
                  </a:cubicBezTo>
                  <a:cubicBezTo>
                    <a:pt x="146" y="13767"/>
                    <a:pt x="329" y="14903"/>
                    <a:pt x="659" y="15966"/>
                  </a:cubicBezTo>
                  <a:cubicBezTo>
                    <a:pt x="718" y="16114"/>
                    <a:pt x="843" y="16178"/>
                    <a:pt x="964" y="16178"/>
                  </a:cubicBezTo>
                  <a:cubicBezTo>
                    <a:pt x="1142" y="16178"/>
                    <a:pt x="1311" y="16038"/>
                    <a:pt x="1246" y="15819"/>
                  </a:cubicBezTo>
                  <a:cubicBezTo>
                    <a:pt x="1226" y="15747"/>
                    <a:pt x="1207" y="15675"/>
                    <a:pt x="1189" y="15602"/>
                  </a:cubicBezTo>
                  <a:lnTo>
                    <a:pt x="1189" y="15602"/>
                  </a:lnTo>
                  <a:cubicBezTo>
                    <a:pt x="3504" y="10803"/>
                    <a:pt x="3767" y="5250"/>
                    <a:pt x="1834" y="301"/>
                  </a:cubicBezTo>
                  <a:lnTo>
                    <a:pt x="1834" y="301"/>
                  </a:lnTo>
                  <a:cubicBezTo>
                    <a:pt x="1833" y="280"/>
                    <a:pt x="1833" y="260"/>
                    <a:pt x="1832" y="240"/>
                  </a:cubicBezTo>
                  <a:lnTo>
                    <a:pt x="1832" y="240"/>
                  </a:lnTo>
                  <a:lnTo>
                    <a:pt x="1811" y="243"/>
                  </a:lnTo>
                  <a:lnTo>
                    <a:pt x="1811" y="243"/>
                  </a:lnTo>
                  <a:cubicBezTo>
                    <a:pt x="1806" y="229"/>
                    <a:pt x="1801" y="216"/>
                    <a:pt x="1795" y="203"/>
                  </a:cubicBezTo>
                  <a:cubicBezTo>
                    <a:pt x="1744" y="66"/>
                    <a:pt x="1620" y="1"/>
                    <a:pt x="15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89" name="Google Shape;2392;p59"/>
            <p:cNvSpPr/>
            <p:nvPr/>
          </p:nvSpPr>
          <p:spPr>
            <a:xfrm>
              <a:off x="415080" y="4783320"/>
              <a:ext cx="278280" cy="190800"/>
            </a:xfrm>
            <a:custGeom>
              <a:avLst/>
              <a:gdLst>
                <a:gd name="textAreaLeft" fmla="*/ 0 w 278280"/>
                <a:gd name="textAreaRight" fmla="*/ 278640 w 278280"/>
                <a:gd name="textAreaTop" fmla="*/ 0 h 190800"/>
                <a:gd name="textAreaBottom" fmla="*/ 191160 h 190800"/>
              </a:gdLst>
              <a:ahLst/>
              <a:cxnLst/>
              <a:rect l="textAreaLeft" t="textAreaTop" r="textAreaRight" b="textAreaBottom"/>
              <a:pathLst>
                <a:path w="11151" h="7644">
                  <a:moveTo>
                    <a:pt x="9635" y="1083"/>
                  </a:moveTo>
                  <a:lnTo>
                    <a:pt x="9635" y="1083"/>
                  </a:lnTo>
                  <a:cubicBezTo>
                    <a:pt x="7676" y="3053"/>
                    <a:pt x="5406" y="4709"/>
                    <a:pt x="2893" y="5934"/>
                  </a:cubicBezTo>
                  <a:cubicBezTo>
                    <a:pt x="2462" y="6140"/>
                    <a:pt x="2031" y="6327"/>
                    <a:pt x="1595" y="6509"/>
                  </a:cubicBezTo>
                  <a:lnTo>
                    <a:pt x="1595" y="6509"/>
                  </a:lnTo>
                  <a:cubicBezTo>
                    <a:pt x="2044" y="6089"/>
                    <a:pt x="2499" y="5675"/>
                    <a:pt x="2966" y="5274"/>
                  </a:cubicBezTo>
                  <a:cubicBezTo>
                    <a:pt x="3773" y="4614"/>
                    <a:pt x="4616" y="3991"/>
                    <a:pt x="5459" y="3404"/>
                  </a:cubicBezTo>
                  <a:cubicBezTo>
                    <a:pt x="6801" y="2519"/>
                    <a:pt x="8187" y="1745"/>
                    <a:pt x="9635" y="1083"/>
                  </a:cubicBezTo>
                  <a:close/>
                  <a:moveTo>
                    <a:pt x="10847" y="0"/>
                  </a:moveTo>
                  <a:cubicBezTo>
                    <a:pt x="10813" y="0"/>
                    <a:pt x="10776" y="10"/>
                    <a:pt x="10738" y="32"/>
                  </a:cubicBezTo>
                  <a:cubicBezTo>
                    <a:pt x="10693" y="50"/>
                    <a:pt x="10648" y="68"/>
                    <a:pt x="10603" y="87"/>
                  </a:cubicBezTo>
                  <a:lnTo>
                    <a:pt x="10603" y="87"/>
                  </a:lnTo>
                  <a:lnTo>
                    <a:pt x="10591" y="68"/>
                  </a:lnTo>
                  <a:cubicBezTo>
                    <a:pt x="10581" y="80"/>
                    <a:pt x="10570" y="92"/>
                    <a:pt x="10559" y="104"/>
                  </a:cubicBezTo>
                  <a:lnTo>
                    <a:pt x="10559" y="104"/>
                  </a:lnTo>
                  <a:cubicBezTo>
                    <a:pt x="7620" y="1310"/>
                    <a:pt x="4861" y="3006"/>
                    <a:pt x="2453" y="5090"/>
                  </a:cubicBezTo>
                  <a:cubicBezTo>
                    <a:pt x="1746" y="5656"/>
                    <a:pt x="1106" y="6291"/>
                    <a:pt x="502" y="6960"/>
                  </a:cubicBezTo>
                  <a:lnTo>
                    <a:pt x="502" y="6960"/>
                  </a:lnTo>
                  <a:cubicBezTo>
                    <a:pt x="444" y="6985"/>
                    <a:pt x="386" y="7009"/>
                    <a:pt x="327" y="7033"/>
                  </a:cubicBezTo>
                  <a:cubicBezTo>
                    <a:pt x="1" y="7164"/>
                    <a:pt x="81" y="7643"/>
                    <a:pt x="361" y="7643"/>
                  </a:cubicBezTo>
                  <a:cubicBezTo>
                    <a:pt x="396" y="7643"/>
                    <a:pt x="434" y="7636"/>
                    <a:pt x="474" y="7620"/>
                  </a:cubicBezTo>
                  <a:cubicBezTo>
                    <a:pt x="2087" y="7107"/>
                    <a:pt x="3590" y="6373"/>
                    <a:pt x="5019" y="5494"/>
                  </a:cubicBezTo>
                  <a:cubicBezTo>
                    <a:pt x="6449" y="4614"/>
                    <a:pt x="7769" y="3624"/>
                    <a:pt x="9015" y="2524"/>
                  </a:cubicBezTo>
                  <a:cubicBezTo>
                    <a:pt x="9712" y="1865"/>
                    <a:pt x="10371" y="1205"/>
                    <a:pt x="10995" y="472"/>
                  </a:cubicBezTo>
                  <a:cubicBezTo>
                    <a:pt x="11151" y="316"/>
                    <a:pt x="11041" y="0"/>
                    <a:pt x="1084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0" name="Google Shape;2393;p59"/>
            <p:cNvSpPr/>
            <p:nvPr/>
          </p:nvSpPr>
          <p:spPr>
            <a:xfrm>
              <a:off x="572400" y="4177800"/>
              <a:ext cx="409680" cy="513000"/>
            </a:xfrm>
            <a:custGeom>
              <a:avLst/>
              <a:gdLst>
                <a:gd name="textAreaLeft" fmla="*/ 0 w 409680"/>
                <a:gd name="textAreaRight" fmla="*/ 410040 w 409680"/>
                <a:gd name="textAreaTop" fmla="*/ 0 h 513000"/>
                <a:gd name="textAreaBottom" fmla="*/ 513360 h 513000"/>
              </a:gdLst>
              <a:ahLst/>
              <a:cxnLst/>
              <a:rect l="textAreaLeft" t="textAreaTop" r="textAreaRight" b="textAreaBottom"/>
              <a:pathLst>
                <a:path w="16401" h="20538">
                  <a:moveTo>
                    <a:pt x="15215" y="1042"/>
                  </a:moveTo>
                  <a:lnTo>
                    <a:pt x="15215" y="1042"/>
                  </a:lnTo>
                  <a:cubicBezTo>
                    <a:pt x="13595" y="3789"/>
                    <a:pt x="11966" y="6517"/>
                    <a:pt x="9978" y="9035"/>
                  </a:cubicBezTo>
                  <a:cubicBezTo>
                    <a:pt x="8915" y="10428"/>
                    <a:pt x="7742" y="11711"/>
                    <a:pt x="6459" y="12920"/>
                  </a:cubicBezTo>
                  <a:cubicBezTo>
                    <a:pt x="5375" y="13869"/>
                    <a:pt x="4228" y="14755"/>
                    <a:pt x="3134" y="15724"/>
                  </a:cubicBezTo>
                  <a:lnTo>
                    <a:pt x="3134" y="15724"/>
                  </a:lnTo>
                  <a:cubicBezTo>
                    <a:pt x="3373" y="15291"/>
                    <a:pt x="3582" y="14839"/>
                    <a:pt x="3783" y="14387"/>
                  </a:cubicBezTo>
                  <a:cubicBezTo>
                    <a:pt x="4406" y="12957"/>
                    <a:pt x="5103" y="11564"/>
                    <a:pt x="5873" y="10244"/>
                  </a:cubicBezTo>
                  <a:cubicBezTo>
                    <a:pt x="7412" y="7605"/>
                    <a:pt x="9428" y="5259"/>
                    <a:pt x="11775" y="3316"/>
                  </a:cubicBezTo>
                  <a:cubicBezTo>
                    <a:pt x="12852" y="2442"/>
                    <a:pt x="13999" y="1684"/>
                    <a:pt x="15215" y="1042"/>
                  </a:cubicBezTo>
                  <a:close/>
                  <a:moveTo>
                    <a:pt x="16018" y="0"/>
                  </a:moveTo>
                  <a:cubicBezTo>
                    <a:pt x="15962" y="0"/>
                    <a:pt x="15903" y="16"/>
                    <a:pt x="15844" y="53"/>
                  </a:cubicBezTo>
                  <a:cubicBezTo>
                    <a:pt x="13094" y="1373"/>
                    <a:pt x="10638" y="3243"/>
                    <a:pt x="8622" y="5552"/>
                  </a:cubicBezTo>
                  <a:cubicBezTo>
                    <a:pt x="6606" y="7825"/>
                    <a:pt x="4956" y="10428"/>
                    <a:pt x="3783" y="13287"/>
                  </a:cubicBezTo>
                  <a:cubicBezTo>
                    <a:pt x="3303" y="14408"/>
                    <a:pt x="2880" y="15665"/>
                    <a:pt x="2149" y="16676"/>
                  </a:cubicBezTo>
                  <a:lnTo>
                    <a:pt x="2149" y="16676"/>
                  </a:lnTo>
                  <a:cubicBezTo>
                    <a:pt x="1918" y="16920"/>
                    <a:pt x="1695" y="17171"/>
                    <a:pt x="1482" y="17433"/>
                  </a:cubicBezTo>
                  <a:lnTo>
                    <a:pt x="1482" y="17433"/>
                  </a:lnTo>
                  <a:cubicBezTo>
                    <a:pt x="1386" y="17521"/>
                    <a:pt x="1286" y="17606"/>
                    <a:pt x="1180" y="17686"/>
                  </a:cubicBezTo>
                  <a:cubicBezTo>
                    <a:pt x="1096" y="17728"/>
                    <a:pt x="1109" y="17807"/>
                    <a:pt x="1156" y="17852"/>
                  </a:cubicBezTo>
                  <a:lnTo>
                    <a:pt x="1156" y="17852"/>
                  </a:lnTo>
                  <a:cubicBezTo>
                    <a:pt x="1152" y="17858"/>
                    <a:pt x="1148" y="17864"/>
                    <a:pt x="1144" y="17869"/>
                  </a:cubicBezTo>
                  <a:cubicBezTo>
                    <a:pt x="667" y="18566"/>
                    <a:pt x="301" y="19372"/>
                    <a:pt x="44" y="20179"/>
                  </a:cubicBezTo>
                  <a:cubicBezTo>
                    <a:pt x="0" y="20397"/>
                    <a:pt x="165" y="20538"/>
                    <a:pt x="336" y="20538"/>
                  </a:cubicBezTo>
                  <a:cubicBezTo>
                    <a:pt x="452" y="20538"/>
                    <a:pt x="571" y="20473"/>
                    <a:pt x="631" y="20325"/>
                  </a:cubicBezTo>
                  <a:cubicBezTo>
                    <a:pt x="1180" y="18932"/>
                    <a:pt x="2060" y="17686"/>
                    <a:pt x="3197" y="16696"/>
                  </a:cubicBezTo>
                  <a:cubicBezTo>
                    <a:pt x="4333" y="15633"/>
                    <a:pt x="5543" y="14680"/>
                    <a:pt x="6716" y="13653"/>
                  </a:cubicBezTo>
                  <a:cubicBezTo>
                    <a:pt x="9245" y="11271"/>
                    <a:pt x="11445" y="8558"/>
                    <a:pt x="13241" y="5589"/>
                  </a:cubicBezTo>
                  <a:cubicBezTo>
                    <a:pt x="14304" y="3902"/>
                    <a:pt x="15294" y="2180"/>
                    <a:pt x="16284" y="457"/>
                  </a:cubicBezTo>
                  <a:cubicBezTo>
                    <a:pt x="16401" y="252"/>
                    <a:pt x="16237" y="0"/>
                    <a:pt x="1601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091" name="Google Shape;2394;p59"/>
          <p:cNvSpPr/>
          <p:nvPr/>
        </p:nvSpPr>
        <p:spPr>
          <a:xfrm rot="15849000">
            <a:off x="7495560" y="380808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2" name="Google Shape;2395;p59"/>
          <p:cNvSpPr/>
          <p:nvPr/>
        </p:nvSpPr>
        <p:spPr>
          <a:xfrm rot="11260800">
            <a:off x="8199360" y="1062720"/>
            <a:ext cx="1169280" cy="588240"/>
          </a:xfrm>
          <a:custGeom>
            <a:avLst/>
            <a:gdLst>
              <a:gd name="textAreaLeft" fmla="*/ 0 w 1169280"/>
              <a:gd name="textAreaRight" fmla="*/ 1169640 w 1169280"/>
              <a:gd name="textAreaTop" fmla="*/ 0 h 588240"/>
              <a:gd name="textAreaBottom" fmla="*/ 588600 h 58824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3" name="Google Shape;2396;p59"/>
          <p:cNvSpPr/>
          <p:nvPr/>
        </p:nvSpPr>
        <p:spPr>
          <a:xfrm rot="16200000">
            <a:off x="-757080" y="1089000"/>
            <a:ext cx="2126880" cy="643320"/>
          </a:xfrm>
          <a:custGeom>
            <a:avLst/>
            <a:gdLst>
              <a:gd name="textAreaLeft" fmla="*/ 0 w 2126880"/>
              <a:gd name="textAreaRight" fmla="*/ 2127240 w 2126880"/>
              <a:gd name="textAreaTop" fmla="*/ 0 h 643320"/>
              <a:gd name="textAreaBottom" fmla="*/ 643680 h 64332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4" name="Google Shape;2397;p59"/>
          <p:cNvSpPr/>
          <p:nvPr/>
        </p:nvSpPr>
        <p:spPr>
          <a:xfrm rot="10800000">
            <a:off x="-217800" y="347040"/>
            <a:ext cx="930960" cy="667080"/>
          </a:xfrm>
          <a:custGeom>
            <a:avLst/>
            <a:gdLst>
              <a:gd name="textAreaLeft" fmla="*/ 0 w 930960"/>
              <a:gd name="textAreaRight" fmla="*/ 931320 w 930960"/>
              <a:gd name="textAreaTop" fmla="*/ 0 h 667080"/>
              <a:gd name="textAreaBottom" fmla="*/ 667440 h 667080"/>
            </a:gdLst>
            <a:ahLst/>
            <a:cxnLst/>
            <a:rect l="textAreaLeft" t="textAreaTop" r="textAreaRight" b="textAreaBottom"/>
            <a:pathLst>
              <a:path w="20713" h="14848">
                <a:moveTo>
                  <a:pt x="6709" y="1"/>
                </a:moveTo>
                <a:cubicBezTo>
                  <a:pt x="4656" y="3887"/>
                  <a:pt x="2420" y="7699"/>
                  <a:pt x="0" y="11365"/>
                </a:cubicBezTo>
                <a:cubicBezTo>
                  <a:pt x="5111" y="13675"/>
                  <a:pt x="10630" y="14847"/>
                  <a:pt x="16201" y="14847"/>
                </a:cubicBezTo>
                <a:cubicBezTo>
                  <a:pt x="17703" y="14847"/>
                  <a:pt x="19210" y="14762"/>
                  <a:pt x="20712" y="14591"/>
                </a:cubicBezTo>
                <a:lnTo>
                  <a:pt x="20712" y="6086"/>
                </a:lnTo>
                <a:cubicBezTo>
                  <a:pt x="17596" y="6013"/>
                  <a:pt x="14554" y="5206"/>
                  <a:pt x="11804" y="3777"/>
                </a:cubicBezTo>
                <a:cubicBezTo>
                  <a:pt x="9898" y="2824"/>
                  <a:pt x="8175" y="1541"/>
                  <a:pt x="670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TITLE_AND_TWO_COLUMNS_1_4_1_2">
    <p:bg>
      <p:bgPr>
        <a:solidFill>
          <a:schemeClr val="dk2"/>
        </a:solidFill>
        <a:effectLst/>
      </p:bgPr>
    </p:bg>
    <p:spTree>
      <p:nvGrpSpPr>
        <p:cNvPr id="1" name=""/>
        <p:cNvGrpSpPr/>
        <p:nvPr/>
      </p:nvGrpSpPr>
      <p:grpSpPr>
        <a:xfrm>
          <a:off x="0" y="0"/>
          <a:ext cx="0" cy="0"/>
          <a:chOff x="0" y="0"/>
          <a:chExt cx="0" cy="0"/>
        </a:xfrm>
      </p:grpSpPr>
      <p:sp>
        <p:nvSpPr>
          <p:cNvPr id="2095" name="Google Shape;2399;p60"/>
          <p:cNvSpPr/>
          <p:nvPr/>
        </p:nvSpPr>
        <p:spPr>
          <a:xfrm rot="5400000">
            <a:off x="7556400" y="120960"/>
            <a:ext cx="2766600" cy="837000"/>
          </a:xfrm>
          <a:custGeom>
            <a:avLst/>
            <a:gdLst>
              <a:gd name="textAreaLeft" fmla="*/ 0 w 2766600"/>
              <a:gd name="textAreaRight" fmla="*/ 2766960 w 2766600"/>
              <a:gd name="textAreaTop" fmla="*/ 0 h 837000"/>
              <a:gd name="textAreaBottom" fmla="*/ 837360 h 83700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6" name="Google Shape;2400;p60"/>
          <p:cNvSpPr/>
          <p:nvPr/>
        </p:nvSpPr>
        <p:spPr>
          <a:xfrm rot="3678600">
            <a:off x="-215280" y="460260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7" name="Google Shape;2401;p60"/>
          <p:cNvSpPr/>
          <p:nvPr/>
        </p:nvSpPr>
        <p:spPr>
          <a:xfrm rot="5622600">
            <a:off x="-487440" y="416160"/>
            <a:ext cx="2268720" cy="1346760"/>
          </a:xfrm>
          <a:custGeom>
            <a:avLst/>
            <a:gdLst>
              <a:gd name="textAreaLeft" fmla="*/ 0 w 2268720"/>
              <a:gd name="textAreaRight" fmla="*/ 2269080 w 2268720"/>
              <a:gd name="textAreaTop" fmla="*/ 0 h 1346760"/>
              <a:gd name="textAreaBottom" fmla="*/ 1347120 h 13467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98" name="Google Shape;2402;p60"/>
          <p:cNvSpPr/>
          <p:nvPr/>
        </p:nvSpPr>
        <p:spPr>
          <a:xfrm rot="19302600">
            <a:off x="307800" y="360540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099" name="Google Shape;2403;p60"/>
          <p:cNvGrpSpPr/>
          <p:nvPr/>
        </p:nvGrpSpPr>
        <p:grpSpPr>
          <a:xfrm>
            <a:off x="8543160" y="-180000"/>
            <a:ext cx="740880" cy="1194840"/>
            <a:chOff x="8543160" y="-180000"/>
            <a:chExt cx="740880" cy="1194840"/>
          </a:xfrm>
        </p:grpSpPr>
        <p:sp>
          <p:nvSpPr>
            <p:cNvPr id="2100" name="Google Shape;2404;p60"/>
            <p:cNvSpPr/>
            <p:nvPr/>
          </p:nvSpPr>
          <p:spPr>
            <a:xfrm rot="3521400">
              <a:off x="8751240" y="42264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1" name="Google Shape;2405;p60"/>
            <p:cNvSpPr/>
            <p:nvPr/>
          </p:nvSpPr>
          <p:spPr>
            <a:xfrm rot="3521400">
              <a:off x="8782560" y="525600"/>
              <a:ext cx="28440" cy="20520"/>
            </a:xfrm>
            <a:custGeom>
              <a:avLst/>
              <a:gdLst>
                <a:gd name="textAreaLeft" fmla="*/ 0 w 28440"/>
                <a:gd name="textAreaRight" fmla="*/ 28800 w 2844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2" name="Google Shape;2406;p60"/>
            <p:cNvSpPr/>
            <p:nvPr/>
          </p:nvSpPr>
          <p:spPr>
            <a:xfrm rot="3521400">
              <a:off x="8825040" y="43092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3" name="Google Shape;2407;p60"/>
            <p:cNvSpPr/>
            <p:nvPr/>
          </p:nvSpPr>
          <p:spPr>
            <a:xfrm rot="3521400">
              <a:off x="9000720" y="5871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4" name="Google Shape;2408;p60"/>
            <p:cNvSpPr/>
            <p:nvPr/>
          </p:nvSpPr>
          <p:spPr>
            <a:xfrm rot="3521400">
              <a:off x="8847000" y="565920"/>
              <a:ext cx="37800" cy="32040"/>
            </a:xfrm>
            <a:custGeom>
              <a:avLst/>
              <a:gdLst>
                <a:gd name="textAreaLeft" fmla="*/ 0 w 37800"/>
                <a:gd name="textAreaRight" fmla="*/ 38160 w 3780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5" name="Google Shape;2409;p60"/>
            <p:cNvSpPr/>
            <p:nvPr/>
          </p:nvSpPr>
          <p:spPr>
            <a:xfrm rot="3521400">
              <a:off x="8731080" y="75132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6" name="Google Shape;2410;p60"/>
            <p:cNvSpPr/>
            <p:nvPr/>
          </p:nvSpPr>
          <p:spPr>
            <a:xfrm rot="3521400">
              <a:off x="8901360" y="448560"/>
              <a:ext cx="50760" cy="54000"/>
            </a:xfrm>
            <a:custGeom>
              <a:avLst/>
              <a:gdLst>
                <a:gd name="textAreaLeft" fmla="*/ 0 w 50760"/>
                <a:gd name="textAreaRight" fmla="*/ 51120 w 50760"/>
                <a:gd name="textAreaTop" fmla="*/ 0 h 54000"/>
                <a:gd name="textAreaBottom" fmla="*/ 54360 h 5400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000" bIns="27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7" name="Google Shape;2411;p60"/>
            <p:cNvSpPr/>
            <p:nvPr/>
          </p:nvSpPr>
          <p:spPr>
            <a:xfrm rot="3521400">
              <a:off x="8991000" y="288000"/>
              <a:ext cx="52920" cy="38880"/>
            </a:xfrm>
            <a:custGeom>
              <a:avLst/>
              <a:gdLst>
                <a:gd name="textAreaLeft" fmla="*/ 0 w 52920"/>
                <a:gd name="textAreaRight" fmla="*/ 53280 w 52920"/>
                <a:gd name="textAreaTop" fmla="*/ 0 h 38880"/>
                <a:gd name="textAreaBottom" fmla="*/ 39240 h 3888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8" name="Google Shape;2412;p60"/>
            <p:cNvSpPr/>
            <p:nvPr/>
          </p:nvSpPr>
          <p:spPr>
            <a:xfrm rot="3521400">
              <a:off x="9104040" y="295200"/>
              <a:ext cx="57600" cy="43560"/>
            </a:xfrm>
            <a:custGeom>
              <a:avLst/>
              <a:gdLst>
                <a:gd name="textAreaLeft" fmla="*/ 0 w 57600"/>
                <a:gd name="textAreaRight" fmla="*/ 57960 w 57600"/>
                <a:gd name="textAreaTop" fmla="*/ 0 h 43560"/>
                <a:gd name="textAreaBottom" fmla="*/ 43920 h 4356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9" name="Google Shape;2413;p60"/>
            <p:cNvSpPr/>
            <p:nvPr/>
          </p:nvSpPr>
          <p:spPr>
            <a:xfrm rot="3521400">
              <a:off x="8861400" y="2131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0" name="Google Shape;2414;p60"/>
            <p:cNvSpPr/>
            <p:nvPr/>
          </p:nvSpPr>
          <p:spPr>
            <a:xfrm rot="3521400">
              <a:off x="9047880" y="178200"/>
              <a:ext cx="49320" cy="43560"/>
            </a:xfrm>
            <a:custGeom>
              <a:avLst/>
              <a:gdLst>
                <a:gd name="textAreaLeft" fmla="*/ 0 w 49320"/>
                <a:gd name="textAreaRight" fmla="*/ 49680 w 49320"/>
                <a:gd name="textAreaTop" fmla="*/ 0 h 43560"/>
                <a:gd name="textAreaBottom" fmla="*/ 43920 h 4356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1" name="Google Shape;2415;p60"/>
            <p:cNvSpPr/>
            <p:nvPr/>
          </p:nvSpPr>
          <p:spPr>
            <a:xfrm rot="3521400">
              <a:off x="9062280" y="633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2" name="Google Shape;2416;p60"/>
            <p:cNvSpPr/>
            <p:nvPr/>
          </p:nvSpPr>
          <p:spPr>
            <a:xfrm rot="3521400">
              <a:off x="9192600" y="-96840"/>
              <a:ext cx="28440" cy="21600"/>
            </a:xfrm>
            <a:custGeom>
              <a:avLst/>
              <a:gdLst>
                <a:gd name="textAreaLeft" fmla="*/ 0 w 28440"/>
                <a:gd name="textAreaRight" fmla="*/ 28800 w 2844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3" name="Google Shape;2417;p60"/>
            <p:cNvSpPr/>
            <p:nvPr/>
          </p:nvSpPr>
          <p:spPr>
            <a:xfrm rot="3521400">
              <a:off x="9256680" y="-1738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4" name="Google Shape;2418;p60"/>
            <p:cNvSpPr/>
            <p:nvPr/>
          </p:nvSpPr>
          <p:spPr>
            <a:xfrm rot="3521400">
              <a:off x="8885520" y="74268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5" name="Google Shape;2419;p60"/>
            <p:cNvSpPr/>
            <p:nvPr/>
          </p:nvSpPr>
          <p:spPr>
            <a:xfrm rot="3521400">
              <a:off x="8597520" y="507600"/>
              <a:ext cx="69120" cy="54360"/>
            </a:xfrm>
            <a:custGeom>
              <a:avLst/>
              <a:gdLst>
                <a:gd name="textAreaLeft" fmla="*/ 0 w 69120"/>
                <a:gd name="textAreaRight" fmla="*/ 69480 w 6912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6" name="Google Shape;2420;p60"/>
            <p:cNvSpPr/>
            <p:nvPr/>
          </p:nvSpPr>
          <p:spPr>
            <a:xfrm rot="3521400">
              <a:off x="8631720" y="899640"/>
              <a:ext cx="37800" cy="29880"/>
            </a:xfrm>
            <a:custGeom>
              <a:avLst/>
              <a:gdLst>
                <a:gd name="textAreaLeft" fmla="*/ 0 w 37800"/>
                <a:gd name="textAreaRight" fmla="*/ 38160 w 3780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7" name="Google Shape;2421;p60"/>
            <p:cNvSpPr/>
            <p:nvPr/>
          </p:nvSpPr>
          <p:spPr>
            <a:xfrm rot="3521400">
              <a:off x="8546040" y="97668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118" name="Google Shape;2422;p60"/>
          <p:cNvSpPr/>
          <p:nvPr/>
        </p:nvSpPr>
        <p:spPr>
          <a:xfrm rot="8792400">
            <a:off x="7351200" y="4367880"/>
            <a:ext cx="2126520" cy="1696680"/>
          </a:xfrm>
          <a:custGeom>
            <a:avLst/>
            <a:gdLst>
              <a:gd name="textAreaLeft" fmla="*/ 0 w 2126520"/>
              <a:gd name="textAreaRight" fmla="*/ 2126880 w 2126520"/>
              <a:gd name="textAreaTop" fmla="*/ 0 h 1696680"/>
              <a:gd name="textAreaBottom" fmla="*/ 1697040 h 169668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19" name="Google Shape;2423;p60"/>
          <p:cNvGrpSpPr/>
          <p:nvPr/>
        </p:nvGrpSpPr>
        <p:grpSpPr>
          <a:xfrm>
            <a:off x="-586440" y="2246760"/>
            <a:ext cx="1395000" cy="1361520"/>
            <a:chOff x="-586440" y="2246760"/>
            <a:chExt cx="1395000" cy="1361520"/>
          </a:xfrm>
        </p:grpSpPr>
        <p:sp>
          <p:nvSpPr>
            <p:cNvPr id="2120" name="Google Shape;2424;p60"/>
            <p:cNvSpPr/>
            <p:nvPr/>
          </p:nvSpPr>
          <p:spPr>
            <a:xfrm rot="3361800">
              <a:off x="-354240" y="239976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1" name="Google Shape;2425;p60"/>
            <p:cNvSpPr/>
            <p:nvPr/>
          </p:nvSpPr>
          <p:spPr>
            <a:xfrm rot="3361800">
              <a:off x="316800" y="285768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2" name="Google Shape;2426;p60"/>
            <p:cNvSpPr/>
            <p:nvPr/>
          </p:nvSpPr>
          <p:spPr>
            <a:xfrm rot="3361800">
              <a:off x="288720" y="289908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3" name="Google Shape;2427;p60"/>
            <p:cNvSpPr/>
            <p:nvPr/>
          </p:nvSpPr>
          <p:spPr>
            <a:xfrm rot="3361800">
              <a:off x="2160" y="285300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4" name="Google Shape;2428;p60"/>
            <p:cNvSpPr/>
            <p:nvPr/>
          </p:nvSpPr>
          <p:spPr>
            <a:xfrm rot="3361800">
              <a:off x="220680" y="301104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25" name="Google Shape;2429;p60"/>
            <p:cNvSpPr/>
            <p:nvPr/>
          </p:nvSpPr>
          <p:spPr>
            <a:xfrm rot="3361800">
              <a:off x="342000" y="241416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dk2"/>
        </a:solidFill>
        <a:effectLst/>
      </p:bgPr>
    </p:bg>
    <p:spTree>
      <p:nvGrpSpPr>
        <p:cNvPr id="1" name=""/>
        <p:cNvGrpSpPr/>
        <p:nvPr/>
      </p:nvGrpSpPr>
      <p:grpSpPr>
        <a:xfrm>
          <a:off x="0" y="0"/>
          <a:ext cx="0" cy="0"/>
          <a:chOff x="0" y="0"/>
          <a:chExt cx="0" cy="0"/>
        </a:xfrm>
      </p:grpSpPr>
      <p:sp>
        <p:nvSpPr>
          <p:cNvPr id="2126" name="PlaceHolder 1"/>
          <p:cNvSpPr>
            <a:spLocks noGrp="1"/>
          </p:cNvSpPr>
          <p:nvPr>
            <p:ph type="title"/>
          </p:nvPr>
        </p:nvSpPr>
        <p:spPr>
          <a:xfrm>
            <a:off x="709560" y="421560"/>
            <a:ext cx="7720920" cy="5756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2127" name="PlaceHolder 2"/>
          <p:cNvSpPr>
            <a:spLocks noGrp="1"/>
          </p:cNvSpPr>
          <p:nvPr>
            <p:ph type="body"/>
          </p:nvPr>
        </p:nvSpPr>
        <p:spPr>
          <a:xfrm>
            <a:off x="728280" y="2478240"/>
            <a:ext cx="4607280" cy="21060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2128" name="PlaceHolder 3"/>
          <p:cNvSpPr>
            <a:spLocks noGrp="1"/>
          </p:cNvSpPr>
          <p:nvPr>
            <p:ph type="title"/>
          </p:nvPr>
        </p:nvSpPr>
        <p:spPr>
          <a:xfrm>
            <a:off x="710640" y="1805040"/>
            <a:ext cx="2031480" cy="485280"/>
          </a:xfrm>
          <a:prstGeom prst="rect">
            <a:avLst/>
          </a:prstGeom>
          <a:noFill/>
          <a:ln w="0">
            <a:noFill/>
          </a:ln>
        </p:spPr>
        <p:txBody>
          <a:bodyPr lIns="91440" tIns="91440" rIns="91440" bIns="91440" anchor="t">
            <a:noAutofit/>
          </a:bodyPr>
          <a:lstStyle/>
          <a:p>
            <a:pPr indent="0">
              <a:lnSpc>
                <a:spcPct val="115000"/>
              </a:lnSpc>
              <a:buNone/>
            </a:pPr>
            <a:r>
              <a:rPr lang="fr-FR" sz="2600" b="0" u="none" strike="noStrike">
                <a:solidFill>
                  <a:schemeClr val="lt1"/>
                </a:solidFill>
                <a:effectLst/>
                <a:uFillTx/>
                <a:latin typeface="Calistoga"/>
                <a:ea typeface="Calistoga"/>
              </a:rPr>
              <a:t>xx%</a:t>
            </a:r>
            <a:endParaRPr lang="fr-FR" sz="2600" b="0" u="none" strike="noStrike">
              <a:solidFill>
                <a:schemeClr val="dk1"/>
              </a:solidFill>
              <a:effectLst/>
              <a:uFillTx/>
              <a:latin typeface="Arial"/>
            </a:endParaRPr>
          </a:p>
        </p:txBody>
      </p:sp>
      <p:sp>
        <p:nvSpPr>
          <p:cNvPr id="2129" name="Google Shape;217;p7"/>
          <p:cNvSpPr/>
          <p:nvPr/>
        </p:nvSpPr>
        <p:spPr>
          <a:xfrm rot="631200">
            <a:off x="7690320" y="3200040"/>
            <a:ext cx="1431720" cy="1173600"/>
          </a:xfrm>
          <a:custGeom>
            <a:avLst/>
            <a:gdLst>
              <a:gd name="textAreaLeft" fmla="*/ 0 w 1431720"/>
              <a:gd name="textAreaRight" fmla="*/ 1432080 w 1431720"/>
              <a:gd name="textAreaTop" fmla="*/ 0 h 1173600"/>
              <a:gd name="textAreaBottom" fmla="*/ 1173960 h 117360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accent1"/>
          </a:solidFill>
          <a:ln w="9525">
            <a:solidFill>
              <a:srgbClr val="647766"/>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0" name="Google Shape;218;p7"/>
          <p:cNvSpPr/>
          <p:nvPr/>
        </p:nvSpPr>
        <p:spPr>
          <a:xfrm rot="284400">
            <a:off x="7065720" y="1412640"/>
            <a:ext cx="1724760" cy="1023840"/>
          </a:xfrm>
          <a:custGeom>
            <a:avLst/>
            <a:gdLst>
              <a:gd name="textAreaLeft" fmla="*/ 0 w 1724760"/>
              <a:gd name="textAreaRight" fmla="*/ 1725120 w 1724760"/>
              <a:gd name="textAreaTop" fmla="*/ 0 h 1023840"/>
              <a:gd name="textAreaBottom" fmla="*/ 1024200 h 10238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1" name="Google Shape;219;p7"/>
          <p:cNvSpPr/>
          <p:nvPr/>
        </p:nvSpPr>
        <p:spPr>
          <a:xfrm>
            <a:off x="5330160" y="2177280"/>
            <a:ext cx="2545200" cy="2545200"/>
          </a:xfrm>
          <a:prstGeom prst="ellipse">
            <a:avLst/>
          </a:prstGeom>
          <a:noFill/>
          <a:ln w="19050">
            <a:solidFill>
              <a:srgbClr val="79917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2" name="Google Shape;220;p7"/>
          <p:cNvSpPr/>
          <p:nvPr/>
        </p:nvSpPr>
        <p:spPr>
          <a:xfrm rot="11700000">
            <a:off x="7263000" y="-42480"/>
            <a:ext cx="2121480" cy="1259640"/>
          </a:xfrm>
          <a:custGeom>
            <a:avLst/>
            <a:gdLst>
              <a:gd name="textAreaLeft" fmla="*/ 0 w 2121480"/>
              <a:gd name="textAreaRight" fmla="*/ 2121840 w 2121480"/>
              <a:gd name="textAreaTop" fmla="*/ 0 h 1259640"/>
              <a:gd name="textAreaBottom" fmla="*/ 1260000 h 125964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33" name="Google Shape;221;p7"/>
          <p:cNvGrpSpPr/>
          <p:nvPr/>
        </p:nvGrpSpPr>
        <p:grpSpPr>
          <a:xfrm>
            <a:off x="5229360" y="898920"/>
            <a:ext cx="1209240" cy="1047600"/>
            <a:chOff x="5229360" y="898920"/>
            <a:chExt cx="1209240" cy="1047600"/>
          </a:xfrm>
        </p:grpSpPr>
        <p:sp>
          <p:nvSpPr>
            <p:cNvPr id="2134" name="Google Shape;222;p7"/>
            <p:cNvSpPr/>
            <p:nvPr/>
          </p:nvSpPr>
          <p:spPr>
            <a:xfrm rot="20287800">
              <a:off x="5738040" y="1500120"/>
              <a:ext cx="26280" cy="19440"/>
            </a:xfrm>
            <a:custGeom>
              <a:avLst/>
              <a:gdLst>
                <a:gd name="textAreaLeft" fmla="*/ 0 w 26280"/>
                <a:gd name="textAreaRight" fmla="*/ 26640 w 26280"/>
                <a:gd name="textAreaTop" fmla="*/ 0 h 19440"/>
                <a:gd name="textAreaBottom" fmla="*/ 19800 h 19440"/>
              </a:gdLst>
              <a:ahLst/>
              <a:cxnLst/>
              <a:rect l="textAreaLeft" t="textAreaTop" r="textAreaRight" b="textAreaBottom"/>
              <a:pathLst>
                <a:path w="844" h="624">
                  <a:moveTo>
                    <a:pt x="403" y="0"/>
                  </a:moveTo>
                  <a:cubicBezTo>
                    <a:pt x="0" y="0"/>
                    <a:pt x="0" y="624"/>
                    <a:pt x="403" y="624"/>
                  </a:cubicBezTo>
                  <a:cubicBezTo>
                    <a:pt x="843" y="624"/>
                    <a:pt x="843" y="0"/>
                    <a:pt x="40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5" name="Google Shape;223;p7"/>
            <p:cNvSpPr/>
            <p:nvPr/>
          </p:nvSpPr>
          <p:spPr>
            <a:xfrm rot="20287800">
              <a:off x="5844600" y="1484640"/>
              <a:ext cx="28800" cy="20520"/>
            </a:xfrm>
            <a:custGeom>
              <a:avLst/>
              <a:gdLst>
                <a:gd name="textAreaLeft" fmla="*/ 0 w 28800"/>
                <a:gd name="textAreaRight" fmla="*/ 29160 w 28800"/>
                <a:gd name="textAreaTop" fmla="*/ 0 h 20520"/>
                <a:gd name="textAreaBottom" fmla="*/ 20880 h 20520"/>
              </a:gdLst>
              <a:ahLst/>
              <a:cxnLst/>
              <a:rect l="textAreaLeft" t="textAreaTop" r="textAreaRight" b="textAreaBottom"/>
              <a:pathLst>
                <a:path w="917" h="661">
                  <a:moveTo>
                    <a:pt x="220" y="1"/>
                  </a:moveTo>
                  <a:cubicBezTo>
                    <a:pt x="184" y="37"/>
                    <a:pt x="147" y="37"/>
                    <a:pt x="110" y="74"/>
                  </a:cubicBezTo>
                  <a:cubicBezTo>
                    <a:pt x="74" y="111"/>
                    <a:pt x="74" y="147"/>
                    <a:pt x="37" y="184"/>
                  </a:cubicBezTo>
                  <a:cubicBezTo>
                    <a:pt x="37" y="221"/>
                    <a:pt x="0" y="257"/>
                    <a:pt x="0" y="331"/>
                  </a:cubicBezTo>
                  <a:lnTo>
                    <a:pt x="0" y="404"/>
                  </a:lnTo>
                  <a:cubicBezTo>
                    <a:pt x="37" y="477"/>
                    <a:pt x="74" y="514"/>
                    <a:pt x="110" y="551"/>
                  </a:cubicBezTo>
                  <a:lnTo>
                    <a:pt x="147" y="624"/>
                  </a:lnTo>
                  <a:cubicBezTo>
                    <a:pt x="220" y="624"/>
                    <a:pt x="294" y="661"/>
                    <a:pt x="330" y="661"/>
                  </a:cubicBezTo>
                  <a:lnTo>
                    <a:pt x="624" y="661"/>
                  </a:lnTo>
                  <a:cubicBezTo>
                    <a:pt x="660" y="661"/>
                    <a:pt x="697" y="661"/>
                    <a:pt x="733" y="624"/>
                  </a:cubicBezTo>
                  <a:cubicBezTo>
                    <a:pt x="770" y="624"/>
                    <a:pt x="807" y="587"/>
                    <a:pt x="843" y="551"/>
                  </a:cubicBezTo>
                  <a:cubicBezTo>
                    <a:pt x="880" y="514"/>
                    <a:pt x="880" y="477"/>
                    <a:pt x="880" y="441"/>
                  </a:cubicBezTo>
                  <a:cubicBezTo>
                    <a:pt x="917" y="404"/>
                    <a:pt x="917" y="367"/>
                    <a:pt x="917" y="331"/>
                  </a:cubicBezTo>
                  <a:lnTo>
                    <a:pt x="917" y="257"/>
                  </a:lnTo>
                  <a:cubicBezTo>
                    <a:pt x="917" y="184"/>
                    <a:pt x="880" y="147"/>
                    <a:pt x="843" y="111"/>
                  </a:cubicBezTo>
                  <a:lnTo>
                    <a:pt x="770" y="37"/>
                  </a:lnTo>
                  <a:cubicBezTo>
                    <a:pt x="733" y="37"/>
                    <a:pt x="66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6" name="Google Shape;224;p7"/>
            <p:cNvSpPr/>
            <p:nvPr/>
          </p:nvSpPr>
          <p:spPr>
            <a:xfrm rot="20287800">
              <a:off x="5760360" y="1418760"/>
              <a:ext cx="35640" cy="31680"/>
            </a:xfrm>
            <a:custGeom>
              <a:avLst/>
              <a:gdLst>
                <a:gd name="textAreaLeft" fmla="*/ 0 w 35640"/>
                <a:gd name="textAreaRight" fmla="*/ 36000 w 35640"/>
                <a:gd name="textAreaTop" fmla="*/ 0 h 31680"/>
                <a:gd name="textAreaBottom" fmla="*/ 32040 h 31680"/>
              </a:gdLst>
              <a:ahLst/>
              <a:cxnLst/>
              <a:rect l="textAreaLeft" t="textAreaTop" r="textAreaRight" b="textAreaBottom"/>
              <a:pathLst>
                <a:path w="1138" h="1015">
                  <a:moveTo>
                    <a:pt x="501" y="1"/>
                  </a:moveTo>
                  <a:cubicBezTo>
                    <a:pt x="242" y="1"/>
                    <a:pt x="1" y="199"/>
                    <a:pt x="1" y="501"/>
                  </a:cubicBezTo>
                  <a:cubicBezTo>
                    <a:pt x="1" y="758"/>
                    <a:pt x="221" y="978"/>
                    <a:pt x="477" y="1014"/>
                  </a:cubicBezTo>
                  <a:cubicBezTo>
                    <a:pt x="917" y="978"/>
                    <a:pt x="1137" y="464"/>
                    <a:pt x="844" y="134"/>
                  </a:cubicBezTo>
                  <a:cubicBezTo>
                    <a:pt x="740" y="42"/>
                    <a:pt x="619" y="1"/>
                    <a:pt x="50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7" name="Google Shape;225;p7"/>
            <p:cNvSpPr/>
            <p:nvPr/>
          </p:nvSpPr>
          <p:spPr>
            <a:xfrm rot="20287800">
              <a:off x="5942520" y="1271160"/>
              <a:ext cx="36720" cy="29880"/>
            </a:xfrm>
            <a:custGeom>
              <a:avLst/>
              <a:gdLst>
                <a:gd name="textAreaLeft" fmla="*/ 0 w 36720"/>
                <a:gd name="textAreaRight" fmla="*/ 37080 w 36720"/>
                <a:gd name="textAreaTop" fmla="*/ 0 h 29880"/>
                <a:gd name="textAreaBottom" fmla="*/ 30240 h 29880"/>
              </a:gdLst>
              <a:ahLst/>
              <a:cxnLst/>
              <a:rect l="textAreaLeft" t="textAreaTop" r="textAreaRight" b="textAreaBottom"/>
              <a:pathLst>
                <a:path w="1174" h="954">
                  <a:moveTo>
                    <a:pt x="331" y="0"/>
                  </a:moveTo>
                  <a:lnTo>
                    <a:pt x="221" y="73"/>
                  </a:lnTo>
                  <a:cubicBezTo>
                    <a:pt x="147" y="73"/>
                    <a:pt x="111" y="110"/>
                    <a:pt x="111" y="183"/>
                  </a:cubicBezTo>
                  <a:cubicBezTo>
                    <a:pt x="74" y="183"/>
                    <a:pt x="37" y="220"/>
                    <a:pt x="37" y="257"/>
                  </a:cubicBezTo>
                  <a:cubicBezTo>
                    <a:pt x="1" y="330"/>
                    <a:pt x="1" y="367"/>
                    <a:pt x="1" y="440"/>
                  </a:cubicBezTo>
                  <a:lnTo>
                    <a:pt x="1" y="550"/>
                  </a:lnTo>
                  <a:lnTo>
                    <a:pt x="37" y="660"/>
                  </a:lnTo>
                  <a:cubicBezTo>
                    <a:pt x="74" y="697"/>
                    <a:pt x="111" y="733"/>
                    <a:pt x="147" y="770"/>
                  </a:cubicBezTo>
                  <a:cubicBezTo>
                    <a:pt x="184" y="807"/>
                    <a:pt x="257" y="843"/>
                    <a:pt x="294" y="843"/>
                  </a:cubicBezTo>
                  <a:lnTo>
                    <a:pt x="294" y="953"/>
                  </a:lnTo>
                  <a:lnTo>
                    <a:pt x="404" y="953"/>
                  </a:lnTo>
                  <a:lnTo>
                    <a:pt x="376" y="934"/>
                  </a:lnTo>
                  <a:lnTo>
                    <a:pt x="376" y="934"/>
                  </a:lnTo>
                  <a:cubicBezTo>
                    <a:pt x="400" y="946"/>
                    <a:pt x="424" y="953"/>
                    <a:pt x="441" y="953"/>
                  </a:cubicBezTo>
                  <a:lnTo>
                    <a:pt x="697" y="953"/>
                  </a:lnTo>
                  <a:cubicBezTo>
                    <a:pt x="734" y="953"/>
                    <a:pt x="807" y="953"/>
                    <a:pt x="881" y="916"/>
                  </a:cubicBezTo>
                  <a:cubicBezTo>
                    <a:pt x="991" y="880"/>
                    <a:pt x="1100" y="770"/>
                    <a:pt x="1137" y="660"/>
                  </a:cubicBezTo>
                  <a:cubicBezTo>
                    <a:pt x="1137" y="587"/>
                    <a:pt x="1174" y="550"/>
                    <a:pt x="1174" y="477"/>
                  </a:cubicBezTo>
                  <a:lnTo>
                    <a:pt x="1174" y="330"/>
                  </a:lnTo>
                  <a:cubicBezTo>
                    <a:pt x="1137" y="257"/>
                    <a:pt x="1100" y="183"/>
                    <a:pt x="1027" y="147"/>
                  </a:cubicBezTo>
                  <a:lnTo>
                    <a:pt x="954" y="73"/>
                  </a:lnTo>
                  <a:cubicBezTo>
                    <a:pt x="881" y="37"/>
                    <a:pt x="771" y="0"/>
                    <a:pt x="697" y="0"/>
                  </a:cubicBezTo>
                  <a:lnTo>
                    <a:pt x="477" y="0"/>
                  </a:lnTo>
                  <a:cubicBezTo>
                    <a:pt x="461" y="0"/>
                    <a:pt x="446" y="2"/>
                    <a:pt x="433" y="5"/>
                  </a:cubicBezTo>
                  <a:lnTo>
                    <a:pt x="433" y="5"/>
                  </a:lnTo>
                  <a:lnTo>
                    <a:pt x="44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8" name="Google Shape;226;p7"/>
            <p:cNvSpPr/>
            <p:nvPr/>
          </p:nvSpPr>
          <p:spPr>
            <a:xfrm rot="20287800">
              <a:off x="5896800" y="1418400"/>
              <a:ext cx="38160" cy="32040"/>
            </a:xfrm>
            <a:custGeom>
              <a:avLst/>
              <a:gdLst>
                <a:gd name="textAreaLeft" fmla="*/ 0 w 38160"/>
                <a:gd name="textAreaRight" fmla="*/ 38520 w 38160"/>
                <a:gd name="textAreaTop" fmla="*/ 0 h 32040"/>
                <a:gd name="textAreaBottom" fmla="*/ 32400 h 32040"/>
              </a:gdLst>
              <a:ahLst/>
              <a:cxnLst/>
              <a:rect l="textAreaLeft" t="textAreaTop" r="textAreaRight" b="textAreaBottom"/>
              <a:pathLst>
                <a:path w="1211" h="1028">
                  <a:moveTo>
                    <a:pt x="550" y="1"/>
                  </a:moveTo>
                  <a:cubicBezTo>
                    <a:pt x="257" y="1"/>
                    <a:pt x="0" y="221"/>
                    <a:pt x="0" y="514"/>
                  </a:cubicBezTo>
                  <a:cubicBezTo>
                    <a:pt x="0" y="807"/>
                    <a:pt x="257" y="1027"/>
                    <a:pt x="550" y="1027"/>
                  </a:cubicBezTo>
                  <a:cubicBezTo>
                    <a:pt x="1210" y="1027"/>
                    <a:pt x="1210" y="1"/>
                    <a:pt x="55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9" name="Google Shape;227;p7"/>
            <p:cNvSpPr/>
            <p:nvPr/>
          </p:nvSpPr>
          <p:spPr>
            <a:xfrm rot="20287800">
              <a:off x="6067440" y="1562400"/>
              <a:ext cx="32040" cy="40320"/>
            </a:xfrm>
            <a:custGeom>
              <a:avLst/>
              <a:gdLst>
                <a:gd name="textAreaLeft" fmla="*/ 0 w 32040"/>
                <a:gd name="textAreaRight" fmla="*/ 32400 w 32040"/>
                <a:gd name="textAreaTop" fmla="*/ 0 h 40320"/>
                <a:gd name="textAreaBottom" fmla="*/ 40680 h 40320"/>
              </a:gdLst>
              <a:ahLst/>
              <a:cxnLst/>
              <a:rect l="textAreaLeft" t="textAreaTop" r="textAreaRight" b="textAreaBottom"/>
              <a:pathLst>
                <a:path w="1027" h="1285">
                  <a:moveTo>
                    <a:pt x="367" y="1"/>
                  </a:moveTo>
                  <a:cubicBezTo>
                    <a:pt x="293" y="38"/>
                    <a:pt x="183" y="74"/>
                    <a:pt x="147" y="148"/>
                  </a:cubicBezTo>
                  <a:lnTo>
                    <a:pt x="37" y="258"/>
                  </a:lnTo>
                  <a:cubicBezTo>
                    <a:pt x="0" y="331"/>
                    <a:pt x="0" y="404"/>
                    <a:pt x="0" y="514"/>
                  </a:cubicBezTo>
                  <a:lnTo>
                    <a:pt x="0" y="624"/>
                  </a:lnTo>
                  <a:cubicBezTo>
                    <a:pt x="0" y="661"/>
                    <a:pt x="0" y="734"/>
                    <a:pt x="0" y="771"/>
                  </a:cubicBezTo>
                  <a:cubicBezTo>
                    <a:pt x="0" y="844"/>
                    <a:pt x="0" y="917"/>
                    <a:pt x="37" y="991"/>
                  </a:cubicBezTo>
                  <a:cubicBezTo>
                    <a:pt x="37" y="1027"/>
                    <a:pt x="73" y="1101"/>
                    <a:pt x="147" y="1137"/>
                  </a:cubicBezTo>
                  <a:cubicBezTo>
                    <a:pt x="183" y="1174"/>
                    <a:pt x="257" y="1211"/>
                    <a:pt x="293" y="1247"/>
                  </a:cubicBezTo>
                  <a:cubicBezTo>
                    <a:pt x="367" y="1284"/>
                    <a:pt x="440" y="1284"/>
                    <a:pt x="513" y="1284"/>
                  </a:cubicBezTo>
                  <a:lnTo>
                    <a:pt x="660" y="1284"/>
                  </a:lnTo>
                  <a:cubicBezTo>
                    <a:pt x="733" y="1284"/>
                    <a:pt x="807" y="1211"/>
                    <a:pt x="880" y="1174"/>
                  </a:cubicBezTo>
                  <a:lnTo>
                    <a:pt x="953" y="1064"/>
                  </a:lnTo>
                  <a:cubicBezTo>
                    <a:pt x="990" y="954"/>
                    <a:pt x="1026" y="881"/>
                    <a:pt x="1026" y="807"/>
                  </a:cubicBezTo>
                  <a:cubicBezTo>
                    <a:pt x="1026" y="734"/>
                    <a:pt x="1026" y="697"/>
                    <a:pt x="1026" y="661"/>
                  </a:cubicBezTo>
                  <a:lnTo>
                    <a:pt x="1026" y="514"/>
                  </a:lnTo>
                  <a:cubicBezTo>
                    <a:pt x="1026" y="441"/>
                    <a:pt x="1026" y="368"/>
                    <a:pt x="990" y="331"/>
                  </a:cubicBezTo>
                  <a:cubicBezTo>
                    <a:pt x="916" y="184"/>
                    <a:pt x="843" y="111"/>
                    <a:pt x="697" y="38"/>
                  </a:cubicBezTo>
                  <a:cubicBezTo>
                    <a:pt x="660" y="1"/>
                    <a:pt x="587" y="1"/>
                    <a:pt x="51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0" name="Google Shape;228;p7"/>
            <p:cNvSpPr/>
            <p:nvPr/>
          </p:nvSpPr>
          <p:spPr>
            <a:xfrm rot="20287800">
              <a:off x="5795280" y="1329840"/>
              <a:ext cx="50760" cy="54360"/>
            </a:xfrm>
            <a:custGeom>
              <a:avLst/>
              <a:gdLst>
                <a:gd name="textAreaLeft" fmla="*/ 0 w 50760"/>
                <a:gd name="textAreaRight" fmla="*/ 51120 w 50760"/>
                <a:gd name="textAreaTop" fmla="*/ 0 h 54360"/>
                <a:gd name="textAreaBottom" fmla="*/ 54720 h 54360"/>
              </a:gdLst>
              <a:ahLst/>
              <a:cxnLst/>
              <a:rect l="textAreaLeft" t="textAreaTop" r="textAreaRight" b="textAreaBottom"/>
              <a:pathLst>
                <a:path w="1614" h="1724">
                  <a:moveTo>
                    <a:pt x="681" y="911"/>
                  </a:moveTo>
                  <a:lnTo>
                    <a:pt x="681" y="911"/>
                  </a:lnTo>
                  <a:cubicBezTo>
                    <a:pt x="687" y="913"/>
                    <a:pt x="692" y="915"/>
                    <a:pt x="697" y="917"/>
                  </a:cubicBezTo>
                  <a:lnTo>
                    <a:pt x="734" y="990"/>
                  </a:lnTo>
                  <a:lnTo>
                    <a:pt x="734" y="990"/>
                  </a:lnTo>
                  <a:lnTo>
                    <a:pt x="681" y="911"/>
                  </a:lnTo>
                  <a:close/>
                  <a:moveTo>
                    <a:pt x="807" y="1"/>
                  </a:moveTo>
                  <a:cubicBezTo>
                    <a:pt x="797" y="4"/>
                    <a:pt x="786" y="8"/>
                    <a:pt x="776" y="13"/>
                  </a:cubicBezTo>
                  <a:lnTo>
                    <a:pt x="776" y="13"/>
                  </a:lnTo>
                  <a:cubicBezTo>
                    <a:pt x="773" y="13"/>
                    <a:pt x="770" y="13"/>
                    <a:pt x="767" y="13"/>
                  </a:cubicBezTo>
                  <a:cubicBezTo>
                    <a:pt x="709" y="13"/>
                    <a:pt x="648" y="22"/>
                    <a:pt x="587" y="37"/>
                  </a:cubicBezTo>
                  <a:cubicBezTo>
                    <a:pt x="587" y="37"/>
                    <a:pt x="551" y="37"/>
                    <a:pt x="514" y="74"/>
                  </a:cubicBezTo>
                  <a:lnTo>
                    <a:pt x="404" y="111"/>
                  </a:lnTo>
                  <a:lnTo>
                    <a:pt x="258" y="221"/>
                  </a:lnTo>
                  <a:lnTo>
                    <a:pt x="221" y="257"/>
                  </a:lnTo>
                  <a:cubicBezTo>
                    <a:pt x="111" y="367"/>
                    <a:pt x="38" y="514"/>
                    <a:pt x="38" y="661"/>
                  </a:cubicBezTo>
                  <a:cubicBezTo>
                    <a:pt x="1" y="807"/>
                    <a:pt x="1" y="954"/>
                    <a:pt x="38" y="1100"/>
                  </a:cubicBezTo>
                  <a:cubicBezTo>
                    <a:pt x="38" y="1174"/>
                    <a:pt x="74" y="1247"/>
                    <a:pt x="111" y="1320"/>
                  </a:cubicBezTo>
                  <a:cubicBezTo>
                    <a:pt x="148" y="1394"/>
                    <a:pt x="184" y="1467"/>
                    <a:pt x="221" y="1504"/>
                  </a:cubicBezTo>
                  <a:lnTo>
                    <a:pt x="258" y="1540"/>
                  </a:lnTo>
                  <a:lnTo>
                    <a:pt x="404" y="1650"/>
                  </a:lnTo>
                  <a:lnTo>
                    <a:pt x="441" y="1650"/>
                  </a:lnTo>
                  <a:cubicBezTo>
                    <a:pt x="514" y="1687"/>
                    <a:pt x="551" y="1687"/>
                    <a:pt x="624" y="1724"/>
                  </a:cubicBezTo>
                  <a:lnTo>
                    <a:pt x="844" y="1724"/>
                  </a:lnTo>
                  <a:cubicBezTo>
                    <a:pt x="954" y="1687"/>
                    <a:pt x="1064" y="1687"/>
                    <a:pt x="1174" y="1614"/>
                  </a:cubicBezTo>
                  <a:lnTo>
                    <a:pt x="1211" y="1614"/>
                  </a:lnTo>
                  <a:cubicBezTo>
                    <a:pt x="1284" y="1577"/>
                    <a:pt x="1321" y="1540"/>
                    <a:pt x="1357" y="1504"/>
                  </a:cubicBezTo>
                  <a:lnTo>
                    <a:pt x="1394" y="1467"/>
                  </a:lnTo>
                  <a:cubicBezTo>
                    <a:pt x="1431" y="1394"/>
                    <a:pt x="1467" y="1357"/>
                    <a:pt x="1504" y="1320"/>
                  </a:cubicBezTo>
                  <a:cubicBezTo>
                    <a:pt x="1541" y="1247"/>
                    <a:pt x="1577" y="1174"/>
                    <a:pt x="1614" y="1100"/>
                  </a:cubicBezTo>
                  <a:cubicBezTo>
                    <a:pt x="1614" y="1064"/>
                    <a:pt x="1614" y="1027"/>
                    <a:pt x="1614" y="990"/>
                  </a:cubicBezTo>
                  <a:cubicBezTo>
                    <a:pt x="1614" y="917"/>
                    <a:pt x="1614" y="844"/>
                    <a:pt x="1614" y="771"/>
                  </a:cubicBezTo>
                  <a:cubicBezTo>
                    <a:pt x="1614" y="661"/>
                    <a:pt x="1614" y="587"/>
                    <a:pt x="1577" y="514"/>
                  </a:cubicBezTo>
                  <a:cubicBezTo>
                    <a:pt x="1541" y="404"/>
                    <a:pt x="1467" y="294"/>
                    <a:pt x="1394" y="221"/>
                  </a:cubicBezTo>
                  <a:cubicBezTo>
                    <a:pt x="1357" y="184"/>
                    <a:pt x="1321" y="147"/>
                    <a:pt x="1247" y="111"/>
                  </a:cubicBezTo>
                  <a:lnTo>
                    <a:pt x="1211" y="74"/>
                  </a:lnTo>
                  <a:cubicBezTo>
                    <a:pt x="1137" y="37"/>
                    <a:pt x="1101" y="1"/>
                    <a:pt x="102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1" name="Google Shape;229;p7"/>
            <p:cNvSpPr/>
            <p:nvPr/>
          </p:nvSpPr>
          <p:spPr>
            <a:xfrm rot="20287800">
              <a:off x="5643000" y="1219680"/>
              <a:ext cx="52920" cy="39240"/>
            </a:xfrm>
            <a:custGeom>
              <a:avLst/>
              <a:gdLst>
                <a:gd name="textAreaLeft" fmla="*/ 0 w 52920"/>
                <a:gd name="textAreaRight" fmla="*/ 53280 w 52920"/>
                <a:gd name="textAreaTop" fmla="*/ 0 h 39240"/>
                <a:gd name="textAreaBottom" fmla="*/ 39600 h 39240"/>
              </a:gdLst>
              <a:ahLst/>
              <a:cxnLst/>
              <a:rect l="textAreaLeft" t="textAreaTop" r="textAreaRight" b="textAreaBottom"/>
              <a:pathLst>
                <a:path w="1687" h="1247">
                  <a:moveTo>
                    <a:pt x="844" y="0"/>
                  </a:moveTo>
                  <a:cubicBezTo>
                    <a:pt x="1" y="0"/>
                    <a:pt x="1" y="1247"/>
                    <a:pt x="844" y="1247"/>
                  </a:cubicBezTo>
                  <a:cubicBezTo>
                    <a:pt x="1687" y="1247"/>
                    <a:pt x="1687" y="0"/>
                    <a:pt x="84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2" name="Google Shape;230;p7"/>
            <p:cNvSpPr/>
            <p:nvPr/>
          </p:nvSpPr>
          <p:spPr>
            <a:xfrm rot="20287800">
              <a:off x="5668920" y="1104480"/>
              <a:ext cx="57600" cy="43920"/>
            </a:xfrm>
            <a:custGeom>
              <a:avLst/>
              <a:gdLst>
                <a:gd name="textAreaLeft" fmla="*/ 0 w 57600"/>
                <a:gd name="textAreaRight" fmla="*/ 57960 w 57600"/>
                <a:gd name="textAreaTop" fmla="*/ 0 h 43920"/>
                <a:gd name="textAreaBottom" fmla="*/ 44280 h 43920"/>
              </a:gdLst>
              <a:ahLst/>
              <a:cxnLst/>
              <a:rect l="textAreaLeft" t="textAreaTop" r="textAreaRight" b="textAreaBottom"/>
              <a:pathLst>
                <a:path w="1834" h="1394">
                  <a:moveTo>
                    <a:pt x="917" y="1"/>
                  </a:moveTo>
                  <a:cubicBezTo>
                    <a:pt x="0" y="1"/>
                    <a:pt x="0" y="1394"/>
                    <a:pt x="917" y="1394"/>
                  </a:cubicBezTo>
                  <a:cubicBezTo>
                    <a:pt x="1833" y="1394"/>
                    <a:pt x="1833" y="1"/>
                    <a:pt x="91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3" name="Google Shape;231;p7"/>
            <p:cNvSpPr/>
            <p:nvPr/>
          </p:nvSpPr>
          <p:spPr>
            <a:xfrm rot="20287800">
              <a:off x="5547600" y="1318320"/>
              <a:ext cx="72720" cy="56520"/>
            </a:xfrm>
            <a:custGeom>
              <a:avLst/>
              <a:gdLst>
                <a:gd name="textAreaLeft" fmla="*/ 0 w 72720"/>
                <a:gd name="textAreaRight" fmla="*/ 73080 w 72720"/>
                <a:gd name="textAreaTop" fmla="*/ 0 h 56520"/>
                <a:gd name="textAreaBottom" fmla="*/ 56880 h 56520"/>
              </a:gdLst>
              <a:ahLst/>
              <a:cxnLst/>
              <a:rect l="textAreaLeft" t="textAreaTop" r="textAreaRight" b="textAreaBottom"/>
              <a:pathLst>
                <a:path w="2311" h="1797">
                  <a:moveTo>
                    <a:pt x="1137" y="1"/>
                  </a:moveTo>
                  <a:cubicBezTo>
                    <a:pt x="1" y="1"/>
                    <a:pt x="1" y="1797"/>
                    <a:pt x="1137" y="1797"/>
                  </a:cubicBezTo>
                  <a:cubicBezTo>
                    <a:pt x="2273" y="1797"/>
                    <a:pt x="2310" y="1"/>
                    <a:pt x="1137"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8440" bIns="28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4" name="Google Shape;232;p7"/>
            <p:cNvSpPr/>
            <p:nvPr/>
          </p:nvSpPr>
          <p:spPr>
            <a:xfrm rot="20287800">
              <a:off x="5547240" y="1144800"/>
              <a:ext cx="49680" cy="43920"/>
            </a:xfrm>
            <a:custGeom>
              <a:avLst/>
              <a:gdLst>
                <a:gd name="textAreaLeft" fmla="*/ 0 w 49680"/>
                <a:gd name="textAreaRight" fmla="*/ 50040 w 49680"/>
                <a:gd name="textAreaTop" fmla="*/ 0 h 43920"/>
                <a:gd name="textAreaBottom" fmla="*/ 44280 h 43920"/>
              </a:gdLst>
              <a:ahLst/>
              <a:cxnLst/>
              <a:rect l="textAreaLeft" t="textAreaTop" r="textAreaRight" b="textAreaBottom"/>
              <a:pathLst>
                <a:path w="1578" h="1394">
                  <a:moveTo>
                    <a:pt x="624" y="0"/>
                  </a:moveTo>
                  <a:cubicBezTo>
                    <a:pt x="477" y="37"/>
                    <a:pt x="294" y="110"/>
                    <a:pt x="184" y="220"/>
                  </a:cubicBezTo>
                  <a:cubicBezTo>
                    <a:pt x="74" y="330"/>
                    <a:pt x="1" y="514"/>
                    <a:pt x="1" y="660"/>
                  </a:cubicBezTo>
                  <a:cubicBezTo>
                    <a:pt x="1" y="843"/>
                    <a:pt x="74" y="990"/>
                    <a:pt x="184" y="1137"/>
                  </a:cubicBezTo>
                  <a:lnTo>
                    <a:pt x="331" y="1247"/>
                  </a:lnTo>
                  <a:cubicBezTo>
                    <a:pt x="404" y="1283"/>
                    <a:pt x="551" y="1320"/>
                    <a:pt x="661" y="1320"/>
                  </a:cubicBezTo>
                  <a:lnTo>
                    <a:pt x="624" y="1393"/>
                  </a:lnTo>
                  <a:lnTo>
                    <a:pt x="917" y="1393"/>
                  </a:lnTo>
                  <a:cubicBezTo>
                    <a:pt x="1101" y="1393"/>
                    <a:pt x="1247" y="1320"/>
                    <a:pt x="1394" y="1173"/>
                  </a:cubicBezTo>
                  <a:cubicBezTo>
                    <a:pt x="1504" y="1063"/>
                    <a:pt x="1577" y="880"/>
                    <a:pt x="1577" y="697"/>
                  </a:cubicBezTo>
                  <a:cubicBezTo>
                    <a:pt x="1577" y="330"/>
                    <a:pt x="1284" y="0"/>
                    <a:pt x="91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5" name="Google Shape;233;p7"/>
            <p:cNvSpPr/>
            <p:nvPr/>
          </p:nvSpPr>
          <p:spPr>
            <a:xfrm rot="20287800">
              <a:off x="5434560" y="113436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1"/>
                  </a:moveTo>
                  <a:cubicBezTo>
                    <a:pt x="1" y="1"/>
                    <a:pt x="1" y="624"/>
                    <a:pt x="404" y="624"/>
                  </a:cubicBezTo>
                  <a:cubicBezTo>
                    <a:pt x="807" y="624"/>
                    <a:pt x="807" y="1"/>
                    <a:pt x="40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6" name="Google Shape;234;p7"/>
            <p:cNvSpPr/>
            <p:nvPr/>
          </p:nvSpPr>
          <p:spPr>
            <a:xfrm rot="20287800">
              <a:off x="5297040" y="975960"/>
              <a:ext cx="28800" cy="21600"/>
            </a:xfrm>
            <a:custGeom>
              <a:avLst/>
              <a:gdLst>
                <a:gd name="textAreaLeft" fmla="*/ 0 w 28800"/>
                <a:gd name="textAreaRight" fmla="*/ 29160 w 28800"/>
                <a:gd name="textAreaTop" fmla="*/ 0 h 21600"/>
                <a:gd name="textAreaBottom" fmla="*/ 21960 h 21600"/>
              </a:gdLst>
              <a:ahLst/>
              <a:cxnLst/>
              <a:rect l="textAreaLeft" t="textAreaTop" r="textAreaRight" b="textAreaBottom"/>
              <a:pathLst>
                <a:path w="917" h="698">
                  <a:moveTo>
                    <a:pt x="440" y="1"/>
                  </a:moveTo>
                  <a:cubicBezTo>
                    <a:pt x="0" y="1"/>
                    <a:pt x="0" y="697"/>
                    <a:pt x="440" y="697"/>
                  </a:cubicBezTo>
                  <a:cubicBezTo>
                    <a:pt x="917" y="697"/>
                    <a:pt x="917" y="1"/>
                    <a:pt x="4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0800" bIns="10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7" name="Google Shape;235;p7"/>
            <p:cNvSpPr/>
            <p:nvPr/>
          </p:nvSpPr>
          <p:spPr>
            <a:xfrm rot="20287800">
              <a:off x="5231880" y="902880"/>
              <a:ext cx="25200" cy="19440"/>
            </a:xfrm>
            <a:custGeom>
              <a:avLst/>
              <a:gdLst>
                <a:gd name="textAreaLeft" fmla="*/ 0 w 25200"/>
                <a:gd name="textAreaRight" fmla="*/ 25560 w 25200"/>
                <a:gd name="textAreaTop" fmla="*/ 0 h 19440"/>
                <a:gd name="textAreaBottom" fmla="*/ 19800 h 19440"/>
              </a:gdLst>
              <a:ahLst/>
              <a:cxnLst/>
              <a:rect l="textAreaLeft" t="textAreaTop" r="textAreaRight" b="textAreaBottom"/>
              <a:pathLst>
                <a:path w="808" h="624">
                  <a:moveTo>
                    <a:pt x="404" y="0"/>
                  </a:moveTo>
                  <a:cubicBezTo>
                    <a:pt x="1" y="0"/>
                    <a:pt x="1" y="623"/>
                    <a:pt x="404" y="623"/>
                  </a:cubicBezTo>
                  <a:cubicBezTo>
                    <a:pt x="807" y="623"/>
                    <a:pt x="807" y="0"/>
                    <a:pt x="40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8" name="Google Shape;236;p7"/>
            <p:cNvSpPr/>
            <p:nvPr/>
          </p:nvSpPr>
          <p:spPr>
            <a:xfrm rot="20287800">
              <a:off x="6074280" y="1388520"/>
              <a:ext cx="65880" cy="48240"/>
            </a:xfrm>
            <a:custGeom>
              <a:avLst/>
              <a:gdLst>
                <a:gd name="textAreaLeft" fmla="*/ 0 w 65880"/>
                <a:gd name="textAreaRight" fmla="*/ 66240 w 65880"/>
                <a:gd name="textAreaTop" fmla="*/ 0 h 48240"/>
                <a:gd name="textAreaBottom" fmla="*/ 48600 h 48240"/>
              </a:gdLst>
              <a:ahLst/>
              <a:cxnLst/>
              <a:rect l="textAreaLeft" t="textAreaTop" r="textAreaRight" b="textAreaBottom"/>
              <a:pathLst>
                <a:path w="2091" h="1540">
                  <a:moveTo>
                    <a:pt x="1027" y="0"/>
                  </a:moveTo>
                  <a:cubicBezTo>
                    <a:pt x="1" y="0"/>
                    <a:pt x="1" y="1540"/>
                    <a:pt x="1027" y="1540"/>
                  </a:cubicBezTo>
                  <a:cubicBezTo>
                    <a:pt x="2090" y="1540"/>
                    <a:pt x="2090" y="0"/>
                    <a:pt x="1027"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9" name="Google Shape;237;p7"/>
            <p:cNvSpPr/>
            <p:nvPr/>
          </p:nvSpPr>
          <p:spPr>
            <a:xfrm rot="20287800">
              <a:off x="5796360" y="1630080"/>
              <a:ext cx="69480" cy="54360"/>
            </a:xfrm>
            <a:custGeom>
              <a:avLst/>
              <a:gdLst>
                <a:gd name="textAreaLeft" fmla="*/ 0 w 69480"/>
                <a:gd name="textAreaRight" fmla="*/ 69840 w 69480"/>
                <a:gd name="textAreaTop" fmla="*/ 0 h 54360"/>
                <a:gd name="textAreaBottom" fmla="*/ 54720 h 54360"/>
              </a:gdLst>
              <a:ahLst/>
              <a:cxnLst/>
              <a:rect l="textAreaLeft" t="textAreaTop" r="textAreaRight" b="textAreaBottom"/>
              <a:pathLst>
                <a:path w="2201" h="1733">
                  <a:moveTo>
                    <a:pt x="1320" y="1"/>
                  </a:moveTo>
                  <a:cubicBezTo>
                    <a:pt x="1186" y="1"/>
                    <a:pt x="1051" y="35"/>
                    <a:pt x="917" y="89"/>
                  </a:cubicBezTo>
                  <a:lnTo>
                    <a:pt x="367" y="345"/>
                  </a:lnTo>
                  <a:cubicBezTo>
                    <a:pt x="221" y="455"/>
                    <a:pt x="74" y="602"/>
                    <a:pt x="37" y="822"/>
                  </a:cubicBezTo>
                  <a:cubicBezTo>
                    <a:pt x="1" y="1005"/>
                    <a:pt x="37" y="1188"/>
                    <a:pt x="111" y="1372"/>
                  </a:cubicBezTo>
                  <a:cubicBezTo>
                    <a:pt x="259" y="1594"/>
                    <a:pt x="507" y="1733"/>
                    <a:pt x="765" y="1733"/>
                  </a:cubicBezTo>
                  <a:cubicBezTo>
                    <a:pt x="890" y="1733"/>
                    <a:pt x="1017" y="1700"/>
                    <a:pt x="1137" y="1628"/>
                  </a:cubicBezTo>
                  <a:lnTo>
                    <a:pt x="1650" y="1335"/>
                  </a:lnTo>
                  <a:cubicBezTo>
                    <a:pt x="2200" y="1005"/>
                    <a:pt x="2090" y="199"/>
                    <a:pt x="1467" y="15"/>
                  </a:cubicBezTo>
                  <a:cubicBezTo>
                    <a:pt x="1418" y="5"/>
                    <a:pt x="1369" y="1"/>
                    <a:pt x="132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0" name="Google Shape;238;p7"/>
            <p:cNvSpPr/>
            <p:nvPr/>
          </p:nvSpPr>
          <p:spPr>
            <a:xfrm rot="20287800">
              <a:off x="6190560" y="1686600"/>
              <a:ext cx="38160" cy="29880"/>
            </a:xfrm>
            <a:custGeom>
              <a:avLst/>
              <a:gdLst>
                <a:gd name="textAreaLeft" fmla="*/ 0 w 38160"/>
                <a:gd name="textAreaRight" fmla="*/ 38520 w 38160"/>
                <a:gd name="textAreaTop" fmla="*/ 0 h 29880"/>
                <a:gd name="textAreaBottom" fmla="*/ 30240 h 29880"/>
              </a:gdLst>
              <a:ahLst/>
              <a:cxnLst/>
              <a:rect l="textAreaLeft" t="textAreaTop" r="textAreaRight" b="textAreaBottom"/>
              <a:pathLst>
                <a:path w="1211" h="954">
                  <a:moveTo>
                    <a:pt x="734" y="0"/>
                  </a:moveTo>
                  <a:lnTo>
                    <a:pt x="734" y="37"/>
                  </a:lnTo>
                  <a:lnTo>
                    <a:pt x="477" y="37"/>
                  </a:lnTo>
                  <a:cubicBezTo>
                    <a:pt x="330" y="37"/>
                    <a:pt x="220" y="73"/>
                    <a:pt x="147" y="183"/>
                  </a:cubicBezTo>
                  <a:cubicBezTo>
                    <a:pt x="74" y="257"/>
                    <a:pt x="1" y="367"/>
                    <a:pt x="1" y="477"/>
                  </a:cubicBezTo>
                  <a:cubicBezTo>
                    <a:pt x="1" y="623"/>
                    <a:pt x="37" y="733"/>
                    <a:pt x="147" y="807"/>
                  </a:cubicBezTo>
                  <a:cubicBezTo>
                    <a:pt x="220" y="880"/>
                    <a:pt x="330" y="953"/>
                    <a:pt x="477" y="953"/>
                  </a:cubicBezTo>
                  <a:lnTo>
                    <a:pt x="734" y="953"/>
                  </a:lnTo>
                  <a:cubicBezTo>
                    <a:pt x="844" y="953"/>
                    <a:pt x="990" y="880"/>
                    <a:pt x="1064" y="807"/>
                  </a:cubicBezTo>
                  <a:cubicBezTo>
                    <a:pt x="1174" y="697"/>
                    <a:pt x="1210" y="587"/>
                    <a:pt x="1210" y="477"/>
                  </a:cubicBezTo>
                  <a:cubicBezTo>
                    <a:pt x="1210" y="330"/>
                    <a:pt x="1174" y="220"/>
                    <a:pt x="1064" y="147"/>
                  </a:cubicBezTo>
                  <a:cubicBezTo>
                    <a:pt x="990" y="37"/>
                    <a:pt x="844" y="0"/>
                    <a:pt x="734"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120" bIns="151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1" name="Google Shape;239;p7"/>
            <p:cNvSpPr/>
            <p:nvPr/>
          </p:nvSpPr>
          <p:spPr>
            <a:xfrm rot="20287800">
              <a:off x="6252480" y="1784520"/>
              <a:ext cx="38160" cy="28800"/>
            </a:xfrm>
            <a:custGeom>
              <a:avLst/>
              <a:gdLst>
                <a:gd name="textAreaLeft" fmla="*/ 0 w 38160"/>
                <a:gd name="textAreaRight" fmla="*/ 38520 w 38160"/>
                <a:gd name="textAreaTop" fmla="*/ 0 h 28800"/>
                <a:gd name="textAreaBottom" fmla="*/ 29160 h 28800"/>
              </a:gdLst>
              <a:ahLst/>
              <a:cxnLst/>
              <a:rect l="textAreaLeft" t="textAreaTop" r="textAreaRight" b="textAreaBottom"/>
              <a:pathLst>
                <a:path w="1211" h="918">
                  <a:moveTo>
                    <a:pt x="624" y="1"/>
                  </a:moveTo>
                  <a:cubicBezTo>
                    <a:pt x="0" y="1"/>
                    <a:pt x="0" y="917"/>
                    <a:pt x="624" y="917"/>
                  </a:cubicBezTo>
                  <a:cubicBezTo>
                    <a:pt x="1210" y="917"/>
                    <a:pt x="1210" y="1"/>
                    <a:pt x="624"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2" name="Google Shape;240;p7"/>
            <p:cNvSpPr/>
            <p:nvPr/>
          </p:nvSpPr>
          <p:spPr>
            <a:xfrm rot="20287800">
              <a:off x="6392520" y="1908720"/>
              <a:ext cx="41400" cy="30960"/>
            </a:xfrm>
            <a:custGeom>
              <a:avLst/>
              <a:gdLst>
                <a:gd name="textAreaLeft" fmla="*/ 0 w 41400"/>
                <a:gd name="textAreaRight" fmla="*/ 41760 w 41400"/>
                <a:gd name="textAreaTop" fmla="*/ 0 h 30960"/>
                <a:gd name="textAreaBottom" fmla="*/ 31320 h 30960"/>
              </a:gdLst>
              <a:ahLst/>
              <a:cxnLst/>
              <a:rect l="textAreaLeft" t="textAreaTop" r="textAreaRight" b="textAreaBottom"/>
              <a:pathLst>
                <a:path w="1321" h="991">
                  <a:moveTo>
                    <a:pt x="661" y="1"/>
                  </a:moveTo>
                  <a:cubicBezTo>
                    <a:pt x="1" y="1"/>
                    <a:pt x="1" y="991"/>
                    <a:pt x="661" y="991"/>
                  </a:cubicBezTo>
                  <a:cubicBezTo>
                    <a:pt x="1320" y="991"/>
                    <a:pt x="1320" y="1"/>
                    <a:pt x="66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5480" bIns="15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153" name="Google Shape;241;p7"/>
          <p:cNvGrpSpPr/>
          <p:nvPr/>
        </p:nvGrpSpPr>
        <p:grpSpPr>
          <a:xfrm>
            <a:off x="7882560" y="4107960"/>
            <a:ext cx="861480" cy="954720"/>
            <a:chOff x="7882560" y="4107960"/>
            <a:chExt cx="861480" cy="954720"/>
          </a:xfrm>
        </p:grpSpPr>
        <p:sp>
          <p:nvSpPr>
            <p:cNvPr id="2154" name="Google Shape;242;p7"/>
            <p:cNvSpPr/>
            <p:nvPr/>
          </p:nvSpPr>
          <p:spPr>
            <a:xfrm>
              <a:off x="8244360" y="4519080"/>
              <a:ext cx="27720" cy="20520"/>
            </a:xfrm>
            <a:custGeom>
              <a:avLst/>
              <a:gdLst>
                <a:gd name="textAreaLeft" fmla="*/ 0 w 27720"/>
                <a:gd name="textAreaRight" fmla="*/ 28080 w 27720"/>
                <a:gd name="textAreaTop" fmla="*/ 0 h 20520"/>
                <a:gd name="textAreaBottom" fmla="*/ 20880 h 20520"/>
              </a:gdLst>
              <a:ahLst/>
              <a:cxnLst/>
              <a:rect l="textAreaLeft" t="textAreaTop" r="textAreaRight" b="textAreaBottom"/>
              <a:pathLst>
                <a:path w="588" h="441">
                  <a:moveTo>
                    <a:pt x="294" y="0"/>
                  </a:moveTo>
                  <a:cubicBezTo>
                    <a:pt x="1" y="0"/>
                    <a:pt x="1" y="440"/>
                    <a:pt x="294" y="440"/>
                  </a:cubicBezTo>
                  <a:cubicBezTo>
                    <a:pt x="587" y="440"/>
                    <a:pt x="587" y="0"/>
                    <a:pt x="29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0440" bIns="10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5" name="Google Shape;243;p7"/>
            <p:cNvSpPr/>
            <p:nvPr/>
          </p:nvSpPr>
          <p:spPr>
            <a:xfrm>
              <a:off x="8295120" y="4709880"/>
              <a:ext cx="31320" cy="27720"/>
            </a:xfrm>
            <a:custGeom>
              <a:avLst/>
              <a:gdLst>
                <a:gd name="textAreaLeft" fmla="*/ 0 w 31320"/>
                <a:gd name="textAreaRight" fmla="*/ 31680 w 31320"/>
                <a:gd name="textAreaTop" fmla="*/ 0 h 27720"/>
                <a:gd name="textAreaBottom" fmla="*/ 28080 h 27720"/>
              </a:gdLst>
              <a:ahLst/>
              <a:cxnLst/>
              <a:rect l="textAreaLeft" t="textAreaTop" r="textAreaRight" b="textAreaBottom"/>
              <a:pathLst>
                <a:path w="661" h="587">
                  <a:moveTo>
                    <a:pt x="331" y="0"/>
                  </a:moveTo>
                  <a:cubicBezTo>
                    <a:pt x="1" y="37"/>
                    <a:pt x="1" y="513"/>
                    <a:pt x="331" y="587"/>
                  </a:cubicBezTo>
                  <a:cubicBezTo>
                    <a:pt x="661" y="513"/>
                    <a:pt x="661" y="37"/>
                    <a:pt x="331"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040" bIns="14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6" name="Google Shape;244;p7"/>
            <p:cNvSpPr/>
            <p:nvPr/>
          </p:nvSpPr>
          <p:spPr>
            <a:xfrm>
              <a:off x="8456040" y="4708080"/>
              <a:ext cx="41760" cy="29520"/>
            </a:xfrm>
            <a:custGeom>
              <a:avLst/>
              <a:gdLst>
                <a:gd name="textAreaLeft" fmla="*/ 0 w 41760"/>
                <a:gd name="textAreaRight" fmla="*/ 42120 w 41760"/>
                <a:gd name="textAreaTop" fmla="*/ 0 h 29520"/>
                <a:gd name="textAreaBottom" fmla="*/ 29880 h 29520"/>
              </a:gdLst>
              <a:ahLst/>
              <a:cxnLst/>
              <a:rect l="textAreaLeft" t="textAreaTop" r="textAreaRight" b="textAreaBottom"/>
              <a:pathLst>
                <a:path w="881" h="624">
                  <a:moveTo>
                    <a:pt x="440" y="1"/>
                  </a:moveTo>
                  <a:cubicBezTo>
                    <a:pt x="1" y="1"/>
                    <a:pt x="1" y="624"/>
                    <a:pt x="440" y="624"/>
                  </a:cubicBezTo>
                  <a:cubicBezTo>
                    <a:pt x="880" y="624"/>
                    <a:pt x="880" y="1"/>
                    <a:pt x="440"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7" name="Google Shape;245;p7"/>
            <p:cNvSpPr/>
            <p:nvPr/>
          </p:nvSpPr>
          <p:spPr>
            <a:xfrm>
              <a:off x="8450640" y="4851360"/>
              <a:ext cx="27720" cy="39960"/>
            </a:xfrm>
            <a:custGeom>
              <a:avLst/>
              <a:gdLst>
                <a:gd name="textAreaLeft" fmla="*/ 0 w 27720"/>
                <a:gd name="textAreaRight" fmla="*/ 28080 w 27720"/>
                <a:gd name="textAreaTop" fmla="*/ 0 h 39960"/>
                <a:gd name="textAreaBottom" fmla="*/ 40320 h 39960"/>
              </a:gdLst>
              <a:ahLst/>
              <a:cxnLst/>
              <a:rect l="textAreaLeft" t="textAreaTop" r="textAreaRight" b="textAreaBottom"/>
              <a:pathLst>
                <a:path w="588" h="844">
                  <a:moveTo>
                    <a:pt x="220" y="0"/>
                  </a:moveTo>
                  <a:cubicBezTo>
                    <a:pt x="184" y="0"/>
                    <a:pt x="147" y="37"/>
                    <a:pt x="111" y="74"/>
                  </a:cubicBezTo>
                  <a:lnTo>
                    <a:pt x="74" y="147"/>
                  </a:lnTo>
                  <a:cubicBezTo>
                    <a:pt x="37" y="184"/>
                    <a:pt x="1" y="220"/>
                    <a:pt x="1" y="294"/>
                  </a:cubicBezTo>
                  <a:lnTo>
                    <a:pt x="1" y="550"/>
                  </a:lnTo>
                  <a:cubicBezTo>
                    <a:pt x="1" y="587"/>
                    <a:pt x="1" y="624"/>
                    <a:pt x="37" y="660"/>
                  </a:cubicBezTo>
                  <a:cubicBezTo>
                    <a:pt x="37" y="734"/>
                    <a:pt x="111" y="807"/>
                    <a:pt x="184" y="807"/>
                  </a:cubicBezTo>
                  <a:cubicBezTo>
                    <a:pt x="220" y="844"/>
                    <a:pt x="257" y="844"/>
                    <a:pt x="294" y="844"/>
                  </a:cubicBezTo>
                  <a:lnTo>
                    <a:pt x="367" y="844"/>
                  </a:lnTo>
                  <a:cubicBezTo>
                    <a:pt x="440" y="844"/>
                    <a:pt x="477" y="807"/>
                    <a:pt x="514" y="770"/>
                  </a:cubicBezTo>
                  <a:lnTo>
                    <a:pt x="550" y="697"/>
                  </a:lnTo>
                  <a:cubicBezTo>
                    <a:pt x="587" y="660"/>
                    <a:pt x="587" y="624"/>
                    <a:pt x="587" y="550"/>
                  </a:cubicBezTo>
                  <a:lnTo>
                    <a:pt x="587" y="294"/>
                  </a:lnTo>
                  <a:cubicBezTo>
                    <a:pt x="587" y="257"/>
                    <a:pt x="587" y="220"/>
                    <a:pt x="587" y="184"/>
                  </a:cubicBezTo>
                  <a:cubicBezTo>
                    <a:pt x="550" y="147"/>
                    <a:pt x="550" y="110"/>
                    <a:pt x="514" y="74"/>
                  </a:cubicBezTo>
                  <a:cubicBezTo>
                    <a:pt x="477" y="37"/>
                    <a:pt x="440" y="37"/>
                    <a:pt x="4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8" name="Google Shape;246;p7"/>
            <p:cNvSpPr/>
            <p:nvPr/>
          </p:nvSpPr>
          <p:spPr>
            <a:xfrm>
              <a:off x="8361720" y="4963320"/>
              <a:ext cx="76680" cy="59040"/>
            </a:xfrm>
            <a:custGeom>
              <a:avLst/>
              <a:gdLst>
                <a:gd name="textAreaLeft" fmla="*/ 0 w 76680"/>
                <a:gd name="textAreaRight" fmla="*/ 77040 w 76680"/>
                <a:gd name="textAreaTop" fmla="*/ 0 h 59040"/>
                <a:gd name="textAreaBottom" fmla="*/ 59400 h 59040"/>
              </a:gdLst>
              <a:ahLst/>
              <a:cxnLst/>
              <a:rect l="textAreaLeft" t="textAreaTop" r="textAreaRight" b="textAreaBottom"/>
              <a:pathLst>
                <a:path w="1614" h="1247">
                  <a:moveTo>
                    <a:pt x="807" y="1"/>
                  </a:moveTo>
                  <a:cubicBezTo>
                    <a:pt x="1" y="1"/>
                    <a:pt x="1" y="1247"/>
                    <a:pt x="807" y="1247"/>
                  </a:cubicBezTo>
                  <a:cubicBezTo>
                    <a:pt x="1614" y="1247"/>
                    <a:pt x="1614" y="1"/>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9520" bIns="29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59" name="Google Shape;247;p7"/>
            <p:cNvSpPr/>
            <p:nvPr/>
          </p:nvSpPr>
          <p:spPr>
            <a:xfrm>
              <a:off x="8585640" y="4959720"/>
              <a:ext cx="41760" cy="41760"/>
            </a:xfrm>
            <a:custGeom>
              <a:avLst/>
              <a:gdLst>
                <a:gd name="textAreaLeft" fmla="*/ 0 w 41760"/>
                <a:gd name="textAreaRight" fmla="*/ 42120 w 41760"/>
                <a:gd name="textAreaTop" fmla="*/ 0 h 41760"/>
                <a:gd name="textAreaBottom" fmla="*/ 42120 h 41760"/>
              </a:gdLst>
              <a:ahLst/>
              <a:cxnLst/>
              <a:rect l="textAreaLeft" t="textAreaTop" r="textAreaRight" b="textAreaBottom"/>
              <a:pathLst>
                <a:path w="881" h="881">
                  <a:moveTo>
                    <a:pt x="440" y="0"/>
                  </a:moveTo>
                  <a:cubicBezTo>
                    <a:pt x="0" y="110"/>
                    <a:pt x="0" y="733"/>
                    <a:pt x="440" y="880"/>
                  </a:cubicBezTo>
                  <a:cubicBezTo>
                    <a:pt x="880" y="733"/>
                    <a:pt x="880" y="110"/>
                    <a:pt x="440"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0" name="Google Shape;248;p7"/>
            <p:cNvSpPr/>
            <p:nvPr/>
          </p:nvSpPr>
          <p:spPr>
            <a:xfrm>
              <a:off x="8290080" y="4826880"/>
              <a:ext cx="66240" cy="50400"/>
            </a:xfrm>
            <a:custGeom>
              <a:avLst/>
              <a:gdLst>
                <a:gd name="textAreaLeft" fmla="*/ 0 w 66240"/>
                <a:gd name="textAreaRight" fmla="*/ 66600 w 66240"/>
                <a:gd name="textAreaTop" fmla="*/ 0 h 50400"/>
                <a:gd name="textAreaBottom" fmla="*/ 50760 h 50400"/>
              </a:gdLst>
              <a:ahLst/>
              <a:cxnLst/>
              <a:rect l="textAreaLeft" t="textAreaTop" r="textAreaRight" b="textAreaBottom"/>
              <a:pathLst>
                <a:path w="1393" h="1064">
                  <a:moveTo>
                    <a:pt x="697" y="0"/>
                  </a:moveTo>
                  <a:cubicBezTo>
                    <a:pt x="0" y="0"/>
                    <a:pt x="0" y="1063"/>
                    <a:pt x="697" y="1063"/>
                  </a:cubicBezTo>
                  <a:cubicBezTo>
                    <a:pt x="1393" y="1063"/>
                    <a:pt x="1393" y="0"/>
                    <a:pt x="69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1" name="Google Shape;249;p7"/>
            <p:cNvSpPr/>
            <p:nvPr/>
          </p:nvSpPr>
          <p:spPr>
            <a:xfrm>
              <a:off x="8284680" y="4704480"/>
              <a:ext cx="52200" cy="38160"/>
            </a:xfrm>
            <a:custGeom>
              <a:avLst/>
              <a:gdLst>
                <a:gd name="textAreaLeft" fmla="*/ 0 w 52200"/>
                <a:gd name="textAreaRight" fmla="*/ 52560 w 52200"/>
                <a:gd name="textAreaTop" fmla="*/ 0 h 38160"/>
                <a:gd name="textAreaBottom" fmla="*/ 38520 h 38160"/>
              </a:gdLst>
              <a:ahLst/>
              <a:cxnLst/>
              <a:rect l="textAreaLeft" t="textAreaTop" r="textAreaRight" b="textAreaBottom"/>
              <a:pathLst>
                <a:path w="1100" h="808">
                  <a:moveTo>
                    <a:pt x="584" y="0"/>
                  </a:moveTo>
                  <a:cubicBezTo>
                    <a:pt x="573" y="0"/>
                    <a:pt x="562" y="0"/>
                    <a:pt x="550" y="1"/>
                  </a:cubicBezTo>
                  <a:cubicBezTo>
                    <a:pt x="0" y="1"/>
                    <a:pt x="0" y="808"/>
                    <a:pt x="550" y="808"/>
                  </a:cubicBezTo>
                  <a:cubicBezTo>
                    <a:pt x="1088" y="808"/>
                    <a:pt x="1100" y="0"/>
                    <a:pt x="584"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2" name="Google Shape;250;p7"/>
            <p:cNvSpPr/>
            <p:nvPr/>
          </p:nvSpPr>
          <p:spPr>
            <a:xfrm>
              <a:off x="8195400" y="4487760"/>
              <a:ext cx="55800" cy="54360"/>
            </a:xfrm>
            <a:custGeom>
              <a:avLst/>
              <a:gdLst>
                <a:gd name="textAreaLeft" fmla="*/ 0 w 55800"/>
                <a:gd name="textAreaRight" fmla="*/ 56160 w 55800"/>
                <a:gd name="textAreaTop" fmla="*/ 0 h 54360"/>
                <a:gd name="textAreaBottom" fmla="*/ 54720 h 54360"/>
              </a:gdLst>
              <a:ahLst/>
              <a:cxnLst/>
              <a:rect l="textAreaLeft" t="textAreaTop" r="textAreaRight" b="textAreaBottom"/>
              <a:pathLst>
                <a:path w="1174" h="1145">
                  <a:moveTo>
                    <a:pt x="697" y="1"/>
                  </a:moveTo>
                  <a:cubicBezTo>
                    <a:pt x="660" y="1"/>
                    <a:pt x="633" y="10"/>
                    <a:pt x="610" y="23"/>
                  </a:cubicBezTo>
                  <a:lnTo>
                    <a:pt x="610" y="23"/>
                  </a:lnTo>
                  <a:cubicBezTo>
                    <a:pt x="578" y="25"/>
                    <a:pt x="546" y="29"/>
                    <a:pt x="514" y="37"/>
                  </a:cubicBezTo>
                  <a:cubicBezTo>
                    <a:pt x="477" y="74"/>
                    <a:pt x="440" y="74"/>
                    <a:pt x="367" y="111"/>
                  </a:cubicBezTo>
                  <a:lnTo>
                    <a:pt x="257" y="184"/>
                  </a:lnTo>
                  <a:cubicBezTo>
                    <a:pt x="74" y="257"/>
                    <a:pt x="0" y="441"/>
                    <a:pt x="0" y="624"/>
                  </a:cubicBezTo>
                  <a:cubicBezTo>
                    <a:pt x="0" y="770"/>
                    <a:pt x="37" y="917"/>
                    <a:pt x="147" y="990"/>
                  </a:cubicBezTo>
                  <a:cubicBezTo>
                    <a:pt x="257" y="1100"/>
                    <a:pt x="367" y="1137"/>
                    <a:pt x="514" y="1137"/>
                  </a:cubicBezTo>
                  <a:cubicBezTo>
                    <a:pt x="537" y="1142"/>
                    <a:pt x="561" y="1144"/>
                    <a:pt x="585" y="1144"/>
                  </a:cubicBezTo>
                  <a:cubicBezTo>
                    <a:pt x="743" y="1144"/>
                    <a:pt x="894" y="1040"/>
                    <a:pt x="990" y="880"/>
                  </a:cubicBezTo>
                  <a:lnTo>
                    <a:pt x="1027" y="770"/>
                  </a:lnTo>
                  <a:cubicBezTo>
                    <a:pt x="1064" y="697"/>
                    <a:pt x="1100" y="660"/>
                    <a:pt x="1100" y="624"/>
                  </a:cubicBezTo>
                  <a:cubicBezTo>
                    <a:pt x="1111" y="582"/>
                    <a:pt x="1115" y="543"/>
                    <a:pt x="1115" y="506"/>
                  </a:cubicBezTo>
                  <a:lnTo>
                    <a:pt x="1115" y="506"/>
                  </a:lnTo>
                  <a:cubicBezTo>
                    <a:pt x="1134" y="456"/>
                    <a:pt x="1154" y="407"/>
                    <a:pt x="1174" y="367"/>
                  </a:cubicBezTo>
                  <a:cubicBezTo>
                    <a:pt x="1137" y="257"/>
                    <a:pt x="1100" y="184"/>
                    <a:pt x="1064" y="111"/>
                  </a:cubicBezTo>
                  <a:cubicBezTo>
                    <a:pt x="990" y="37"/>
                    <a:pt x="880" y="1"/>
                    <a:pt x="807"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3" name="Google Shape;251;p7"/>
            <p:cNvSpPr/>
            <p:nvPr/>
          </p:nvSpPr>
          <p:spPr>
            <a:xfrm>
              <a:off x="8073000" y="4625640"/>
              <a:ext cx="57240" cy="39960"/>
            </a:xfrm>
            <a:custGeom>
              <a:avLst/>
              <a:gdLst>
                <a:gd name="textAreaLeft" fmla="*/ 0 w 57240"/>
                <a:gd name="textAreaRight" fmla="*/ 57600 w 57240"/>
                <a:gd name="textAreaTop" fmla="*/ 0 h 39960"/>
                <a:gd name="textAreaBottom" fmla="*/ 40320 h 39960"/>
              </a:gdLst>
              <a:ahLst/>
              <a:cxnLst/>
              <a:rect l="textAreaLeft" t="textAreaTop" r="textAreaRight" b="textAreaBottom"/>
              <a:pathLst>
                <a:path w="1211" h="844">
                  <a:moveTo>
                    <a:pt x="404" y="1"/>
                  </a:moveTo>
                  <a:cubicBezTo>
                    <a:pt x="184" y="1"/>
                    <a:pt x="0" y="184"/>
                    <a:pt x="0" y="440"/>
                  </a:cubicBezTo>
                  <a:cubicBezTo>
                    <a:pt x="0" y="660"/>
                    <a:pt x="184" y="844"/>
                    <a:pt x="404" y="844"/>
                  </a:cubicBezTo>
                  <a:lnTo>
                    <a:pt x="660" y="844"/>
                  </a:lnTo>
                  <a:cubicBezTo>
                    <a:pt x="1210" y="844"/>
                    <a:pt x="1210" y="37"/>
                    <a:pt x="660" y="37"/>
                  </a:cubicBezTo>
                  <a:lnTo>
                    <a:pt x="660" y="1"/>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4" name="Google Shape;252;p7"/>
            <p:cNvSpPr/>
            <p:nvPr/>
          </p:nvSpPr>
          <p:spPr>
            <a:xfrm>
              <a:off x="8067960" y="4426200"/>
              <a:ext cx="41760" cy="25920"/>
            </a:xfrm>
            <a:custGeom>
              <a:avLst/>
              <a:gdLst>
                <a:gd name="textAreaLeft" fmla="*/ 0 w 41760"/>
                <a:gd name="textAreaRight" fmla="*/ 42120 w 41760"/>
                <a:gd name="textAreaTop" fmla="*/ 0 h 25920"/>
                <a:gd name="textAreaBottom" fmla="*/ 26280 h 25920"/>
              </a:gdLst>
              <a:ahLst/>
              <a:cxnLst/>
              <a:rect l="textAreaLeft" t="textAreaTop" r="textAreaRight" b="textAreaBottom"/>
              <a:pathLst>
                <a:path w="881" h="551">
                  <a:moveTo>
                    <a:pt x="514" y="1"/>
                  </a:moveTo>
                  <a:lnTo>
                    <a:pt x="514" y="37"/>
                  </a:lnTo>
                  <a:lnTo>
                    <a:pt x="257" y="37"/>
                  </a:lnTo>
                  <a:cubicBezTo>
                    <a:pt x="242" y="33"/>
                    <a:pt x="226" y="32"/>
                    <a:pt x="212" y="32"/>
                  </a:cubicBezTo>
                  <a:cubicBezTo>
                    <a:pt x="88" y="32"/>
                    <a:pt x="0" y="163"/>
                    <a:pt x="0" y="294"/>
                  </a:cubicBezTo>
                  <a:cubicBezTo>
                    <a:pt x="0" y="404"/>
                    <a:pt x="110" y="514"/>
                    <a:pt x="257" y="550"/>
                  </a:cubicBezTo>
                  <a:lnTo>
                    <a:pt x="514" y="550"/>
                  </a:lnTo>
                  <a:cubicBezTo>
                    <a:pt x="880" y="550"/>
                    <a:pt x="880" y="1"/>
                    <a:pt x="51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5" name="Google Shape;253;p7"/>
            <p:cNvSpPr/>
            <p:nvPr/>
          </p:nvSpPr>
          <p:spPr>
            <a:xfrm>
              <a:off x="7966440" y="4254840"/>
              <a:ext cx="45000" cy="36360"/>
            </a:xfrm>
            <a:custGeom>
              <a:avLst/>
              <a:gdLst>
                <a:gd name="textAreaLeft" fmla="*/ 0 w 45000"/>
                <a:gd name="textAreaRight" fmla="*/ 45360 w 45000"/>
                <a:gd name="textAreaTop" fmla="*/ 0 h 36360"/>
                <a:gd name="textAreaBottom" fmla="*/ 36720 h 36360"/>
              </a:gdLst>
              <a:ahLst/>
              <a:cxnLst/>
              <a:rect l="textAreaLeft" t="textAreaTop" r="textAreaRight" b="textAreaBottom"/>
              <a:pathLst>
                <a:path w="954" h="770">
                  <a:moveTo>
                    <a:pt x="477" y="0"/>
                  </a:moveTo>
                  <a:cubicBezTo>
                    <a:pt x="0" y="37"/>
                    <a:pt x="0" y="733"/>
                    <a:pt x="477" y="770"/>
                  </a:cubicBezTo>
                  <a:cubicBezTo>
                    <a:pt x="953" y="733"/>
                    <a:pt x="953" y="37"/>
                    <a:pt x="47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6" name="Google Shape;254;p7"/>
            <p:cNvSpPr/>
            <p:nvPr/>
          </p:nvSpPr>
          <p:spPr>
            <a:xfrm>
              <a:off x="7882560" y="4107960"/>
              <a:ext cx="57240" cy="46800"/>
            </a:xfrm>
            <a:custGeom>
              <a:avLst/>
              <a:gdLst>
                <a:gd name="textAreaLeft" fmla="*/ 0 w 57240"/>
                <a:gd name="textAreaRight" fmla="*/ 57600 w 57240"/>
                <a:gd name="textAreaTop" fmla="*/ 0 h 46800"/>
                <a:gd name="textAreaBottom" fmla="*/ 47160 h 46800"/>
              </a:gdLst>
              <a:ahLst/>
              <a:cxnLst/>
              <a:rect l="textAreaLeft" t="textAreaTop" r="textAreaRight" b="textAreaBottom"/>
              <a:pathLst>
                <a:path w="1211" h="991">
                  <a:moveTo>
                    <a:pt x="624" y="1"/>
                  </a:moveTo>
                  <a:cubicBezTo>
                    <a:pt x="1" y="74"/>
                    <a:pt x="1" y="917"/>
                    <a:pt x="624" y="991"/>
                  </a:cubicBezTo>
                  <a:cubicBezTo>
                    <a:pt x="1210" y="917"/>
                    <a:pt x="1210" y="74"/>
                    <a:pt x="624"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23400" bIns="23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67" name="Google Shape;255;p7"/>
            <p:cNvSpPr/>
            <p:nvPr/>
          </p:nvSpPr>
          <p:spPr>
            <a:xfrm>
              <a:off x="8699040" y="5026320"/>
              <a:ext cx="45000" cy="36360"/>
            </a:xfrm>
            <a:custGeom>
              <a:avLst/>
              <a:gdLst>
                <a:gd name="textAreaLeft" fmla="*/ 0 w 45000"/>
                <a:gd name="textAreaRight" fmla="*/ 45360 w 45000"/>
                <a:gd name="textAreaTop" fmla="*/ 0 h 36360"/>
                <a:gd name="textAreaBottom" fmla="*/ 36720 h 36360"/>
              </a:gdLst>
              <a:ahLst/>
              <a:cxnLst/>
              <a:rect l="textAreaLeft" t="textAreaTop" r="textAreaRight" b="textAreaBottom"/>
              <a:pathLst>
                <a:path w="954" h="771">
                  <a:moveTo>
                    <a:pt x="477" y="0"/>
                  </a:moveTo>
                  <a:cubicBezTo>
                    <a:pt x="0" y="37"/>
                    <a:pt x="0" y="733"/>
                    <a:pt x="477" y="770"/>
                  </a:cubicBezTo>
                  <a:cubicBezTo>
                    <a:pt x="953" y="733"/>
                    <a:pt x="953" y="37"/>
                    <a:pt x="477" y="0"/>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18360" bIns="18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68" name="Google Shape;256;p7"/>
          <p:cNvSpPr/>
          <p:nvPr/>
        </p:nvSpPr>
        <p:spPr>
          <a:xfrm>
            <a:off x="-57960" y="438840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9" name="Google Shape;257;p7"/>
          <p:cNvSpPr/>
          <p:nvPr/>
        </p:nvSpPr>
        <p:spPr>
          <a:xfrm>
            <a:off x="-91080" y="4040280"/>
            <a:ext cx="741600" cy="1079280"/>
          </a:xfrm>
          <a:custGeom>
            <a:avLst/>
            <a:gdLst>
              <a:gd name="textAreaLeft" fmla="*/ 0 w 741600"/>
              <a:gd name="textAreaRight" fmla="*/ 741960 w 741600"/>
              <a:gd name="textAreaTop" fmla="*/ 0 h 1079280"/>
              <a:gd name="textAreaBottom" fmla="*/ 1079640 h 1079280"/>
            </a:gdLst>
            <a:ahLst/>
            <a:cxnLst/>
            <a:rect l="textAreaLeft" t="textAreaTop" r="textAreaRight" b="textAreaBottom"/>
            <a:pathLst>
              <a:path w="24709" h="35962">
                <a:moveTo>
                  <a:pt x="20466" y="0"/>
                </a:moveTo>
                <a:cubicBezTo>
                  <a:pt x="12438" y="0"/>
                  <a:pt x="4856" y="4425"/>
                  <a:pt x="0" y="10778"/>
                </a:cubicBezTo>
                <a:lnTo>
                  <a:pt x="0" y="35962"/>
                </a:lnTo>
                <a:lnTo>
                  <a:pt x="9605" y="35962"/>
                </a:lnTo>
                <a:cubicBezTo>
                  <a:pt x="8469" y="31599"/>
                  <a:pt x="8285" y="27091"/>
                  <a:pt x="9568" y="22838"/>
                </a:cubicBezTo>
                <a:cubicBezTo>
                  <a:pt x="11468" y="16504"/>
                  <a:pt x="17355" y="11116"/>
                  <a:pt x="23887" y="11116"/>
                </a:cubicBezTo>
                <a:cubicBezTo>
                  <a:pt x="24160" y="11116"/>
                  <a:pt x="24433" y="11125"/>
                  <a:pt x="24708" y="11144"/>
                </a:cubicBezTo>
                <a:cubicBezTo>
                  <a:pt x="22985" y="7552"/>
                  <a:pt x="21592" y="3813"/>
                  <a:pt x="20566" y="0"/>
                </a:cubicBezTo>
                <a:cubicBezTo>
                  <a:pt x="20533" y="0"/>
                  <a:pt x="20500" y="0"/>
                  <a:pt x="20466"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170" name="Google Shape;258;p7"/>
          <p:cNvGrpSpPr/>
          <p:nvPr/>
        </p:nvGrpSpPr>
        <p:grpSpPr>
          <a:xfrm>
            <a:off x="-605880" y="3025080"/>
            <a:ext cx="1395000" cy="1361520"/>
            <a:chOff x="-605880" y="3025080"/>
            <a:chExt cx="1395000" cy="1361520"/>
          </a:xfrm>
        </p:grpSpPr>
        <p:sp>
          <p:nvSpPr>
            <p:cNvPr id="2171" name="Google Shape;259;p7"/>
            <p:cNvSpPr/>
            <p:nvPr/>
          </p:nvSpPr>
          <p:spPr>
            <a:xfrm rot="3361800">
              <a:off x="-373680" y="317808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2" name="Google Shape;260;p7"/>
            <p:cNvSpPr/>
            <p:nvPr/>
          </p:nvSpPr>
          <p:spPr>
            <a:xfrm rot="3361800">
              <a:off x="297360" y="363636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3" name="Google Shape;261;p7"/>
            <p:cNvSpPr/>
            <p:nvPr/>
          </p:nvSpPr>
          <p:spPr>
            <a:xfrm rot="3361800">
              <a:off x="269280" y="367776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4" name="Google Shape;262;p7"/>
            <p:cNvSpPr/>
            <p:nvPr/>
          </p:nvSpPr>
          <p:spPr>
            <a:xfrm rot="3361800">
              <a:off x="-16920" y="363168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5" name="Google Shape;263;p7"/>
            <p:cNvSpPr/>
            <p:nvPr/>
          </p:nvSpPr>
          <p:spPr>
            <a:xfrm rot="3361800">
              <a:off x="201240" y="378972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6" name="Google Shape;264;p7"/>
            <p:cNvSpPr/>
            <p:nvPr/>
          </p:nvSpPr>
          <p:spPr>
            <a:xfrm rot="3361800">
              <a:off x="322560" y="319248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177" name="Google Shape;265;p7"/>
          <p:cNvSpPr/>
          <p:nvPr/>
        </p:nvSpPr>
        <p:spPr>
          <a:xfrm rot="17029800">
            <a:off x="-893880" y="893520"/>
            <a:ext cx="2346840" cy="345960"/>
          </a:xfrm>
          <a:custGeom>
            <a:avLst/>
            <a:gdLst>
              <a:gd name="textAreaLeft" fmla="*/ 0 w 2346840"/>
              <a:gd name="textAreaRight" fmla="*/ 2347200 w 2346840"/>
              <a:gd name="textAreaTop" fmla="*/ 0 h 345960"/>
              <a:gd name="textAreaBottom" fmla="*/ 346320 h 345960"/>
            </a:gdLst>
            <a:ahLst/>
            <a:cxnLst/>
            <a:rect l="textAreaLeft" t="textAreaTop" r="textAreaRight" b="textAreaBottom"/>
            <a:pathLst>
              <a:path w="93882" h="13858" fill="none">
                <a:moveTo>
                  <a:pt x="0" y="1"/>
                </a:moveTo>
                <a:cubicBezTo>
                  <a:pt x="6195" y="3667"/>
                  <a:pt x="11217" y="9678"/>
                  <a:pt x="18219" y="11401"/>
                </a:cubicBezTo>
                <a:cubicBezTo>
                  <a:pt x="27970" y="13857"/>
                  <a:pt x="37501" y="7186"/>
                  <a:pt x="47362" y="5243"/>
                </a:cubicBezTo>
                <a:cubicBezTo>
                  <a:pt x="54291" y="3886"/>
                  <a:pt x="61439" y="4876"/>
                  <a:pt x="67781" y="7992"/>
                </a:cubicBezTo>
                <a:cubicBezTo>
                  <a:pt x="71044" y="9642"/>
                  <a:pt x="74233" y="11878"/>
                  <a:pt x="77862" y="12061"/>
                </a:cubicBezTo>
                <a:cubicBezTo>
                  <a:pt x="83911" y="12318"/>
                  <a:pt x="88529" y="6892"/>
                  <a:pt x="93882" y="4106"/>
                </a:cubicBezTo>
              </a:path>
            </a:pathLst>
          </a:custGeom>
          <a:solidFill>
            <a:schemeClr val="accent1"/>
          </a:solidFill>
          <a:ln w="19050">
            <a:solidFill>
              <a:srgbClr val="647766"/>
            </a:solidFill>
            <a:miter/>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8" name="Google Shape;266;p7"/>
          <p:cNvSpPr/>
          <p:nvPr/>
        </p:nvSpPr>
        <p:spPr>
          <a:xfrm rot="5721600">
            <a:off x="-601200" y="576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79" name="Google Shape;267;p7"/>
          <p:cNvSpPr/>
          <p:nvPr/>
        </p:nvSpPr>
        <p:spPr>
          <a:xfrm rot="9557400">
            <a:off x="4463640" y="-25164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accent2"/>
        </a:solidFill>
        <a:effectLst/>
      </p:bgPr>
    </p:bg>
    <p:spTree>
      <p:nvGrpSpPr>
        <p:cNvPr id="1" name=""/>
        <p:cNvGrpSpPr/>
        <p:nvPr/>
      </p:nvGrpSpPr>
      <p:grpSpPr>
        <a:xfrm>
          <a:off x="0" y="0"/>
          <a:ext cx="0" cy="0"/>
          <a:chOff x="0" y="0"/>
          <a:chExt cx="0" cy="0"/>
        </a:xfrm>
      </p:grpSpPr>
      <p:sp>
        <p:nvSpPr>
          <p:cNvPr id="2241" name="Google Shape;331;p9"/>
          <p:cNvSpPr/>
          <p:nvPr/>
        </p:nvSpPr>
        <p:spPr>
          <a:xfrm rot="5721600">
            <a:off x="-318240" y="147600"/>
            <a:ext cx="1319400" cy="783360"/>
          </a:xfrm>
          <a:custGeom>
            <a:avLst/>
            <a:gdLst>
              <a:gd name="textAreaLeft" fmla="*/ 0 w 1319400"/>
              <a:gd name="textAreaRight" fmla="*/ 1319760 w 1319400"/>
              <a:gd name="textAreaTop" fmla="*/ 0 h 783360"/>
              <a:gd name="textAreaBottom" fmla="*/ 783720 h 78336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2" name="PlaceHolder 1"/>
          <p:cNvSpPr>
            <a:spLocks noGrp="1"/>
          </p:cNvSpPr>
          <p:nvPr>
            <p:ph type="title"/>
          </p:nvPr>
        </p:nvSpPr>
        <p:spPr>
          <a:xfrm>
            <a:off x="1165320" y="1125000"/>
            <a:ext cx="3454920" cy="1101600"/>
          </a:xfrm>
          <a:prstGeom prst="rect">
            <a:avLst/>
          </a:prstGeom>
          <a:noFill/>
          <a:ln w="0">
            <a:noFill/>
          </a:ln>
        </p:spPr>
        <p:txBody>
          <a:bodyPr lIns="91440" tIns="91440" rIns="91440" bIns="91440" anchor="t">
            <a:noAutofit/>
          </a:bodyPr>
          <a:lstStyle/>
          <a:p>
            <a:pPr indent="0">
              <a:buNone/>
            </a:pPr>
            <a:r>
              <a:rPr lang="fr-FR" sz="5500" b="0" u="none" strike="noStrike">
                <a:solidFill>
                  <a:schemeClr val="dk1"/>
                </a:solidFill>
                <a:effectLst/>
                <a:uFillTx/>
                <a:latin typeface="Arial"/>
              </a:rPr>
              <a:t>Click to edit the title text format</a:t>
            </a:r>
          </a:p>
        </p:txBody>
      </p:sp>
      <p:grpSp>
        <p:nvGrpSpPr>
          <p:cNvPr id="2243" name="Google Shape;334;p9"/>
          <p:cNvGrpSpPr/>
          <p:nvPr/>
        </p:nvGrpSpPr>
        <p:grpSpPr>
          <a:xfrm>
            <a:off x="7649280" y="145440"/>
            <a:ext cx="1386360" cy="672120"/>
            <a:chOff x="7649280" y="145440"/>
            <a:chExt cx="1386360" cy="672120"/>
          </a:xfrm>
        </p:grpSpPr>
        <p:sp>
          <p:nvSpPr>
            <p:cNvPr id="2244" name="Google Shape;335;p9"/>
            <p:cNvSpPr/>
            <p:nvPr/>
          </p:nvSpPr>
          <p:spPr>
            <a:xfrm rot="18606600">
              <a:off x="8128080" y="283680"/>
              <a:ext cx="48600" cy="45360"/>
            </a:xfrm>
            <a:custGeom>
              <a:avLst/>
              <a:gdLst>
                <a:gd name="textAreaLeft" fmla="*/ 0 w 48600"/>
                <a:gd name="textAreaRight" fmla="*/ 48960 w 48600"/>
                <a:gd name="textAreaTop" fmla="*/ 0 h 45360"/>
                <a:gd name="textAreaBottom" fmla="*/ 45720 h 45360"/>
              </a:gdLst>
              <a:ahLst/>
              <a:cxnLst/>
              <a:rect l="textAreaLeft" t="textAreaTop" r="textAreaRight" b="textAreaBottom"/>
              <a:pathLst>
                <a:path w="1137" h="1064">
                  <a:moveTo>
                    <a:pt x="184" y="587"/>
                  </a:moveTo>
                  <a:cubicBezTo>
                    <a:pt x="184" y="672"/>
                    <a:pt x="200" y="750"/>
                    <a:pt x="230" y="816"/>
                  </a:cubicBezTo>
                  <a:lnTo>
                    <a:pt x="230" y="816"/>
                  </a:lnTo>
                  <a:lnTo>
                    <a:pt x="220" y="807"/>
                  </a:lnTo>
                  <a:lnTo>
                    <a:pt x="184" y="697"/>
                  </a:lnTo>
                  <a:lnTo>
                    <a:pt x="184" y="587"/>
                  </a:lnTo>
                  <a:close/>
                  <a:moveTo>
                    <a:pt x="880" y="807"/>
                  </a:moveTo>
                  <a:lnTo>
                    <a:pt x="807" y="917"/>
                  </a:lnTo>
                  <a:lnTo>
                    <a:pt x="784" y="924"/>
                  </a:lnTo>
                  <a:lnTo>
                    <a:pt x="784" y="924"/>
                  </a:lnTo>
                  <a:cubicBezTo>
                    <a:pt x="820" y="891"/>
                    <a:pt x="850" y="852"/>
                    <a:pt x="880" y="807"/>
                  </a:cubicBezTo>
                  <a:close/>
                  <a:moveTo>
                    <a:pt x="657" y="1004"/>
                  </a:moveTo>
                  <a:lnTo>
                    <a:pt x="624" y="1027"/>
                  </a:lnTo>
                  <a:lnTo>
                    <a:pt x="587" y="1027"/>
                  </a:lnTo>
                  <a:cubicBezTo>
                    <a:pt x="613" y="1020"/>
                    <a:pt x="636" y="1013"/>
                    <a:pt x="657" y="1004"/>
                  </a:cubicBezTo>
                  <a:close/>
                  <a:moveTo>
                    <a:pt x="587" y="0"/>
                  </a:moveTo>
                  <a:cubicBezTo>
                    <a:pt x="440" y="0"/>
                    <a:pt x="257" y="74"/>
                    <a:pt x="147" y="147"/>
                  </a:cubicBezTo>
                  <a:cubicBezTo>
                    <a:pt x="110" y="220"/>
                    <a:pt x="37" y="294"/>
                    <a:pt x="37" y="404"/>
                  </a:cubicBezTo>
                  <a:cubicBezTo>
                    <a:pt x="0" y="477"/>
                    <a:pt x="0" y="587"/>
                    <a:pt x="37" y="697"/>
                  </a:cubicBezTo>
                  <a:cubicBezTo>
                    <a:pt x="37" y="807"/>
                    <a:pt x="110" y="917"/>
                    <a:pt x="220" y="953"/>
                  </a:cubicBezTo>
                  <a:cubicBezTo>
                    <a:pt x="293" y="1002"/>
                    <a:pt x="381" y="1034"/>
                    <a:pt x="464" y="1040"/>
                  </a:cubicBezTo>
                  <a:lnTo>
                    <a:pt x="464" y="1040"/>
                  </a:lnTo>
                  <a:cubicBezTo>
                    <a:pt x="491" y="1050"/>
                    <a:pt x="520" y="1058"/>
                    <a:pt x="550" y="1063"/>
                  </a:cubicBezTo>
                  <a:cubicBezTo>
                    <a:pt x="660" y="1063"/>
                    <a:pt x="770" y="1063"/>
                    <a:pt x="844" y="990"/>
                  </a:cubicBezTo>
                  <a:cubicBezTo>
                    <a:pt x="953" y="953"/>
                    <a:pt x="1027" y="843"/>
                    <a:pt x="1063" y="733"/>
                  </a:cubicBezTo>
                  <a:lnTo>
                    <a:pt x="1137" y="660"/>
                  </a:lnTo>
                  <a:cubicBezTo>
                    <a:pt x="1137" y="587"/>
                    <a:pt x="1137" y="477"/>
                    <a:pt x="1137" y="404"/>
                  </a:cubicBezTo>
                  <a:cubicBezTo>
                    <a:pt x="1100" y="294"/>
                    <a:pt x="1063" y="220"/>
                    <a:pt x="990" y="184"/>
                  </a:cubicBezTo>
                  <a:cubicBezTo>
                    <a:pt x="880" y="74"/>
                    <a:pt x="734" y="0"/>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5" name="Google Shape;336;p9"/>
            <p:cNvSpPr/>
            <p:nvPr/>
          </p:nvSpPr>
          <p:spPr>
            <a:xfrm rot="18606600">
              <a:off x="8023680" y="296280"/>
              <a:ext cx="39240" cy="31320"/>
            </a:xfrm>
            <a:custGeom>
              <a:avLst/>
              <a:gdLst>
                <a:gd name="textAreaLeft" fmla="*/ 0 w 39240"/>
                <a:gd name="textAreaRight" fmla="*/ 39600 w 39240"/>
                <a:gd name="textAreaTop" fmla="*/ 0 h 31320"/>
                <a:gd name="textAreaBottom" fmla="*/ 31680 h 31320"/>
              </a:gdLst>
              <a:ahLst/>
              <a:cxnLst/>
              <a:rect l="textAreaLeft" t="textAreaTop" r="textAreaRight" b="textAreaBottom"/>
              <a:pathLst>
                <a:path w="917" h="734">
                  <a:moveTo>
                    <a:pt x="477" y="0"/>
                  </a:moveTo>
                  <a:cubicBezTo>
                    <a:pt x="0" y="37"/>
                    <a:pt x="0" y="697"/>
                    <a:pt x="477" y="733"/>
                  </a:cubicBezTo>
                  <a:cubicBezTo>
                    <a:pt x="917" y="697"/>
                    <a:pt x="917" y="37"/>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6" name="Google Shape;337;p9"/>
            <p:cNvSpPr/>
            <p:nvPr/>
          </p:nvSpPr>
          <p:spPr>
            <a:xfrm rot="18606600">
              <a:off x="8019360" y="154440"/>
              <a:ext cx="40680" cy="34560"/>
            </a:xfrm>
            <a:custGeom>
              <a:avLst/>
              <a:gdLst>
                <a:gd name="textAreaLeft" fmla="*/ 0 w 40680"/>
                <a:gd name="textAreaRight" fmla="*/ 41040 w 40680"/>
                <a:gd name="textAreaTop" fmla="*/ 0 h 34560"/>
                <a:gd name="textAreaBottom" fmla="*/ 34920 h 34560"/>
              </a:gdLst>
              <a:ahLst/>
              <a:cxnLst/>
              <a:rect l="textAreaLeft" t="textAreaTop" r="textAreaRight" b="textAreaBottom"/>
              <a:pathLst>
                <a:path w="954" h="808">
                  <a:moveTo>
                    <a:pt x="477" y="1"/>
                  </a:moveTo>
                  <a:cubicBezTo>
                    <a:pt x="1" y="74"/>
                    <a:pt x="1" y="734"/>
                    <a:pt x="477" y="807"/>
                  </a:cubicBezTo>
                  <a:cubicBezTo>
                    <a:pt x="954" y="734"/>
                    <a:pt x="954" y="74"/>
                    <a:pt x="47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7" name="Google Shape;338;p9"/>
            <p:cNvSpPr/>
            <p:nvPr/>
          </p:nvSpPr>
          <p:spPr>
            <a:xfrm rot="18606600">
              <a:off x="7824600" y="266040"/>
              <a:ext cx="36000" cy="26640"/>
            </a:xfrm>
            <a:custGeom>
              <a:avLst/>
              <a:gdLst>
                <a:gd name="textAreaLeft" fmla="*/ 0 w 36000"/>
                <a:gd name="textAreaRight" fmla="*/ 36360 w 36000"/>
                <a:gd name="textAreaTop" fmla="*/ 0 h 26640"/>
                <a:gd name="textAreaBottom" fmla="*/ 27000 h 26640"/>
              </a:gdLst>
              <a:ahLst/>
              <a:cxnLst/>
              <a:rect l="textAreaLeft" t="textAreaTop" r="textAreaRight" b="textAreaBottom"/>
              <a:pathLst>
                <a:path w="844" h="624">
                  <a:moveTo>
                    <a:pt x="441" y="0"/>
                  </a:moveTo>
                  <a:cubicBezTo>
                    <a:pt x="1" y="0"/>
                    <a:pt x="1" y="623"/>
                    <a:pt x="441" y="623"/>
                  </a:cubicBezTo>
                  <a:cubicBezTo>
                    <a:pt x="844" y="623"/>
                    <a:pt x="844" y="0"/>
                    <a:pt x="4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8" name="Google Shape;339;p9"/>
            <p:cNvSpPr/>
            <p:nvPr/>
          </p:nvSpPr>
          <p:spPr>
            <a:xfrm rot="18606600">
              <a:off x="7654680" y="214920"/>
              <a:ext cx="55080" cy="40680"/>
            </a:xfrm>
            <a:custGeom>
              <a:avLst/>
              <a:gdLst>
                <a:gd name="textAreaLeft" fmla="*/ 0 w 55080"/>
                <a:gd name="textAreaRight" fmla="*/ 55440 w 55080"/>
                <a:gd name="textAreaTop" fmla="*/ 0 h 40680"/>
                <a:gd name="textAreaBottom" fmla="*/ 41040 h 40680"/>
              </a:gdLst>
              <a:ahLst/>
              <a:cxnLst/>
              <a:rect l="textAreaLeft" t="textAreaTop" r="textAreaRight" b="textAreaBottom"/>
              <a:pathLst>
                <a:path w="1284" h="954">
                  <a:moveTo>
                    <a:pt x="624" y="1"/>
                  </a:moveTo>
                  <a:cubicBezTo>
                    <a:pt x="1" y="1"/>
                    <a:pt x="1" y="954"/>
                    <a:pt x="624" y="954"/>
                  </a:cubicBezTo>
                  <a:cubicBezTo>
                    <a:pt x="1284" y="954"/>
                    <a:pt x="1284" y="1"/>
                    <a:pt x="62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9" name="Google Shape;340;p9"/>
            <p:cNvSpPr/>
            <p:nvPr/>
          </p:nvSpPr>
          <p:spPr>
            <a:xfrm rot="18606600">
              <a:off x="8359560" y="335520"/>
              <a:ext cx="50400" cy="42480"/>
            </a:xfrm>
            <a:custGeom>
              <a:avLst/>
              <a:gdLst>
                <a:gd name="textAreaLeft" fmla="*/ 0 w 50400"/>
                <a:gd name="textAreaRight" fmla="*/ 50760 w 50400"/>
                <a:gd name="textAreaTop" fmla="*/ 0 h 42480"/>
                <a:gd name="textAreaBottom" fmla="*/ 42840 h 42480"/>
              </a:gdLst>
              <a:ahLst/>
              <a:cxnLst/>
              <a:rect l="textAreaLeft" t="textAreaTop" r="textAreaRight" b="textAreaBottom"/>
              <a:pathLst>
                <a:path w="1174" h="991">
                  <a:moveTo>
                    <a:pt x="587" y="0"/>
                  </a:moveTo>
                  <a:cubicBezTo>
                    <a:pt x="0" y="74"/>
                    <a:pt x="0" y="954"/>
                    <a:pt x="587" y="990"/>
                  </a:cubicBezTo>
                  <a:cubicBezTo>
                    <a:pt x="1173" y="954"/>
                    <a:pt x="1173" y="74"/>
                    <a:pt x="58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0" name="Google Shape;341;p9"/>
            <p:cNvSpPr/>
            <p:nvPr/>
          </p:nvSpPr>
          <p:spPr>
            <a:xfrm rot="18606600">
              <a:off x="8312760" y="554760"/>
              <a:ext cx="53280" cy="53280"/>
            </a:xfrm>
            <a:custGeom>
              <a:avLst/>
              <a:gdLst>
                <a:gd name="textAreaLeft" fmla="*/ 0 w 53280"/>
                <a:gd name="textAreaRight" fmla="*/ 53640 w 53280"/>
                <a:gd name="textAreaTop" fmla="*/ 0 h 53280"/>
                <a:gd name="textAreaBottom" fmla="*/ 53640 h 53280"/>
              </a:gdLst>
              <a:ahLst/>
              <a:cxnLst/>
              <a:rect l="textAreaLeft" t="textAreaTop" r="textAreaRight" b="textAreaBottom"/>
              <a:pathLst>
                <a:path w="1247" h="1248">
                  <a:moveTo>
                    <a:pt x="587" y="1"/>
                  </a:moveTo>
                  <a:cubicBezTo>
                    <a:pt x="477" y="38"/>
                    <a:pt x="403" y="74"/>
                    <a:pt x="330" y="148"/>
                  </a:cubicBezTo>
                  <a:cubicBezTo>
                    <a:pt x="293" y="184"/>
                    <a:pt x="257" y="221"/>
                    <a:pt x="220" y="257"/>
                  </a:cubicBezTo>
                  <a:cubicBezTo>
                    <a:pt x="183" y="294"/>
                    <a:pt x="110" y="367"/>
                    <a:pt x="110" y="404"/>
                  </a:cubicBezTo>
                  <a:cubicBezTo>
                    <a:pt x="55" y="477"/>
                    <a:pt x="28" y="551"/>
                    <a:pt x="19" y="624"/>
                  </a:cubicBezTo>
                  <a:lnTo>
                    <a:pt x="19" y="624"/>
                  </a:lnTo>
                  <a:lnTo>
                    <a:pt x="0" y="661"/>
                  </a:lnTo>
                  <a:cubicBezTo>
                    <a:pt x="0" y="697"/>
                    <a:pt x="0" y="771"/>
                    <a:pt x="0" y="844"/>
                  </a:cubicBezTo>
                  <a:cubicBezTo>
                    <a:pt x="0" y="917"/>
                    <a:pt x="74" y="1027"/>
                    <a:pt x="147" y="1101"/>
                  </a:cubicBezTo>
                  <a:cubicBezTo>
                    <a:pt x="183" y="1174"/>
                    <a:pt x="257" y="1211"/>
                    <a:pt x="330" y="1247"/>
                  </a:cubicBezTo>
                  <a:cubicBezTo>
                    <a:pt x="440" y="1247"/>
                    <a:pt x="530" y="1247"/>
                    <a:pt x="614" y="1216"/>
                  </a:cubicBezTo>
                  <a:lnTo>
                    <a:pt x="614" y="1216"/>
                  </a:lnTo>
                  <a:cubicBezTo>
                    <a:pt x="685" y="1203"/>
                    <a:pt x="751" y="1175"/>
                    <a:pt x="807" y="1137"/>
                  </a:cubicBezTo>
                  <a:cubicBezTo>
                    <a:pt x="880" y="1101"/>
                    <a:pt x="917" y="1064"/>
                    <a:pt x="990" y="1027"/>
                  </a:cubicBezTo>
                  <a:cubicBezTo>
                    <a:pt x="1027" y="991"/>
                    <a:pt x="1063" y="954"/>
                    <a:pt x="1100" y="917"/>
                  </a:cubicBezTo>
                  <a:cubicBezTo>
                    <a:pt x="1173" y="807"/>
                    <a:pt x="1247" y="661"/>
                    <a:pt x="1247" y="551"/>
                  </a:cubicBezTo>
                  <a:cubicBezTo>
                    <a:pt x="1247" y="221"/>
                    <a:pt x="990" y="1"/>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6640" bIns="266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1" name="Google Shape;342;p9"/>
            <p:cNvSpPr/>
            <p:nvPr/>
          </p:nvSpPr>
          <p:spPr>
            <a:xfrm rot="18606600">
              <a:off x="8505360" y="470160"/>
              <a:ext cx="51840" cy="39240"/>
            </a:xfrm>
            <a:custGeom>
              <a:avLst/>
              <a:gdLst>
                <a:gd name="textAreaLeft" fmla="*/ 0 w 51840"/>
                <a:gd name="textAreaRight" fmla="*/ 52200 w 51840"/>
                <a:gd name="textAreaTop" fmla="*/ 0 h 39240"/>
                <a:gd name="textAreaBottom" fmla="*/ 39600 h 39240"/>
              </a:gdLst>
              <a:ahLst/>
              <a:cxnLst/>
              <a:rect l="textAreaLeft" t="textAreaTop" r="textAreaRight" b="textAreaBottom"/>
              <a:pathLst>
                <a:path w="1210" h="917">
                  <a:moveTo>
                    <a:pt x="513" y="0"/>
                  </a:moveTo>
                  <a:cubicBezTo>
                    <a:pt x="367" y="0"/>
                    <a:pt x="257" y="74"/>
                    <a:pt x="183" y="147"/>
                  </a:cubicBezTo>
                  <a:cubicBezTo>
                    <a:pt x="0" y="330"/>
                    <a:pt x="0" y="624"/>
                    <a:pt x="183" y="770"/>
                  </a:cubicBezTo>
                  <a:cubicBezTo>
                    <a:pt x="257" y="880"/>
                    <a:pt x="367" y="917"/>
                    <a:pt x="513" y="917"/>
                  </a:cubicBezTo>
                  <a:lnTo>
                    <a:pt x="770" y="880"/>
                  </a:lnTo>
                  <a:cubicBezTo>
                    <a:pt x="880" y="880"/>
                    <a:pt x="990" y="843"/>
                    <a:pt x="1063" y="770"/>
                  </a:cubicBezTo>
                  <a:cubicBezTo>
                    <a:pt x="1137" y="697"/>
                    <a:pt x="1173" y="587"/>
                    <a:pt x="1210" y="477"/>
                  </a:cubicBezTo>
                  <a:cubicBezTo>
                    <a:pt x="1173" y="367"/>
                    <a:pt x="1137" y="257"/>
                    <a:pt x="1063" y="184"/>
                  </a:cubicBezTo>
                  <a:lnTo>
                    <a:pt x="990" y="110"/>
                  </a:lnTo>
                  <a:cubicBezTo>
                    <a:pt x="917" y="74"/>
                    <a:pt x="843" y="37"/>
                    <a:pt x="770" y="37"/>
                  </a:cubicBezTo>
                  <a:lnTo>
                    <a:pt x="5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800" bIns="19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2" name="Google Shape;343;p9"/>
            <p:cNvSpPr/>
            <p:nvPr/>
          </p:nvSpPr>
          <p:spPr>
            <a:xfrm rot="18606600">
              <a:off x="8509680" y="676080"/>
              <a:ext cx="57960" cy="43920"/>
            </a:xfrm>
            <a:custGeom>
              <a:avLst/>
              <a:gdLst>
                <a:gd name="textAreaLeft" fmla="*/ 0 w 57960"/>
                <a:gd name="textAreaRight" fmla="*/ 58320 w 57960"/>
                <a:gd name="textAreaTop" fmla="*/ 0 h 43920"/>
                <a:gd name="textAreaBottom" fmla="*/ 44280 h 43920"/>
              </a:gdLst>
              <a:ahLst/>
              <a:cxnLst/>
              <a:rect l="textAreaLeft" t="textAreaTop" r="textAreaRight" b="textAreaBottom"/>
              <a:pathLst>
                <a:path w="1357" h="1028">
                  <a:moveTo>
                    <a:pt x="660" y="1"/>
                  </a:moveTo>
                  <a:cubicBezTo>
                    <a:pt x="0" y="1"/>
                    <a:pt x="0" y="1027"/>
                    <a:pt x="660" y="1027"/>
                  </a:cubicBezTo>
                  <a:cubicBezTo>
                    <a:pt x="1357" y="1027"/>
                    <a:pt x="1357"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960" bIns="21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3" name="Google Shape;344;p9"/>
            <p:cNvSpPr/>
            <p:nvPr/>
          </p:nvSpPr>
          <p:spPr>
            <a:xfrm rot="18606600">
              <a:off x="8647200" y="640440"/>
              <a:ext cx="56520" cy="42480"/>
            </a:xfrm>
            <a:custGeom>
              <a:avLst/>
              <a:gdLst>
                <a:gd name="textAreaLeft" fmla="*/ 0 w 56520"/>
                <a:gd name="textAreaRight" fmla="*/ 56880 w 56520"/>
                <a:gd name="textAreaTop" fmla="*/ 0 h 42480"/>
                <a:gd name="textAreaBottom" fmla="*/ 42840 h 42480"/>
              </a:gdLst>
              <a:ahLst/>
              <a:cxnLst/>
              <a:rect l="textAreaLeft" t="textAreaTop" r="textAreaRight" b="textAreaBottom"/>
              <a:pathLst>
                <a:path w="1320" h="991">
                  <a:moveTo>
                    <a:pt x="660" y="1"/>
                  </a:moveTo>
                  <a:cubicBezTo>
                    <a:pt x="0" y="1"/>
                    <a:pt x="0" y="991"/>
                    <a:pt x="660" y="991"/>
                  </a:cubicBezTo>
                  <a:cubicBezTo>
                    <a:pt x="1320" y="991"/>
                    <a:pt x="1320" y="1"/>
                    <a:pt x="66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1240" bIns="21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4" name="Google Shape;345;p9"/>
            <p:cNvSpPr/>
            <p:nvPr/>
          </p:nvSpPr>
          <p:spPr>
            <a:xfrm rot="18606600">
              <a:off x="8768880" y="696240"/>
              <a:ext cx="34560" cy="26640"/>
            </a:xfrm>
            <a:custGeom>
              <a:avLst/>
              <a:gdLst>
                <a:gd name="textAreaLeft" fmla="*/ 0 w 34560"/>
                <a:gd name="textAreaRight" fmla="*/ 34920 w 34560"/>
                <a:gd name="textAreaTop" fmla="*/ 0 h 26640"/>
                <a:gd name="textAreaBottom" fmla="*/ 27000 h 26640"/>
              </a:gdLst>
              <a:ahLst/>
              <a:cxnLst/>
              <a:rect l="textAreaLeft" t="textAreaTop" r="textAreaRight" b="textAreaBottom"/>
              <a:pathLst>
                <a:path w="807" h="624">
                  <a:moveTo>
                    <a:pt x="403" y="0"/>
                  </a:moveTo>
                  <a:cubicBezTo>
                    <a:pt x="0" y="0"/>
                    <a:pt x="0" y="623"/>
                    <a:pt x="403" y="623"/>
                  </a:cubicBezTo>
                  <a:cubicBezTo>
                    <a:pt x="807" y="623"/>
                    <a:pt x="807" y="0"/>
                    <a:pt x="40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3320" bIns="13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5" name="Google Shape;346;p9"/>
            <p:cNvSpPr/>
            <p:nvPr/>
          </p:nvSpPr>
          <p:spPr>
            <a:xfrm rot="18606600">
              <a:off x="8986680" y="771840"/>
              <a:ext cx="42480" cy="36000"/>
            </a:xfrm>
            <a:custGeom>
              <a:avLst/>
              <a:gdLst>
                <a:gd name="textAreaLeft" fmla="*/ 0 w 42480"/>
                <a:gd name="textAreaRight" fmla="*/ 42840 w 42480"/>
                <a:gd name="textAreaTop" fmla="*/ 0 h 36000"/>
                <a:gd name="textAreaBottom" fmla="*/ 36360 h 36000"/>
              </a:gdLst>
              <a:ahLst/>
              <a:cxnLst/>
              <a:rect l="textAreaLeft" t="textAreaTop" r="textAreaRight" b="textAreaBottom"/>
              <a:pathLst>
                <a:path w="991" h="844">
                  <a:moveTo>
                    <a:pt x="477" y="0"/>
                  </a:moveTo>
                  <a:cubicBezTo>
                    <a:pt x="0" y="74"/>
                    <a:pt x="0" y="770"/>
                    <a:pt x="477" y="843"/>
                  </a:cubicBezTo>
                  <a:cubicBezTo>
                    <a:pt x="990" y="770"/>
                    <a:pt x="990" y="74"/>
                    <a:pt x="47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2256" name="Google Shape;347;p9"/>
          <p:cNvSpPr/>
          <p:nvPr/>
        </p:nvSpPr>
        <p:spPr>
          <a:xfrm>
            <a:off x="-37080" y="4355280"/>
            <a:ext cx="6799320" cy="788040"/>
          </a:xfrm>
          <a:custGeom>
            <a:avLst/>
            <a:gdLst>
              <a:gd name="textAreaLeft" fmla="*/ 0 w 6799320"/>
              <a:gd name="textAreaRight" fmla="*/ 6799680 w 67993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7" name="Google Shape;348;p9"/>
          <p:cNvSpPr/>
          <p:nvPr/>
        </p:nvSpPr>
        <p:spPr>
          <a:xfrm flipH="1">
            <a:off x="2391840" y="4317120"/>
            <a:ext cx="6756840" cy="825840"/>
          </a:xfrm>
          <a:custGeom>
            <a:avLst/>
            <a:gdLst>
              <a:gd name="textAreaLeft" fmla="*/ -360 w 6756840"/>
              <a:gd name="textAreaRight" fmla="*/ 6756840 w 6756840"/>
              <a:gd name="textAreaTop" fmla="*/ 0 h 825840"/>
              <a:gd name="textAreaBottom" fmla="*/ 826200 h 8258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8" name="Google Shape;349;p9"/>
          <p:cNvSpPr/>
          <p:nvPr/>
        </p:nvSpPr>
        <p:spPr>
          <a:xfrm rot="7111200">
            <a:off x="5341680" y="811080"/>
            <a:ext cx="1722240" cy="993960"/>
          </a:xfrm>
          <a:custGeom>
            <a:avLst/>
            <a:gdLst>
              <a:gd name="textAreaLeft" fmla="*/ 0 w 1722240"/>
              <a:gd name="textAreaRight" fmla="*/ 1722600 w 1722240"/>
              <a:gd name="textAreaTop" fmla="*/ 0 h 993960"/>
              <a:gd name="textAreaBottom" fmla="*/ 994320 h 993960"/>
            </a:gdLst>
            <a:ahLst/>
            <a:cxnLst/>
            <a:rect l="textAreaLeft" t="textAreaTop" r="textAreaRight" b="textAreaBottom"/>
            <a:pathLst>
              <a:path w="58983" h="34046">
                <a:moveTo>
                  <a:pt x="11649" y="1"/>
                </a:moveTo>
                <a:cubicBezTo>
                  <a:pt x="11530" y="1"/>
                  <a:pt x="11410" y="15"/>
                  <a:pt x="11291" y="46"/>
                </a:cubicBezTo>
                <a:cubicBezTo>
                  <a:pt x="10814" y="230"/>
                  <a:pt x="10411" y="559"/>
                  <a:pt x="10118" y="963"/>
                </a:cubicBezTo>
                <a:lnTo>
                  <a:pt x="0" y="12327"/>
                </a:lnTo>
                <a:cubicBezTo>
                  <a:pt x="7662" y="19218"/>
                  <a:pt x="15506" y="26183"/>
                  <a:pt x="24964" y="30252"/>
                </a:cubicBezTo>
                <a:cubicBezTo>
                  <a:pt x="30870" y="32789"/>
                  <a:pt x="37293" y="34045"/>
                  <a:pt x="43716" y="34045"/>
                </a:cubicBezTo>
                <a:cubicBezTo>
                  <a:pt x="48895" y="34045"/>
                  <a:pt x="54074" y="33229"/>
                  <a:pt x="58983" y="31609"/>
                </a:cubicBezTo>
                <a:lnTo>
                  <a:pt x="58983" y="15882"/>
                </a:lnTo>
                <a:cubicBezTo>
                  <a:pt x="58470" y="15992"/>
                  <a:pt x="57883" y="16066"/>
                  <a:pt x="57260" y="16176"/>
                </a:cubicBezTo>
                <a:cubicBezTo>
                  <a:pt x="56135" y="16285"/>
                  <a:pt x="54997" y="16341"/>
                  <a:pt x="53854" y="16341"/>
                </a:cubicBezTo>
                <a:cubicBezTo>
                  <a:pt x="52315" y="16341"/>
                  <a:pt x="50768" y="16239"/>
                  <a:pt x="49232" y="16029"/>
                </a:cubicBezTo>
                <a:cubicBezTo>
                  <a:pt x="36218" y="14379"/>
                  <a:pt x="23901" y="9174"/>
                  <a:pt x="13637" y="963"/>
                </a:cubicBezTo>
                <a:cubicBezTo>
                  <a:pt x="13071" y="522"/>
                  <a:pt x="12369" y="1"/>
                  <a:pt x="1164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59" name="Google Shape;350;p9"/>
          <p:cNvSpPr/>
          <p:nvPr/>
        </p:nvSpPr>
        <p:spPr>
          <a:xfrm rot="19716600" flipH="1">
            <a:off x="-1612800" y="-136080"/>
            <a:ext cx="4338720" cy="1554840"/>
          </a:xfrm>
          <a:custGeom>
            <a:avLst/>
            <a:gdLst>
              <a:gd name="textAreaLeft" fmla="*/ 360 w 4338720"/>
              <a:gd name="textAreaRight" fmla="*/ 4339440 w 4338720"/>
              <a:gd name="textAreaTop" fmla="*/ 0 h 1554840"/>
              <a:gd name="textAreaBottom" fmla="*/ 1555200 h 1554840"/>
            </a:gdLst>
            <a:ahLst/>
            <a:cxnLst/>
            <a:rect l="textAreaLeft" t="textAreaTop" r="textAreaRight" b="textAreaBottom"/>
            <a:pathLst>
              <a:path w="85084" h="62210">
                <a:moveTo>
                  <a:pt x="1" y="1"/>
                </a:moveTo>
                <a:lnTo>
                  <a:pt x="1" y="221"/>
                </a:lnTo>
                <a:lnTo>
                  <a:pt x="1064" y="1430"/>
                </a:lnTo>
                <a:cubicBezTo>
                  <a:pt x="3740" y="4400"/>
                  <a:pt x="6489" y="7479"/>
                  <a:pt x="8432" y="11035"/>
                </a:cubicBezTo>
                <a:cubicBezTo>
                  <a:pt x="10265" y="14444"/>
                  <a:pt x="11401" y="18256"/>
                  <a:pt x="12464" y="21886"/>
                </a:cubicBezTo>
                <a:cubicBezTo>
                  <a:pt x="14774" y="29987"/>
                  <a:pt x="17193" y="38345"/>
                  <a:pt x="18146" y="46850"/>
                </a:cubicBezTo>
                <a:cubicBezTo>
                  <a:pt x="18220" y="47290"/>
                  <a:pt x="18256" y="47803"/>
                  <a:pt x="18330" y="48279"/>
                </a:cubicBezTo>
                <a:cubicBezTo>
                  <a:pt x="18623" y="51065"/>
                  <a:pt x="18916" y="53961"/>
                  <a:pt x="20089" y="56527"/>
                </a:cubicBezTo>
                <a:cubicBezTo>
                  <a:pt x="20749" y="58067"/>
                  <a:pt x="21775" y="59423"/>
                  <a:pt x="23095" y="60523"/>
                </a:cubicBezTo>
                <a:cubicBezTo>
                  <a:pt x="24342" y="61549"/>
                  <a:pt x="25918" y="62136"/>
                  <a:pt x="27531" y="62209"/>
                </a:cubicBezTo>
                <a:lnTo>
                  <a:pt x="27604" y="62209"/>
                </a:lnTo>
                <a:cubicBezTo>
                  <a:pt x="31930" y="62136"/>
                  <a:pt x="34789" y="58030"/>
                  <a:pt x="37062" y="53998"/>
                </a:cubicBezTo>
                <a:cubicBezTo>
                  <a:pt x="39005" y="50515"/>
                  <a:pt x="41021" y="46886"/>
                  <a:pt x="42451" y="43001"/>
                </a:cubicBezTo>
                <a:cubicBezTo>
                  <a:pt x="43770" y="39371"/>
                  <a:pt x="44540" y="35522"/>
                  <a:pt x="45310" y="31783"/>
                </a:cubicBezTo>
                <a:cubicBezTo>
                  <a:pt x="45750" y="29620"/>
                  <a:pt x="46226" y="27348"/>
                  <a:pt x="46740" y="25148"/>
                </a:cubicBezTo>
                <a:cubicBezTo>
                  <a:pt x="46960" y="24085"/>
                  <a:pt x="47399" y="23059"/>
                  <a:pt x="48059" y="22179"/>
                </a:cubicBezTo>
                <a:cubicBezTo>
                  <a:pt x="48792" y="21336"/>
                  <a:pt x="49892" y="20859"/>
                  <a:pt x="50845" y="20419"/>
                </a:cubicBezTo>
                <a:lnTo>
                  <a:pt x="85047" y="5316"/>
                </a:lnTo>
                <a:lnTo>
                  <a:pt x="85084" y="5170"/>
                </a:lnTo>
                <a:lnTo>
                  <a:pt x="85084" y="5170"/>
                </a:lnTo>
                <a:lnTo>
                  <a:pt x="50809" y="20309"/>
                </a:lnTo>
                <a:cubicBezTo>
                  <a:pt x="49819" y="20749"/>
                  <a:pt x="48719" y="21226"/>
                  <a:pt x="47949" y="22105"/>
                </a:cubicBezTo>
                <a:cubicBezTo>
                  <a:pt x="47289" y="22985"/>
                  <a:pt x="46850" y="24012"/>
                  <a:pt x="46630" y="25111"/>
                </a:cubicBezTo>
                <a:cubicBezTo>
                  <a:pt x="46080" y="27311"/>
                  <a:pt x="45603" y="29584"/>
                  <a:pt x="45163" y="31747"/>
                </a:cubicBezTo>
                <a:cubicBezTo>
                  <a:pt x="44430" y="35486"/>
                  <a:pt x="43660" y="39335"/>
                  <a:pt x="42304" y="42964"/>
                </a:cubicBezTo>
                <a:cubicBezTo>
                  <a:pt x="40948" y="46813"/>
                  <a:pt x="38895" y="50405"/>
                  <a:pt x="36952" y="53925"/>
                </a:cubicBezTo>
                <a:cubicBezTo>
                  <a:pt x="34716" y="57920"/>
                  <a:pt x="31856" y="61989"/>
                  <a:pt x="27604" y="62026"/>
                </a:cubicBezTo>
                <a:lnTo>
                  <a:pt x="27567" y="62026"/>
                </a:lnTo>
                <a:cubicBezTo>
                  <a:pt x="25111" y="62026"/>
                  <a:pt x="21922" y="60303"/>
                  <a:pt x="20236" y="56454"/>
                </a:cubicBezTo>
                <a:cubicBezTo>
                  <a:pt x="19099" y="53888"/>
                  <a:pt x="18769" y="50992"/>
                  <a:pt x="18476" y="48206"/>
                </a:cubicBezTo>
                <a:cubicBezTo>
                  <a:pt x="18440" y="47766"/>
                  <a:pt x="18366" y="47253"/>
                  <a:pt x="18330" y="46776"/>
                </a:cubicBezTo>
                <a:cubicBezTo>
                  <a:pt x="17340" y="38272"/>
                  <a:pt x="14920" y="29914"/>
                  <a:pt x="12611" y="21812"/>
                </a:cubicBezTo>
                <a:cubicBezTo>
                  <a:pt x="11548" y="18146"/>
                  <a:pt x="10448" y="14371"/>
                  <a:pt x="8579" y="10925"/>
                </a:cubicBezTo>
                <a:cubicBezTo>
                  <a:pt x="6636" y="7369"/>
                  <a:pt x="3886" y="4290"/>
                  <a:pt x="1210" y="1320"/>
                </a:cubicBezTo>
                <a:lnTo>
                  <a:pt x="1" y="1"/>
                </a:lnTo>
                <a:close/>
              </a:path>
            </a:pathLst>
          </a:custGeom>
          <a:solidFill>
            <a:schemeClr val="lt1"/>
          </a:solidFill>
          <a:ln w="9525">
            <a:solidFill>
              <a:srgbClr val="C9D2B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0" name="Google Shape;351;p9"/>
          <p:cNvSpPr/>
          <p:nvPr/>
        </p:nvSpPr>
        <p:spPr>
          <a:xfrm flipH="1">
            <a:off x="7770240" y="4239360"/>
            <a:ext cx="1571760" cy="933120"/>
          </a:xfrm>
          <a:custGeom>
            <a:avLst/>
            <a:gdLst>
              <a:gd name="textAreaLeft" fmla="*/ 360 w 1571760"/>
              <a:gd name="textAreaRight" fmla="*/ 1572480 w 1571760"/>
              <a:gd name="textAreaTop" fmla="*/ 0 h 933120"/>
              <a:gd name="textAreaBottom" fmla="*/ 933480 h 93312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2261" name="Google Shape;352;p9"/>
          <p:cNvGrpSpPr/>
          <p:nvPr/>
        </p:nvGrpSpPr>
        <p:grpSpPr>
          <a:xfrm>
            <a:off x="3327480" y="3279960"/>
            <a:ext cx="1395000" cy="1361520"/>
            <a:chOff x="3327480" y="3279960"/>
            <a:chExt cx="1395000" cy="1361520"/>
          </a:xfrm>
        </p:grpSpPr>
        <p:sp>
          <p:nvSpPr>
            <p:cNvPr id="2262" name="Google Shape;353;p9"/>
            <p:cNvSpPr/>
            <p:nvPr/>
          </p:nvSpPr>
          <p:spPr>
            <a:xfrm rot="3361800">
              <a:off x="3559320" y="343296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3" name="Google Shape;354;p9"/>
            <p:cNvSpPr/>
            <p:nvPr/>
          </p:nvSpPr>
          <p:spPr>
            <a:xfrm rot="3361800">
              <a:off x="4230720" y="389088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4" name="Google Shape;355;p9"/>
            <p:cNvSpPr/>
            <p:nvPr/>
          </p:nvSpPr>
          <p:spPr>
            <a:xfrm rot="3361800">
              <a:off x="4202640" y="393228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5" name="Google Shape;356;p9"/>
            <p:cNvSpPr/>
            <p:nvPr/>
          </p:nvSpPr>
          <p:spPr>
            <a:xfrm rot="3361800">
              <a:off x="3916080" y="388620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6" name="Google Shape;357;p9"/>
            <p:cNvSpPr/>
            <p:nvPr/>
          </p:nvSpPr>
          <p:spPr>
            <a:xfrm rot="3361800">
              <a:off x="4134600" y="404460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67" name="Google Shape;358;p9"/>
            <p:cNvSpPr/>
            <p:nvPr/>
          </p:nvSpPr>
          <p:spPr>
            <a:xfrm rot="3361800">
              <a:off x="4255920" y="344736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268" name="Google Shape;359;p9"/>
          <p:cNvSpPr/>
          <p:nvPr/>
        </p:nvSpPr>
        <p:spPr>
          <a:xfrm rot="17059200">
            <a:off x="-370080" y="3494520"/>
            <a:ext cx="1853640" cy="932400"/>
          </a:xfrm>
          <a:custGeom>
            <a:avLst/>
            <a:gdLst>
              <a:gd name="textAreaLeft" fmla="*/ 0 w 1853640"/>
              <a:gd name="textAreaRight" fmla="*/ 1854000 w 1853640"/>
              <a:gd name="textAreaTop" fmla="*/ 0 h 932400"/>
              <a:gd name="textAreaBottom" fmla="*/ 932760 h 932400"/>
            </a:gdLst>
            <a:ahLst/>
            <a:cxnLst/>
            <a:rect l="textAreaLeft" t="textAreaTop" r="textAreaRight" b="textAreaBottom"/>
            <a:pathLst>
              <a:path w="46796" h="23540">
                <a:moveTo>
                  <a:pt x="32976" y="1448"/>
                </a:moveTo>
                <a:lnTo>
                  <a:pt x="32976" y="1448"/>
                </a:lnTo>
                <a:cubicBezTo>
                  <a:pt x="32682" y="1814"/>
                  <a:pt x="32426" y="2217"/>
                  <a:pt x="32206" y="2621"/>
                </a:cubicBezTo>
                <a:cubicBezTo>
                  <a:pt x="31913" y="3134"/>
                  <a:pt x="31656" y="3610"/>
                  <a:pt x="31363" y="4124"/>
                </a:cubicBezTo>
                <a:cubicBezTo>
                  <a:pt x="31106" y="4600"/>
                  <a:pt x="30813" y="5077"/>
                  <a:pt x="30446" y="5517"/>
                </a:cubicBezTo>
                <a:cubicBezTo>
                  <a:pt x="29823" y="6433"/>
                  <a:pt x="29090" y="7276"/>
                  <a:pt x="28320" y="8083"/>
                </a:cubicBezTo>
                <a:cubicBezTo>
                  <a:pt x="27550" y="8853"/>
                  <a:pt x="26707" y="9586"/>
                  <a:pt x="25791" y="10246"/>
                </a:cubicBezTo>
                <a:cubicBezTo>
                  <a:pt x="24911" y="10869"/>
                  <a:pt x="23994" y="11419"/>
                  <a:pt x="23041" y="11932"/>
                </a:cubicBezTo>
                <a:cubicBezTo>
                  <a:pt x="23555" y="11162"/>
                  <a:pt x="24068" y="10392"/>
                  <a:pt x="24618" y="9696"/>
                </a:cubicBezTo>
                <a:cubicBezTo>
                  <a:pt x="25314" y="8853"/>
                  <a:pt x="26011" y="8009"/>
                  <a:pt x="26744" y="7203"/>
                </a:cubicBezTo>
                <a:cubicBezTo>
                  <a:pt x="27514" y="6396"/>
                  <a:pt x="28283" y="5627"/>
                  <a:pt x="29090" y="4857"/>
                </a:cubicBezTo>
                <a:cubicBezTo>
                  <a:pt x="29896" y="4087"/>
                  <a:pt x="30703" y="3354"/>
                  <a:pt x="31546" y="2621"/>
                </a:cubicBezTo>
                <a:cubicBezTo>
                  <a:pt x="32023" y="2217"/>
                  <a:pt x="32462" y="1814"/>
                  <a:pt x="32976" y="1448"/>
                </a:cubicBezTo>
                <a:close/>
                <a:moveTo>
                  <a:pt x="46026" y="7826"/>
                </a:moveTo>
                <a:lnTo>
                  <a:pt x="46026" y="7826"/>
                </a:lnTo>
                <a:cubicBezTo>
                  <a:pt x="43350" y="9182"/>
                  <a:pt x="40491" y="10282"/>
                  <a:pt x="37595" y="11052"/>
                </a:cubicBezTo>
                <a:cubicBezTo>
                  <a:pt x="34479" y="11858"/>
                  <a:pt x="31253" y="12335"/>
                  <a:pt x="28027" y="12445"/>
                </a:cubicBezTo>
                <a:cubicBezTo>
                  <a:pt x="27633" y="12454"/>
                  <a:pt x="27236" y="12459"/>
                  <a:pt x="26839" y="12459"/>
                </a:cubicBezTo>
                <a:cubicBezTo>
                  <a:pt x="25646" y="12459"/>
                  <a:pt x="24443" y="12418"/>
                  <a:pt x="23261" y="12335"/>
                </a:cubicBezTo>
                <a:cubicBezTo>
                  <a:pt x="24288" y="11968"/>
                  <a:pt x="25314" y="11675"/>
                  <a:pt x="26341" y="11345"/>
                </a:cubicBezTo>
                <a:cubicBezTo>
                  <a:pt x="29456" y="10429"/>
                  <a:pt x="32609" y="9659"/>
                  <a:pt x="35798" y="9072"/>
                </a:cubicBezTo>
                <a:cubicBezTo>
                  <a:pt x="38988" y="8486"/>
                  <a:pt x="42213" y="8046"/>
                  <a:pt x="45476" y="7863"/>
                </a:cubicBezTo>
                <a:lnTo>
                  <a:pt x="46026" y="7826"/>
                </a:lnTo>
                <a:close/>
                <a:moveTo>
                  <a:pt x="25754" y="2034"/>
                </a:moveTo>
                <a:lnTo>
                  <a:pt x="25754" y="2034"/>
                </a:lnTo>
                <a:cubicBezTo>
                  <a:pt x="25204" y="3391"/>
                  <a:pt x="24618" y="4784"/>
                  <a:pt x="23958" y="6103"/>
                </a:cubicBezTo>
                <a:cubicBezTo>
                  <a:pt x="23151" y="7753"/>
                  <a:pt x="22235" y="9329"/>
                  <a:pt x="21208" y="10832"/>
                </a:cubicBezTo>
                <a:cubicBezTo>
                  <a:pt x="20732" y="11565"/>
                  <a:pt x="20219" y="12262"/>
                  <a:pt x="19705" y="12995"/>
                </a:cubicBezTo>
                <a:cubicBezTo>
                  <a:pt x="20035" y="11345"/>
                  <a:pt x="20585" y="9769"/>
                  <a:pt x="21318" y="8266"/>
                </a:cubicBezTo>
                <a:cubicBezTo>
                  <a:pt x="21722" y="7460"/>
                  <a:pt x="22162" y="6653"/>
                  <a:pt x="22675" y="5883"/>
                </a:cubicBezTo>
                <a:cubicBezTo>
                  <a:pt x="23225" y="5113"/>
                  <a:pt x="23774" y="4380"/>
                  <a:pt x="24398" y="3684"/>
                </a:cubicBezTo>
                <a:cubicBezTo>
                  <a:pt x="24838" y="3134"/>
                  <a:pt x="25314" y="2584"/>
                  <a:pt x="25754" y="2034"/>
                </a:cubicBezTo>
                <a:close/>
                <a:moveTo>
                  <a:pt x="20145" y="1191"/>
                </a:moveTo>
                <a:cubicBezTo>
                  <a:pt x="19925" y="2144"/>
                  <a:pt x="19705" y="3097"/>
                  <a:pt x="19449" y="4014"/>
                </a:cubicBezTo>
                <a:cubicBezTo>
                  <a:pt x="19119" y="5150"/>
                  <a:pt x="18752" y="6250"/>
                  <a:pt x="18349" y="7313"/>
                </a:cubicBezTo>
                <a:cubicBezTo>
                  <a:pt x="17946" y="8376"/>
                  <a:pt x="17506" y="9439"/>
                  <a:pt x="16993" y="10465"/>
                </a:cubicBezTo>
                <a:cubicBezTo>
                  <a:pt x="16443" y="11455"/>
                  <a:pt x="15893" y="12445"/>
                  <a:pt x="15233" y="13398"/>
                </a:cubicBezTo>
                <a:cubicBezTo>
                  <a:pt x="14647" y="14241"/>
                  <a:pt x="14023" y="15084"/>
                  <a:pt x="13327" y="15854"/>
                </a:cubicBezTo>
                <a:cubicBezTo>
                  <a:pt x="13547" y="14864"/>
                  <a:pt x="13767" y="13875"/>
                  <a:pt x="14060" y="12958"/>
                </a:cubicBezTo>
                <a:cubicBezTo>
                  <a:pt x="14353" y="11858"/>
                  <a:pt x="14720" y="10795"/>
                  <a:pt x="15160" y="9769"/>
                </a:cubicBezTo>
                <a:cubicBezTo>
                  <a:pt x="15600" y="8706"/>
                  <a:pt x="16040" y="7679"/>
                  <a:pt x="16516" y="6726"/>
                </a:cubicBezTo>
                <a:cubicBezTo>
                  <a:pt x="17029" y="5700"/>
                  <a:pt x="17616" y="4747"/>
                  <a:pt x="18239" y="3830"/>
                </a:cubicBezTo>
                <a:cubicBezTo>
                  <a:pt x="18532" y="3354"/>
                  <a:pt x="18862" y="2914"/>
                  <a:pt x="19192" y="2437"/>
                </a:cubicBezTo>
                <a:cubicBezTo>
                  <a:pt x="19522" y="1998"/>
                  <a:pt x="19779" y="1594"/>
                  <a:pt x="20145" y="1191"/>
                </a:cubicBezTo>
                <a:close/>
                <a:moveTo>
                  <a:pt x="22073" y="13485"/>
                </a:moveTo>
                <a:cubicBezTo>
                  <a:pt x="22652" y="13485"/>
                  <a:pt x="23232" y="13513"/>
                  <a:pt x="23811" y="13581"/>
                </a:cubicBezTo>
                <a:cubicBezTo>
                  <a:pt x="25387" y="13728"/>
                  <a:pt x="26964" y="13911"/>
                  <a:pt x="28540" y="14131"/>
                </a:cubicBezTo>
                <a:cubicBezTo>
                  <a:pt x="30116" y="14351"/>
                  <a:pt x="31656" y="14645"/>
                  <a:pt x="33196" y="14938"/>
                </a:cubicBezTo>
                <a:cubicBezTo>
                  <a:pt x="34772" y="15231"/>
                  <a:pt x="36275" y="15598"/>
                  <a:pt x="37778" y="16001"/>
                </a:cubicBezTo>
                <a:cubicBezTo>
                  <a:pt x="39281" y="16367"/>
                  <a:pt x="40747" y="16807"/>
                  <a:pt x="42177" y="17247"/>
                </a:cubicBezTo>
                <a:cubicBezTo>
                  <a:pt x="40894" y="17247"/>
                  <a:pt x="39611" y="17247"/>
                  <a:pt x="38291" y="17211"/>
                </a:cubicBezTo>
                <a:cubicBezTo>
                  <a:pt x="36751" y="17137"/>
                  <a:pt x="35212" y="17027"/>
                  <a:pt x="33635" y="16844"/>
                </a:cubicBezTo>
                <a:cubicBezTo>
                  <a:pt x="32096" y="16697"/>
                  <a:pt x="30593" y="16477"/>
                  <a:pt x="29053" y="16184"/>
                </a:cubicBezTo>
                <a:cubicBezTo>
                  <a:pt x="27550" y="15891"/>
                  <a:pt x="26047" y="15524"/>
                  <a:pt x="24581" y="15121"/>
                </a:cubicBezTo>
                <a:cubicBezTo>
                  <a:pt x="23078" y="14681"/>
                  <a:pt x="21612" y="14205"/>
                  <a:pt x="20145" y="13618"/>
                </a:cubicBezTo>
                <a:lnTo>
                  <a:pt x="20072" y="13581"/>
                </a:lnTo>
                <a:cubicBezTo>
                  <a:pt x="20739" y="13523"/>
                  <a:pt x="21406" y="13485"/>
                  <a:pt x="22073" y="13485"/>
                </a:cubicBezTo>
                <a:close/>
                <a:moveTo>
                  <a:pt x="14353" y="3794"/>
                </a:moveTo>
                <a:cubicBezTo>
                  <a:pt x="14243" y="4490"/>
                  <a:pt x="14133" y="5187"/>
                  <a:pt x="13950" y="5883"/>
                </a:cubicBezTo>
                <a:cubicBezTo>
                  <a:pt x="13730" y="6946"/>
                  <a:pt x="13437" y="7973"/>
                  <a:pt x="13107" y="8999"/>
                </a:cubicBezTo>
                <a:cubicBezTo>
                  <a:pt x="12814" y="10026"/>
                  <a:pt x="12447" y="11015"/>
                  <a:pt x="12044" y="12005"/>
                </a:cubicBezTo>
                <a:cubicBezTo>
                  <a:pt x="11604" y="12995"/>
                  <a:pt x="11164" y="13985"/>
                  <a:pt x="10688" y="14938"/>
                </a:cubicBezTo>
                <a:cubicBezTo>
                  <a:pt x="10174" y="15891"/>
                  <a:pt x="9661" y="16807"/>
                  <a:pt x="9111" y="17724"/>
                </a:cubicBezTo>
                <a:cubicBezTo>
                  <a:pt x="9045" y="17757"/>
                  <a:pt x="9009" y="17790"/>
                  <a:pt x="8976" y="17849"/>
                </a:cubicBezTo>
                <a:lnTo>
                  <a:pt x="8976" y="17849"/>
                </a:lnTo>
                <a:cubicBezTo>
                  <a:pt x="9747" y="13838"/>
                  <a:pt x="11063" y="9972"/>
                  <a:pt x="12924" y="6360"/>
                </a:cubicBezTo>
                <a:cubicBezTo>
                  <a:pt x="13400" y="5480"/>
                  <a:pt x="13840" y="4637"/>
                  <a:pt x="14353" y="3794"/>
                </a:cubicBezTo>
                <a:close/>
                <a:moveTo>
                  <a:pt x="16296" y="15084"/>
                </a:moveTo>
                <a:cubicBezTo>
                  <a:pt x="17433" y="15084"/>
                  <a:pt x="18532" y="15231"/>
                  <a:pt x="19632" y="15488"/>
                </a:cubicBezTo>
                <a:cubicBezTo>
                  <a:pt x="21098" y="15818"/>
                  <a:pt x="22528" y="16184"/>
                  <a:pt x="23958" y="16551"/>
                </a:cubicBezTo>
                <a:cubicBezTo>
                  <a:pt x="25387" y="16917"/>
                  <a:pt x="26817" y="17321"/>
                  <a:pt x="28247" y="17724"/>
                </a:cubicBezTo>
                <a:cubicBezTo>
                  <a:pt x="29640" y="18164"/>
                  <a:pt x="31069" y="18604"/>
                  <a:pt x="32499" y="19043"/>
                </a:cubicBezTo>
                <a:cubicBezTo>
                  <a:pt x="33672" y="19447"/>
                  <a:pt x="34882" y="19887"/>
                  <a:pt x="36055" y="20290"/>
                </a:cubicBezTo>
                <a:cubicBezTo>
                  <a:pt x="35029" y="20143"/>
                  <a:pt x="33965" y="19997"/>
                  <a:pt x="32902" y="19777"/>
                </a:cubicBezTo>
                <a:cubicBezTo>
                  <a:pt x="31509" y="19520"/>
                  <a:pt x="30080" y="19190"/>
                  <a:pt x="28650" y="18860"/>
                </a:cubicBezTo>
                <a:cubicBezTo>
                  <a:pt x="27257" y="18494"/>
                  <a:pt x="25827" y="18090"/>
                  <a:pt x="24434" y="17687"/>
                </a:cubicBezTo>
                <a:cubicBezTo>
                  <a:pt x="23005" y="17284"/>
                  <a:pt x="21648" y="16844"/>
                  <a:pt x="20255" y="16404"/>
                </a:cubicBezTo>
                <a:cubicBezTo>
                  <a:pt x="18936" y="15964"/>
                  <a:pt x="17616" y="15524"/>
                  <a:pt x="16296" y="15084"/>
                </a:cubicBezTo>
                <a:close/>
                <a:moveTo>
                  <a:pt x="570" y="19997"/>
                </a:moveTo>
                <a:cubicBezTo>
                  <a:pt x="533" y="19997"/>
                  <a:pt x="497" y="20033"/>
                  <a:pt x="497" y="20107"/>
                </a:cubicBezTo>
                <a:lnTo>
                  <a:pt x="497" y="20363"/>
                </a:lnTo>
                <a:cubicBezTo>
                  <a:pt x="497" y="20400"/>
                  <a:pt x="533" y="20436"/>
                  <a:pt x="570" y="20436"/>
                </a:cubicBezTo>
                <a:cubicBezTo>
                  <a:pt x="607" y="20436"/>
                  <a:pt x="643" y="20400"/>
                  <a:pt x="643" y="20363"/>
                </a:cubicBezTo>
                <a:lnTo>
                  <a:pt x="643" y="20107"/>
                </a:lnTo>
                <a:cubicBezTo>
                  <a:pt x="643" y="20033"/>
                  <a:pt x="607" y="19997"/>
                  <a:pt x="570" y="19997"/>
                </a:cubicBezTo>
                <a:close/>
                <a:moveTo>
                  <a:pt x="12337" y="17321"/>
                </a:moveTo>
                <a:cubicBezTo>
                  <a:pt x="13034" y="17321"/>
                  <a:pt x="13693" y="17357"/>
                  <a:pt x="14390" y="17431"/>
                </a:cubicBezTo>
                <a:cubicBezTo>
                  <a:pt x="15746" y="17614"/>
                  <a:pt x="17103" y="17944"/>
                  <a:pt x="18459" y="18347"/>
                </a:cubicBezTo>
                <a:cubicBezTo>
                  <a:pt x="19779" y="18714"/>
                  <a:pt x="21098" y="19117"/>
                  <a:pt x="22418" y="19520"/>
                </a:cubicBezTo>
                <a:cubicBezTo>
                  <a:pt x="23738" y="19923"/>
                  <a:pt x="25057" y="20326"/>
                  <a:pt x="26341" y="20803"/>
                </a:cubicBezTo>
                <a:cubicBezTo>
                  <a:pt x="27147" y="21096"/>
                  <a:pt x="27953" y="21390"/>
                  <a:pt x="28723" y="21719"/>
                </a:cubicBezTo>
                <a:cubicBezTo>
                  <a:pt x="28063" y="21573"/>
                  <a:pt x="27404" y="21463"/>
                  <a:pt x="26744" y="21353"/>
                </a:cubicBezTo>
                <a:cubicBezTo>
                  <a:pt x="25351" y="21133"/>
                  <a:pt x="24031" y="20950"/>
                  <a:pt x="22675" y="20693"/>
                </a:cubicBezTo>
                <a:cubicBezTo>
                  <a:pt x="21318" y="20473"/>
                  <a:pt x="19962" y="20253"/>
                  <a:pt x="18642" y="19923"/>
                </a:cubicBezTo>
                <a:cubicBezTo>
                  <a:pt x="17286" y="19630"/>
                  <a:pt x="15966" y="19300"/>
                  <a:pt x="14647" y="18933"/>
                </a:cubicBezTo>
                <a:cubicBezTo>
                  <a:pt x="13364" y="18530"/>
                  <a:pt x="12081" y="18090"/>
                  <a:pt x="10834" y="17540"/>
                </a:cubicBezTo>
                <a:cubicBezTo>
                  <a:pt x="11311" y="17431"/>
                  <a:pt x="11824" y="17357"/>
                  <a:pt x="12337" y="17321"/>
                </a:cubicBezTo>
                <a:close/>
                <a:moveTo>
                  <a:pt x="34277" y="1"/>
                </a:moveTo>
                <a:cubicBezTo>
                  <a:pt x="34258" y="1"/>
                  <a:pt x="34240" y="6"/>
                  <a:pt x="34222" y="18"/>
                </a:cubicBezTo>
                <a:lnTo>
                  <a:pt x="34112" y="165"/>
                </a:lnTo>
                <a:lnTo>
                  <a:pt x="33929" y="311"/>
                </a:lnTo>
                <a:cubicBezTo>
                  <a:pt x="33159" y="934"/>
                  <a:pt x="32426" y="1558"/>
                  <a:pt x="31693" y="2181"/>
                </a:cubicBezTo>
                <a:cubicBezTo>
                  <a:pt x="30849" y="2914"/>
                  <a:pt x="30006" y="3647"/>
                  <a:pt x="29200" y="4417"/>
                </a:cubicBezTo>
                <a:cubicBezTo>
                  <a:pt x="28393" y="5187"/>
                  <a:pt x="27624" y="5957"/>
                  <a:pt x="26854" y="6763"/>
                </a:cubicBezTo>
                <a:cubicBezTo>
                  <a:pt x="26084" y="7570"/>
                  <a:pt x="25387" y="8376"/>
                  <a:pt x="24728" y="9256"/>
                </a:cubicBezTo>
                <a:cubicBezTo>
                  <a:pt x="24031" y="10136"/>
                  <a:pt x="23408" y="11015"/>
                  <a:pt x="22858" y="11968"/>
                </a:cubicBezTo>
                <a:cubicBezTo>
                  <a:pt x="22748" y="12042"/>
                  <a:pt x="22675" y="12078"/>
                  <a:pt x="22565" y="12115"/>
                </a:cubicBezTo>
                <a:cubicBezTo>
                  <a:pt x="22491" y="12152"/>
                  <a:pt x="22455" y="12225"/>
                  <a:pt x="22491" y="12262"/>
                </a:cubicBezTo>
                <a:cubicBezTo>
                  <a:pt x="21538" y="12592"/>
                  <a:pt x="20585" y="12922"/>
                  <a:pt x="19595" y="13288"/>
                </a:cubicBezTo>
                <a:cubicBezTo>
                  <a:pt x="19595" y="13288"/>
                  <a:pt x="19595" y="13252"/>
                  <a:pt x="19595" y="13252"/>
                </a:cubicBezTo>
                <a:cubicBezTo>
                  <a:pt x="20145" y="12592"/>
                  <a:pt x="20659" y="11895"/>
                  <a:pt x="21172" y="11199"/>
                </a:cubicBezTo>
                <a:cubicBezTo>
                  <a:pt x="21648" y="10539"/>
                  <a:pt x="22198" y="9696"/>
                  <a:pt x="22675" y="8889"/>
                </a:cubicBezTo>
                <a:cubicBezTo>
                  <a:pt x="23628" y="7313"/>
                  <a:pt x="24471" y="5700"/>
                  <a:pt x="25241" y="4014"/>
                </a:cubicBezTo>
                <a:cubicBezTo>
                  <a:pt x="25644" y="3061"/>
                  <a:pt x="26011" y="2107"/>
                  <a:pt x="26341" y="1118"/>
                </a:cubicBezTo>
                <a:cubicBezTo>
                  <a:pt x="26341" y="1047"/>
                  <a:pt x="26295" y="1006"/>
                  <a:pt x="26242" y="1006"/>
                </a:cubicBezTo>
                <a:cubicBezTo>
                  <a:pt x="26214" y="1006"/>
                  <a:pt x="26183" y="1018"/>
                  <a:pt x="26157" y="1044"/>
                </a:cubicBezTo>
                <a:cubicBezTo>
                  <a:pt x="25644" y="1851"/>
                  <a:pt x="25057" y="2621"/>
                  <a:pt x="24434" y="3317"/>
                </a:cubicBezTo>
                <a:cubicBezTo>
                  <a:pt x="23811" y="4050"/>
                  <a:pt x="23225" y="4747"/>
                  <a:pt x="22675" y="5517"/>
                </a:cubicBezTo>
                <a:cubicBezTo>
                  <a:pt x="21612" y="7020"/>
                  <a:pt x="20768" y="8669"/>
                  <a:pt x="20145" y="10392"/>
                </a:cubicBezTo>
                <a:cubicBezTo>
                  <a:pt x="19815" y="11382"/>
                  <a:pt x="19522" y="12372"/>
                  <a:pt x="19339" y="13398"/>
                </a:cubicBezTo>
                <a:cubicBezTo>
                  <a:pt x="18899" y="13545"/>
                  <a:pt x="18496" y="13691"/>
                  <a:pt x="18092" y="13875"/>
                </a:cubicBezTo>
                <a:cubicBezTo>
                  <a:pt x="17286" y="14168"/>
                  <a:pt x="16443" y="14498"/>
                  <a:pt x="15636" y="14828"/>
                </a:cubicBezTo>
                <a:lnTo>
                  <a:pt x="15563" y="14791"/>
                </a:lnTo>
                <a:cubicBezTo>
                  <a:pt x="15490" y="14791"/>
                  <a:pt x="15380" y="14864"/>
                  <a:pt x="15416" y="14938"/>
                </a:cubicBezTo>
                <a:lnTo>
                  <a:pt x="15270" y="14974"/>
                </a:lnTo>
                <a:lnTo>
                  <a:pt x="15196" y="14974"/>
                </a:lnTo>
                <a:cubicBezTo>
                  <a:pt x="15196" y="14974"/>
                  <a:pt x="15160" y="14974"/>
                  <a:pt x="15160" y="15011"/>
                </a:cubicBezTo>
                <a:cubicBezTo>
                  <a:pt x="14683" y="15231"/>
                  <a:pt x="14207" y="15414"/>
                  <a:pt x="13730" y="15634"/>
                </a:cubicBezTo>
                <a:cubicBezTo>
                  <a:pt x="13840" y="15488"/>
                  <a:pt x="13987" y="15304"/>
                  <a:pt x="14133" y="15194"/>
                </a:cubicBezTo>
                <a:cubicBezTo>
                  <a:pt x="14500" y="14754"/>
                  <a:pt x="14867" y="14315"/>
                  <a:pt x="15196" y="13875"/>
                </a:cubicBezTo>
                <a:cubicBezTo>
                  <a:pt x="15856" y="12922"/>
                  <a:pt x="16479" y="11932"/>
                  <a:pt x="17029" y="10942"/>
                </a:cubicBezTo>
                <a:cubicBezTo>
                  <a:pt x="17579" y="9916"/>
                  <a:pt x="18056" y="8853"/>
                  <a:pt x="18496" y="7789"/>
                </a:cubicBezTo>
                <a:cubicBezTo>
                  <a:pt x="18899" y="6726"/>
                  <a:pt x="19302" y="5627"/>
                  <a:pt x="19632" y="4490"/>
                </a:cubicBezTo>
                <a:cubicBezTo>
                  <a:pt x="19925" y="3391"/>
                  <a:pt x="20219" y="2254"/>
                  <a:pt x="20439" y="1118"/>
                </a:cubicBezTo>
                <a:cubicBezTo>
                  <a:pt x="20475" y="971"/>
                  <a:pt x="20512" y="824"/>
                  <a:pt x="20549" y="714"/>
                </a:cubicBezTo>
                <a:cubicBezTo>
                  <a:pt x="20549" y="609"/>
                  <a:pt x="20473" y="523"/>
                  <a:pt x="20404" y="523"/>
                </a:cubicBezTo>
                <a:cubicBezTo>
                  <a:pt x="20376" y="523"/>
                  <a:pt x="20349" y="537"/>
                  <a:pt x="20329" y="568"/>
                </a:cubicBezTo>
                <a:cubicBezTo>
                  <a:pt x="19632" y="1448"/>
                  <a:pt x="18936" y="2364"/>
                  <a:pt x="18312" y="3317"/>
                </a:cubicBezTo>
                <a:cubicBezTo>
                  <a:pt x="17689" y="4270"/>
                  <a:pt x="17103" y="5223"/>
                  <a:pt x="16553" y="6213"/>
                </a:cubicBezTo>
                <a:cubicBezTo>
                  <a:pt x="16040" y="7203"/>
                  <a:pt x="15526" y="8229"/>
                  <a:pt x="15086" y="9256"/>
                </a:cubicBezTo>
                <a:cubicBezTo>
                  <a:pt x="14683" y="10319"/>
                  <a:pt x="14280" y="11345"/>
                  <a:pt x="13950" y="12445"/>
                </a:cubicBezTo>
                <a:cubicBezTo>
                  <a:pt x="13584" y="13508"/>
                  <a:pt x="13327" y="14571"/>
                  <a:pt x="13070" y="15708"/>
                </a:cubicBezTo>
                <a:cubicBezTo>
                  <a:pt x="13070" y="15781"/>
                  <a:pt x="13070" y="15891"/>
                  <a:pt x="13034" y="15964"/>
                </a:cubicBezTo>
                <a:cubicBezTo>
                  <a:pt x="11751" y="16551"/>
                  <a:pt x="10504" y="17137"/>
                  <a:pt x="9221" y="17724"/>
                </a:cubicBezTo>
                <a:cubicBezTo>
                  <a:pt x="9734" y="16954"/>
                  <a:pt x="10248" y="16184"/>
                  <a:pt x="10688" y="15341"/>
                </a:cubicBezTo>
                <a:cubicBezTo>
                  <a:pt x="11201" y="14388"/>
                  <a:pt x="11641" y="13435"/>
                  <a:pt x="12081" y="12445"/>
                </a:cubicBezTo>
                <a:cubicBezTo>
                  <a:pt x="12520" y="11492"/>
                  <a:pt x="12887" y="10465"/>
                  <a:pt x="13254" y="9439"/>
                </a:cubicBezTo>
                <a:cubicBezTo>
                  <a:pt x="13584" y="8413"/>
                  <a:pt x="13877" y="7386"/>
                  <a:pt x="14133" y="6323"/>
                </a:cubicBezTo>
                <a:cubicBezTo>
                  <a:pt x="14353" y="5297"/>
                  <a:pt x="14573" y="4234"/>
                  <a:pt x="14720" y="3171"/>
                </a:cubicBezTo>
                <a:lnTo>
                  <a:pt x="14793" y="2767"/>
                </a:lnTo>
                <a:cubicBezTo>
                  <a:pt x="14793" y="2667"/>
                  <a:pt x="14716" y="2610"/>
                  <a:pt x="14640" y="2610"/>
                </a:cubicBezTo>
                <a:cubicBezTo>
                  <a:pt x="14578" y="2610"/>
                  <a:pt x="14516" y="2648"/>
                  <a:pt x="14500" y="2731"/>
                </a:cubicBezTo>
                <a:lnTo>
                  <a:pt x="14463" y="3097"/>
                </a:lnTo>
                <a:cubicBezTo>
                  <a:pt x="14427" y="3134"/>
                  <a:pt x="14390" y="3134"/>
                  <a:pt x="14390" y="3171"/>
                </a:cubicBezTo>
                <a:cubicBezTo>
                  <a:pt x="13290" y="4930"/>
                  <a:pt x="12337" y="6763"/>
                  <a:pt x="11494" y="8669"/>
                </a:cubicBezTo>
                <a:cubicBezTo>
                  <a:pt x="10688" y="10575"/>
                  <a:pt x="9991" y="12518"/>
                  <a:pt x="9441" y="14498"/>
                </a:cubicBezTo>
                <a:cubicBezTo>
                  <a:pt x="9148" y="15634"/>
                  <a:pt x="8891" y="16734"/>
                  <a:pt x="8671" y="17870"/>
                </a:cubicBezTo>
                <a:cubicBezTo>
                  <a:pt x="8671" y="17907"/>
                  <a:pt x="8671" y="17980"/>
                  <a:pt x="8708" y="17980"/>
                </a:cubicBezTo>
                <a:cubicBezTo>
                  <a:pt x="5959" y="19300"/>
                  <a:pt x="3356" y="20876"/>
                  <a:pt x="936" y="22709"/>
                </a:cubicBezTo>
                <a:cubicBezTo>
                  <a:pt x="643" y="22929"/>
                  <a:pt x="350" y="23186"/>
                  <a:pt x="57" y="23406"/>
                </a:cubicBezTo>
                <a:cubicBezTo>
                  <a:pt x="0" y="23462"/>
                  <a:pt x="52" y="23540"/>
                  <a:pt x="112" y="23540"/>
                </a:cubicBezTo>
                <a:cubicBezTo>
                  <a:pt x="131" y="23540"/>
                  <a:pt x="150" y="23533"/>
                  <a:pt x="167" y="23516"/>
                </a:cubicBezTo>
                <a:cubicBezTo>
                  <a:pt x="2696" y="21573"/>
                  <a:pt x="5409" y="19887"/>
                  <a:pt x="8268" y="18494"/>
                </a:cubicBezTo>
                <a:cubicBezTo>
                  <a:pt x="8928" y="18164"/>
                  <a:pt x="9588" y="17870"/>
                  <a:pt x="10248" y="17540"/>
                </a:cubicBezTo>
                <a:cubicBezTo>
                  <a:pt x="10248" y="17577"/>
                  <a:pt x="10284" y="17577"/>
                  <a:pt x="10321" y="17577"/>
                </a:cubicBezTo>
                <a:cubicBezTo>
                  <a:pt x="11531" y="18127"/>
                  <a:pt x="12777" y="18567"/>
                  <a:pt x="14023" y="18970"/>
                </a:cubicBezTo>
                <a:cubicBezTo>
                  <a:pt x="15343" y="19373"/>
                  <a:pt x="16663" y="19703"/>
                  <a:pt x="17982" y="20033"/>
                </a:cubicBezTo>
                <a:cubicBezTo>
                  <a:pt x="19339" y="20326"/>
                  <a:pt x="20659" y="20583"/>
                  <a:pt x="22015" y="20803"/>
                </a:cubicBezTo>
                <a:cubicBezTo>
                  <a:pt x="23371" y="21060"/>
                  <a:pt x="24764" y="21280"/>
                  <a:pt x="26121" y="21500"/>
                </a:cubicBezTo>
                <a:cubicBezTo>
                  <a:pt x="27514" y="21646"/>
                  <a:pt x="28870" y="21939"/>
                  <a:pt x="30226" y="22306"/>
                </a:cubicBezTo>
                <a:cubicBezTo>
                  <a:pt x="30373" y="22379"/>
                  <a:pt x="30556" y="22416"/>
                  <a:pt x="30703" y="22489"/>
                </a:cubicBezTo>
                <a:cubicBezTo>
                  <a:pt x="30721" y="22498"/>
                  <a:pt x="30738" y="22502"/>
                  <a:pt x="30755" y="22502"/>
                </a:cubicBezTo>
                <a:cubicBezTo>
                  <a:pt x="30873" y="22502"/>
                  <a:pt x="30941" y="22297"/>
                  <a:pt x="30813" y="22233"/>
                </a:cubicBezTo>
                <a:cubicBezTo>
                  <a:pt x="29530" y="21683"/>
                  <a:pt x="28247" y="21133"/>
                  <a:pt x="26927" y="20693"/>
                </a:cubicBezTo>
                <a:cubicBezTo>
                  <a:pt x="25607" y="20217"/>
                  <a:pt x="24288" y="19777"/>
                  <a:pt x="22968" y="19373"/>
                </a:cubicBezTo>
                <a:cubicBezTo>
                  <a:pt x="21612" y="18970"/>
                  <a:pt x="20292" y="18567"/>
                  <a:pt x="18936" y="18200"/>
                </a:cubicBezTo>
                <a:cubicBezTo>
                  <a:pt x="17579" y="17797"/>
                  <a:pt x="16223" y="17467"/>
                  <a:pt x="14830" y="17247"/>
                </a:cubicBezTo>
                <a:cubicBezTo>
                  <a:pt x="14230" y="17150"/>
                  <a:pt x="13629" y="17103"/>
                  <a:pt x="13029" y="17103"/>
                </a:cubicBezTo>
                <a:cubicBezTo>
                  <a:pt x="12273" y="17103"/>
                  <a:pt x="11517" y="17177"/>
                  <a:pt x="10761" y="17321"/>
                </a:cubicBezTo>
                <a:lnTo>
                  <a:pt x="10651" y="17357"/>
                </a:lnTo>
                <a:cubicBezTo>
                  <a:pt x="11384" y="16991"/>
                  <a:pt x="12154" y="16624"/>
                  <a:pt x="12924" y="16294"/>
                </a:cubicBezTo>
                <a:lnTo>
                  <a:pt x="12924" y="16294"/>
                </a:lnTo>
                <a:lnTo>
                  <a:pt x="12850" y="16404"/>
                </a:lnTo>
                <a:cubicBezTo>
                  <a:pt x="12850" y="16430"/>
                  <a:pt x="12869" y="16456"/>
                  <a:pt x="12892" y="16456"/>
                </a:cubicBezTo>
                <a:cubicBezTo>
                  <a:pt x="12902" y="16456"/>
                  <a:pt x="12913" y="16451"/>
                  <a:pt x="12924" y="16441"/>
                </a:cubicBezTo>
                <a:cubicBezTo>
                  <a:pt x="12997" y="16404"/>
                  <a:pt x="13070" y="16331"/>
                  <a:pt x="13144" y="16257"/>
                </a:cubicBezTo>
                <a:cubicBezTo>
                  <a:pt x="13180" y="16257"/>
                  <a:pt x="13254" y="16221"/>
                  <a:pt x="13254" y="16184"/>
                </a:cubicBezTo>
                <a:cubicBezTo>
                  <a:pt x="14023" y="15818"/>
                  <a:pt x="14830" y="15488"/>
                  <a:pt x="15636" y="15158"/>
                </a:cubicBezTo>
                <a:cubicBezTo>
                  <a:pt x="16993" y="15634"/>
                  <a:pt x="18312" y="16074"/>
                  <a:pt x="19669" y="16477"/>
                </a:cubicBezTo>
                <a:cubicBezTo>
                  <a:pt x="20988" y="16917"/>
                  <a:pt x="22491" y="17357"/>
                  <a:pt x="23848" y="17797"/>
                </a:cubicBezTo>
                <a:cubicBezTo>
                  <a:pt x="25241" y="18200"/>
                  <a:pt x="26670" y="18604"/>
                  <a:pt x="28100" y="18970"/>
                </a:cubicBezTo>
                <a:cubicBezTo>
                  <a:pt x="29493" y="19337"/>
                  <a:pt x="30923" y="19667"/>
                  <a:pt x="32352" y="19923"/>
                </a:cubicBezTo>
                <a:cubicBezTo>
                  <a:pt x="33782" y="20217"/>
                  <a:pt x="35248" y="20473"/>
                  <a:pt x="36678" y="20656"/>
                </a:cubicBezTo>
                <a:lnTo>
                  <a:pt x="37228" y="20693"/>
                </a:lnTo>
                <a:cubicBezTo>
                  <a:pt x="37375" y="20693"/>
                  <a:pt x="37375" y="20473"/>
                  <a:pt x="37265" y="20436"/>
                </a:cubicBezTo>
                <a:cubicBezTo>
                  <a:pt x="35872" y="19923"/>
                  <a:pt x="34442" y="19447"/>
                  <a:pt x="33049" y="18970"/>
                </a:cubicBezTo>
                <a:cubicBezTo>
                  <a:pt x="31619" y="18494"/>
                  <a:pt x="30226" y="18054"/>
                  <a:pt x="28797" y="17614"/>
                </a:cubicBezTo>
                <a:cubicBezTo>
                  <a:pt x="27367" y="17211"/>
                  <a:pt x="25901" y="16807"/>
                  <a:pt x="24471" y="16441"/>
                </a:cubicBezTo>
                <a:cubicBezTo>
                  <a:pt x="23041" y="16038"/>
                  <a:pt x="21575" y="15708"/>
                  <a:pt x="20145" y="15378"/>
                </a:cubicBezTo>
                <a:cubicBezTo>
                  <a:pt x="18826" y="15048"/>
                  <a:pt x="17506" y="14901"/>
                  <a:pt x="16186" y="14901"/>
                </a:cubicBezTo>
                <a:lnTo>
                  <a:pt x="17139" y="14535"/>
                </a:lnTo>
                <a:cubicBezTo>
                  <a:pt x="17873" y="14241"/>
                  <a:pt x="18569" y="13985"/>
                  <a:pt x="19302" y="13691"/>
                </a:cubicBezTo>
                <a:lnTo>
                  <a:pt x="19522" y="13655"/>
                </a:lnTo>
                <a:cubicBezTo>
                  <a:pt x="20952" y="14241"/>
                  <a:pt x="22418" y="14754"/>
                  <a:pt x="23921" y="15194"/>
                </a:cubicBezTo>
                <a:cubicBezTo>
                  <a:pt x="25424" y="15634"/>
                  <a:pt x="26927" y="16001"/>
                  <a:pt x="28430" y="16294"/>
                </a:cubicBezTo>
                <a:cubicBezTo>
                  <a:pt x="29970" y="16587"/>
                  <a:pt x="31509" y="16844"/>
                  <a:pt x="33012" y="17027"/>
                </a:cubicBezTo>
                <a:cubicBezTo>
                  <a:pt x="34552" y="17211"/>
                  <a:pt x="36128" y="17321"/>
                  <a:pt x="37705" y="17394"/>
                </a:cubicBezTo>
                <a:cubicBezTo>
                  <a:pt x="38832" y="17448"/>
                  <a:pt x="39978" y="17482"/>
                  <a:pt x="41116" y="17482"/>
                </a:cubicBezTo>
                <a:cubicBezTo>
                  <a:pt x="41532" y="17482"/>
                  <a:pt x="41948" y="17477"/>
                  <a:pt x="42360" y="17467"/>
                </a:cubicBezTo>
                <a:lnTo>
                  <a:pt x="42947" y="17467"/>
                </a:lnTo>
                <a:cubicBezTo>
                  <a:pt x="43057" y="17467"/>
                  <a:pt x="43093" y="17284"/>
                  <a:pt x="42947" y="17211"/>
                </a:cubicBezTo>
                <a:cubicBezTo>
                  <a:pt x="41444" y="16734"/>
                  <a:pt x="39904" y="16294"/>
                  <a:pt x="38364" y="15891"/>
                </a:cubicBezTo>
                <a:cubicBezTo>
                  <a:pt x="36861" y="15488"/>
                  <a:pt x="35285" y="15121"/>
                  <a:pt x="33709" y="14791"/>
                </a:cubicBezTo>
                <a:cubicBezTo>
                  <a:pt x="32169" y="14498"/>
                  <a:pt x="30593" y="14241"/>
                  <a:pt x="29017" y="13985"/>
                </a:cubicBezTo>
                <a:cubicBezTo>
                  <a:pt x="27440" y="13765"/>
                  <a:pt x="25864" y="13545"/>
                  <a:pt x="24288" y="13398"/>
                </a:cubicBezTo>
                <a:cubicBezTo>
                  <a:pt x="23591" y="13325"/>
                  <a:pt x="22885" y="13288"/>
                  <a:pt x="22180" y="13288"/>
                </a:cubicBezTo>
                <a:cubicBezTo>
                  <a:pt x="21474" y="13288"/>
                  <a:pt x="20768" y="13325"/>
                  <a:pt x="20072" y="13398"/>
                </a:cubicBezTo>
                <a:cubicBezTo>
                  <a:pt x="20915" y="13105"/>
                  <a:pt x="21758" y="12812"/>
                  <a:pt x="22601" y="12518"/>
                </a:cubicBezTo>
                <a:cubicBezTo>
                  <a:pt x="23974" y="12659"/>
                  <a:pt x="25347" y="12726"/>
                  <a:pt x="26720" y="12726"/>
                </a:cubicBezTo>
                <a:cubicBezTo>
                  <a:pt x="28573" y="12726"/>
                  <a:pt x="30426" y="12603"/>
                  <a:pt x="32279" y="12372"/>
                </a:cubicBezTo>
                <a:cubicBezTo>
                  <a:pt x="35505" y="11932"/>
                  <a:pt x="38658" y="11125"/>
                  <a:pt x="41700" y="9989"/>
                </a:cubicBezTo>
                <a:cubicBezTo>
                  <a:pt x="43423" y="9366"/>
                  <a:pt x="45073" y="8596"/>
                  <a:pt x="46686" y="7753"/>
                </a:cubicBezTo>
                <a:cubicBezTo>
                  <a:pt x="46796" y="7716"/>
                  <a:pt x="46759" y="7533"/>
                  <a:pt x="46649" y="7496"/>
                </a:cubicBezTo>
                <a:cubicBezTo>
                  <a:pt x="43387" y="7679"/>
                  <a:pt x="40161" y="8046"/>
                  <a:pt x="36935" y="8596"/>
                </a:cubicBezTo>
                <a:cubicBezTo>
                  <a:pt x="33709" y="9146"/>
                  <a:pt x="30520" y="9879"/>
                  <a:pt x="27367" y="10759"/>
                </a:cubicBezTo>
                <a:cubicBezTo>
                  <a:pt x="26084" y="11125"/>
                  <a:pt x="24801" y="11529"/>
                  <a:pt x="23518" y="11968"/>
                </a:cubicBezTo>
                <a:cubicBezTo>
                  <a:pt x="24251" y="11565"/>
                  <a:pt x="24911" y="11162"/>
                  <a:pt x="25607" y="10722"/>
                </a:cubicBezTo>
                <a:cubicBezTo>
                  <a:pt x="26524" y="10062"/>
                  <a:pt x="27367" y="9366"/>
                  <a:pt x="28173" y="8596"/>
                </a:cubicBezTo>
                <a:cubicBezTo>
                  <a:pt x="28980" y="7789"/>
                  <a:pt x="29713" y="6946"/>
                  <a:pt x="30373" y="6067"/>
                </a:cubicBezTo>
                <a:cubicBezTo>
                  <a:pt x="30703" y="5590"/>
                  <a:pt x="31033" y="5150"/>
                  <a:pt x="31289" y="4674"/>
                </a:cubicBezTo>
                <a:cubicBezTo>
                  <a:pt x="31583" y="4234"/>
                  <a:pt x="31876" y="3720"/>
                  <a:pt x="32133" y="3244"/>
                </a:cubicBezTo>
                <a:cubicBezTo>
                  <a:pt x="32609" y="2217"/>
                  <a:pt x="33269" y="1264"/>
                  <a:pt x="34039" y="495"/>
                </a:cubicBezTo>
                <a:lnTo>
                  <a:pt x="34369" y="201"/>
                </a:lnTo>
                <a:cubicBezTo>
                  <a:pt x="34461" y="140"/>
                  <a:pt x="34373" y="1"/>
                  <a:pt x="3427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9" name="Google Shape;360;p9"/>
          <p:cNvSpPr/>
          <p:nvPr/>
        </p:nvSpPr>
        <p:spPr>
          <a:xfrm rot="3225000" flipH="1">
            <a:off x="6923880" y="-1169280"/>
            <a:ext cx="2701080" cy="2155320"/>
          </a:xfrm>
          <a:custGeom>
            <a:avLst/>
            <a:gdLst>
              <a:gd name="textAreaLeft" fmla="*/ -360 w 2701080"/>
              <a:gd name="textAreaRight" fmla="*/ 2701080 w 2701080"/>
              <a:gd name="textAreaTop" fmla="*/ 0 h 2155320"/>
              <a:gd name="textAreaBottom" fmla="*/ 2155680 h 2155320"/>
            </a:gdLst>
            <a:ahLst/>
            <a:cxnLst/>
            <a:rect l="textAreaLeft" t="textAreaTop" r="textAreaRight" b="textAreaBottom"/>
            <a:pathLst>
              <a:path w="85084" h="67888">
                <a:moveTo>
                  <a:pt x="1" y="0"/>
                </a:moveTo>
                <a:lnTo>
                  <a:pt x="1" y="30903"/>
                </a:lnTo>
                <a:lnTo>
                  <a:pt x="28337" y="61109"/>
                </a:lnTo>
                <a:cubicBezTo>
                  <a:pt x="29914" y="62795"/>
                  <a:pt x="31526" y="64482"/>
                  <a:pt x="33506" y="65691"/>
                </a:cubicBezTo>
                <a:cubicBezTo>
                  <a:pt x="36362" y="67405"/>
                  <a:pt x="39723" y="67888"/>
                  <a:pt x="43095" y="67888"/>
                </a:cubicBezTo>
                <a:cubicBezTo>
                  <a:pt x="44267" y="67888"/>
                  <a:pt x="45440" y="67829"/>
                  <a:pt x="46593" y="67744"/>
                </a:cubicBezTo>
                <a:cubicBezTo>
                  <a:pt x="47253" y="67744"/>
                  <a:pt x="47913" y="67598"/>
                  <a:pt x="48499" y="67268"/>
                </a:cubicBezTo>
                <a:cubicBezTo>
                  <a:pt x="49122" y="66791"/>
                  <a:pt x="49452" y="66058"/>
                  <a:pt x="49746" y="65325"/>
                </a:cubicBezTo>
                <a:cubicBezTo>
                  <a:pt x="52752" y="57883"/>
                  <a:pt x="56637" y="50845"/>
                  <a:pt x="61293" y="44356"/>
                </a:cubicBezTo>
                <a:cubicBezTo>
                  <a:pt x="63822" y="40837"/>
                  <a:pt x="66718" y="37355"/>
                  <a:pt x="70677" y="35595"/>
                </a:cubicBezTo>
                <a:cubicBezTo>
                  <a:pt x="72400" y="34825"/>
                  <a:pt x="74233" y="34422"/>
                  <a:pt x="75993" y="33872"/>
                </a:cubicBezTo>
                <a:cubicBezTo>
                  <a:pt x="79145" y="32882"/>
                  <a:pt x="82115" y="31379"/>
                  <a:pt x="85047" y="29840"/>
                </a:cubicBezTo>
                <a:lnTo>
                  <a:pt x="85084" y="8688"/>
                </a:lnTo>
                <a:lnTo>
                  <a:pt x="85084" y="8688"/>
                </a:lnTo>
                <a:cubicBezTo>
                  <a:pt x="84937" y="8835"/>
                  <a:pt x="84791" y="9018"/>
                  <a:pt x="84644" y="9165"/>
                </a:cubicBezTo>
                <a:cubicBezTo>
                  <a:pt x="82078" y="11914"/>
                  <a:pt x="79182" y="14297"/>
                  <a:pt x="75993" y="16276"/>
                </a:cubicBezTo>
                <a:cubicBezTo>
                  <a:pt x="69242" y="20370"/>
                  <a:pt x="61568" y="22478"/>
                  <a:pt x="53829" y="22478"/>
                </a:cubicBezTo>
                <a:cubicBezTo>
                  <a:pt x="49719" y="22478"/>
                  <a:pt x="45590" y="21884"/>
                  <a:pt x="41571" y="20675"/>
                </a:cubicBezTo>
                <a:cubicBezTo>
                  <a:pt x="36585" y="19172"/>
                  <a:pt x="31966" y="16716"/>
                  <a:pt x="27347" y="14334"/>
                </a:cubicBezTo>
                <a:lnTo>
                  <a:pt x="1"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dk2"/>
        </a:solidFill>
        <a:effectLst/>
      </p:bgPr>
    </p:bg>
    <p:spTree>
      <p:nvGrpSpPr>
        <p:cNvPr id="1" name=""/>
        <p:cNvGrpSpPr/>
        <p:nvPr/>
      </p:nvGrpSpPr>
      <p:grpSpPr>
        <a:xfrm>
          <a:off x="0" y="0"/>
          <a:ext cx="0" cy="0"/>
          <a:chOff x="0" y="0"/>
          <a:chExt cx="0" cy="0"/>
        </a:xfrm>
      </p:grpSpPr>
      <p:sp>
        <p:nvSpPr>
          <p:cNvPr id="2270" name="PlaceHolder 1"/>
          <p:cNvSpPr>
            <a:spLocks noGrp="1"/>
          </p:cNvSpPr>
          <p:nvPr>
            <p:ph type="title"/>
          </p:nvPr>
        </p:nvSpPr>
        <p:spPr>
          <a:xfrm>
            <a:off x="713160" y="1611000"/>
            <a:ext cx="3646440" cy="164484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E2A47"/>
        </a:solidFill>
        <a:effectLst/>
      </p:bgPr>
    </p:bg>
    <p:spTree>
      <p:nvGrpSpPr>
        <p:cNvPr id="1" name=""/>
        <p:cNvGrpSpPr/>
        <p:nvPr/>
      </p:nvGrpSpPr>
      <p:grpSpPr>
        <a:xfrm>
          <a:off x="0" y="0"/>
          <a:ext cx="0" cy="0"/>
          <a:chOff x="0" y="0"/>
          <a:chExt cx="0" cy="0"/>
        </a:xfrm>
      </p:grpSpPr>
      <p:sp>
        <p:nvSpPr>
          <p:cNvPr id="2271" name="PlaceHolder 1"/>
          <p:cNvSpPr>
            <a:spLocks noGrp="1"/>
          </p:cNvSpPr>
          <p:nvPr>
            <p:ph type="title"/>
          </p:nvPr>
        </p:nvSpPr>
        <p:spPr>
          <a:xfrm>
            <a:off x="1048320" y="324000"/>
            <a:ext cx="70470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Default 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9" Type="http://schemas.openxmlformats.org/officeDocument/2006/relationships/slideLayout" Target="../slideLayouts/slideLayout48.xml"/><Relationship Id="rId21" Type="http://schemas.openxmlformats.org/officeDocument/2006/relationships/slideLayout" Target="../slideLayouts/slideLayout30.xml"/><Relationship Id="rId34" Type="http://schemas.openxmlformats.org/officeDocument/2006/relationships/slideLayout" Target="../slideLayouts/slideLayout43.xml"/><Relationship Id="rId42" Type="http://schemas.openxmlformats.org/officeDocument/2006/relationships/slideLayout" Target="../slideLayouts/slideLayout51.xml"/><Relationship Id="rId47" Type="http://schemas.openxmlformats.org/officeDocument/2006/relationships/slideLayout" Target="../slideLayouts/slideLayout56.xml"/><Relationship Id="rId50" Type="http://schemas.openxmlformats.org/officeDocument/2006/relationships/slideLayout" Target="../slideLayouts/slideLayout59.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9" Type="http://schemas.openxmlformats.org/officeDocument/2006/relationships/slideLayout" Target="../slideLayouts/slideLayout38.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slideLayout" Target="../slideLayouts/slideLayout41.xml"/><Relationship Id="rId37" Type="http://schemas.openxmlformats.org/officeDocument/2006/relationships/slideLayout" Target="../slideLayouts/slideLayout46.xml"/><Relationship Id="rId40" Type="http://schemas.openxmlformats.org/officeDocument/2006/relationships/slideLayout" Target="../slideLayouts/slideLayout49.xml"/><Relationship Id="rId45" Type="http://schemas.openxmlformats.org/officeDocument/2006/relationships/slideLayout" Target="../slideLayouts/slideLayout54.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36" Type="http://schemas.openxmlformats.org/officeDocument/2006/relationships/slideLayout" Target="../slideLayouts/slideLayout45.xml"/><Relationship Id="rId49" Type="http://schemas.openxmlformats.org/officeDocument/2006/relationships/slideLayout" Target="../slideLayouts/slideLayout58.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31" Type="http://schemas.openxmlformats.org/officeDocument/2006/relationships/slideLayout" Target="../slideLayouts/slideLayout40.xml"/><Relationship Id="rId44" Type="http://schemas.openxmlformats.org/officeDocument/2006/relationships/slideLayout" Target="../slideLayouts/slideLayout53.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35" Type="http://schemas.openxmlformats.org/officeDocument/2006/relationships/slideLayout" Target="../slideLayouts/slideLayout44.xml"/><Relationship Id="rId43" Type="http://schemas.openxmlformats.org/officeDocument/2006/relationships/slideLayout" Target="../slideLayouts/slideLayout52.xml"/><Relationship Id="rId48" Type="http://schemas.openxmlformats.org/officeDocument/2006/relationships/slideLayout" Target="../slideLayouts/slideLayout57.xml"/><Relationship Id="rId8" Type="http://schemas.openxmlformats.org/officeDocument/2006/relationships/slideLayout" Target="../slideLayouts/slideLayout17.xml"/><Relationship Id="rId51" Type="http://schemas.openxmlformats.org/officeDocument/2006/relationships/theme" Target="../theme/theme3.xml"/><Relationship Id="rId3" Type="http://schemas.openxmlformats.org/officeDocument/2006/relationships/slideLayout" Target="../slideLayouts/slideLayout12.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slideLayout" Target="../slideLayouts/slideLayout42.xml"/><Relationship Id="rId38" Type="http://schemas.openxmlformats.org/officeDocument/2006/relationships/slideLayout" Target="../slideLayouts/slideLayout47.xml"/><Relationship Id="rId46" Type="http://schemas.openxmlformats.org/officeDocument/2006/relationships/slideLayout" Target="../slideLayouts/slideLayout55.xml"/><Relationship Id="rId20" Type="http://schemas.openxmlformats.org/officeDocument/2006/relationships/slideLayout" Target="../slideLayouts/slideLayout29.xml"/><Relationship Id="rId41" Type="http://schemas.openxmlformats.org/officeDocument/2006/relationships/slideLayout" Target="../slideLayouts/slideLayout50.xml"/><Relationship Id="rId1" Type="http://schemas.openxmlformats.org/officeDocument/2006/relationships/slideLayout" Target="../slideLayouts/slideLayout10.xml"/><Relationship Id="rId6"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7360" y="1029960"/>
            <a:ext cx="7469280" cy="1644120"/>
          </a:xfrm>
          <a:prstGeom prst="rect">
            <a:avLst/>
          </a:prstGeom>
          <a:noFill/>
          <a:ln w="0">
            <a:noFill/>
          </a:ln>
        </p:spPr>
        <p:txBody>
          <a:bodyPr lIns="91440" tIns="91440" rIns="91440" bIns="91440" anchor="t">
            <a:noAutofit/>
          </a:bodyPr>
          <a:lstStyle/>
          <a:p>
            <a:pPr indent="0" algn="ctr">
              <a:lnSpc>
                <a:spcPct val="100000"/>
              </a:lnSpc>
              <a:buNone/>
            </a:pPr>
            <a:r>
              <a:rPr lang="fr-FR" sz="12000" b="0" u="none" strike="noStrike">
                <a:solidFill>
                  <a:schemeClr val="lt1"/>
                </a:solidFill>
                <a:effectLst/>
                <a:uFillTx/>
                <a:latin typeface="Calistoga"/>
                <a:ea typeface="Calistoga"/>
              </a:rPr>
              <a:t>xx%</a:t>
            </a:r>
            <a:endParaRPr lang="fr-FR" sz="12000" b="0" u="none" strike="noStrike">
              <a:solidFill>
                <a:schemeClr val="dk1"/>
              </a:solidFill>
              <a:effectLst/>
              <a:uFillTx/>
              <a:latin typeface="Arial"/>
            </a:endParaRPr>
          </a:p>
        </p:txBody>
      </p:sp>
      <p:sp>
        <p:nvSpPr>
          <p:cNvPr id="59" name="Google Shape;366;p11"/>
          <p:cNvSpPr/>
          <p:nvPr/>
        </p:nvSpPr>
        <p:spPr>
          <a:xfrm flipH="1">
            <a:off x="-305640" y="4298040"/>
            <a:ext cx="5128920" cy="844920"/>
          </a:xfrm>
          <a:custGeom>
            <a:avLst/>
            <a:gdLst>
              <a:gd name="textAreaLeft" fmla="*/ -360 w 5128920"/>
              <a:gd name="textAreaRight" fmla="*/ 5128920 w 5128920"/>
              <a:gd name="textAreaTop" fmla="*/ 0 h 844920"/>
              <a:gd name="textAreaBottom" fmla="*/ 845280 h 84492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r>
              <a:rPr lang="en" sz="1800" b="0" u="none" strike="noStrike">
                <a:solidFill>
                  <a:schemeClr val="dk1"/>
                </a:solidFill>
                <a:effectLst/>
                <a:uFillTx/>
                <a:latin typeface="Arial"/>
              </a:rPr>
              <a:t> </a:t>
            </a:r>
            <a:endParaRPr lang="en-US" sz="1800" b="0" u="none" strike="noStrike">
              <a:solidFill>
                <a:srgbClr val="000000"/>
              </a:solidFill>
              <a:effectLst/>
              <a:uFillTx/>
              <a:latin typeface="OpenSymbol"/>
            </a:endParaRPr>
          </a:p>
        </p:txBody>
      </p:sp>
      <p:sp>
        <p:nvSpPr>
          <p:cNvPr id="60" name="Google Shape;367;p11"/>
          <p:cNvSpPr/>
          <p:nvPr/>
        </p:nvSpPr>
        <p:spPr>
          <a:xfrm>
            <a:off x="4543200" y="4421160"/>
            <a:ext cx="4714920" cy="788040"/>
          </a:xfrm>
          <a:custGeom>
            <a:avLst/>
            <a:gdLst>
              <a:gd name="textAreaLeft" fmla="*/ 0 w 4714920"/>
              <a:gd name="textAreaRight" fmla="*/ 4715280 w 4714920"/>
              <a:gd name="textAreaTop" fmla="*/ 0 h 788040"/>
              <a:gd name="textAreaBottom" fmla="*/ 788400 h 788040"/>
            </a:gdLst>
            <a:ahLst/>
            <a:cxnLst/>
            <a:rect l="textAreaLeft" t="textAreaTop" r="textAreaRight" b="textAreaBottom"/>
            <a:pathLst>
              <a:path w="85085" h="35856">
                <a:moveTo>
                  <a:pt x="21963" y="0"/>
                </a:moveTo>
                <a:cubicBezTo>
                  <a:pt x="20489" y="0"/>
                  <a:pt x="19021" y="128"/>
                  <a:pt x="17560" y="444"/>
                </a:cubicBezTo>
                <a:cubicBezTo>
                  <a:pt x="11658" y="1763"/>
                  <a:pt x="6819" y="5942"/>
                  <a:pt x="3007" y="10671"/>
                </a:cubicBezTo>
                <a:cubicBezTo>
                  <a:pt x="1980" y="11954"/>
                  <a:pt x="954" y="13311"/>
                  <a:pt x="1" y="14704"/>
                </a:cubicBezTo>
                <a:lnTo>
                  <a:pt x="1" y="35855"/>
                </a:lnTo>
                <a:lnTo>
                  <a:pt x="85084" y="35855"/>
                </a:lnTo>
                <a:lnTo>
                  <a:pt x="85084" y="13494"/>
                </a:lnTo>
                <a:cubicBezTo>
                  <a:pt x="81602" y="11111"/>
                  <a:pt x="77973" y="8948"/>
                  <a:pt x="74233" y="7079"/>
                </a:cubicBezTo>
                <a:cubicBezTo>
                  <a:pt x="69285" y="4476"/>
                  <a:pt x="64152" y="1947"/>
                  <a:pt x="58617" y="1323"/>
                </a:cubicBezTo>
                <a:cubicBezTo>
                  <a:pt x="57606" y="1211"/>
                  <a:pt x="56597" y="1165"/>
                  <a:pt x="55588" y="1165"/>
                </a:cubicBezTo>
                <a:cubicBezTo>
                  <a:pt x="50695" y="1165"/>
                  <a:pt x="45815" y="2258"/>
                  <a:pt x="40893" y="2258"/>
                </a:cubicBezTo>
                <a:cubicBezTo>
                  <a:pt x="40533" y="2258"/>
                  <a:pt x="40172" y="2252"/>
                  <a:pt x="39811" y="2240"/>
                </a:cubicBezTo>
                <a:cubicBezTo>
                  <a:pt x="33831" y="2035"/>
                  <a:pt x="27850" y="0"/>
                  <a:pt x="21963"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 name="Google Shape;368;p11"/>
          <p:cNvSpPr/>
          <p:nvPr/>
        </p:nvSpPr>
        <p:spPr>
          <a:xfrm rot="10800000">
            <a:off x="2312280" y="4564080"/>
            <a:ext cx="2971800" cy="775080"/>
          </a:xfrm>
          <a:custGeom>
            <a:avLst/>
            <a:gdLst>
              <a:gd name="textAreaLeft" fmla="*/ 0 w 2971800"/>
              <a:gd name="textAreaRight" fmla="*/ 2972160 w 2971800"/>
              <a:gd name="textAreaTop" fmla="*/ 0 h 775080"/>
              <a:gd name="textAreaBottom" fmla="*/ 775440 h 775080"/>
            </a:gdLst>
            <a:ahLst/>
            <a:cxnLst/>
            <a:rect l="textAreaLeft" t="textAreaTop" r="textAreaRight" b="textAreaBottom"/>
            <a:pathLst>
              <a:path w="85085" h="25745">
                <a:moveTo>
                  <a:pt x="1" y="0"/>
                </a:moveTo>
                <a:lnTo>
                  <a:pt x="1" y="2530"/>
                </a:lnTo>
                <a:cubicBezTo>
                  <a:pt x="7662" y="6306"/>
                  <a:pt x="12941" y="13674"/>
                  <a:pt x="19906" y="18696"/>
                </a:cubicBezTo>
                <a:cubicBezTo>
                  <a:pt x="20126" y="18879"/>
                  <a:pt x="20346" y="19026"/>
                  <a:pt x="20603" y="19209"/>
                </a:cubicBezTo>
                <a:cubicBezTo>
                  <a:pt x="26913" y="23518"/>
                  <a:pt x="34555" y="25744"/>
                  <a:pt x="42184" y="25744"/>
                </a:cubicBezTo>
                <a:cubicBezTo>
                  <a:pt x="47275" y="25744"/>
                  <a:pt x="52360" y="24753"/>
                  <a:pt x="57041" y="22728"/>
                </a:cubicBezTo>
                <a:cubicBezTo>
                  <a:pt x="67232" y="18329"/>
                  <a:pt x="74967" y="9751"/>
                  <a:pt x="85084" y="5206"/>
                </a:cubicBezTo>
                <a:lnTo>
                  <a:pt x="85084" y="0"/>
                </a:lnTo>
                <a:close/>
              </a:path>
            </a:pathLst>
          </a:cu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 name="Google Shape;369;p11"/>
          <p:cNvSpPr/>
          <p:nvPr/>
        </p:nvSpPr>
        <p:spPr>
          <a:xfrm rot="20493600">
            <a:off x="-12960" y="306792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370;p11"/>
          <p:cNvSpPr/>
          <p:nvPr/>
        </p:nvSpPr>
        <p:spPr>
          <a:xfrm rot="11073600">
            <a:off x="7637760" y="-55080"/>
            <a:ext cx="1585800" cy="941400"/>
          </a:xfrm>
          <a:custGeom>
            <a:avLst/>
            <a:gdLst>
              <a:gd name="textAreaLeft" fmla="*/ 0 w 1585800"/>
              <a:gd name="textAreaRight" fmla="*/ 1586160 w 1585800"/>
              <a:gd name="textAreaTop" fmla="*/ 0 h 941400"/>
              <a:gd name="textAreaBottom" fmla="*/ 941760 h 941400"/>
            </a:gdLst>
            <a:ahLst/>
            <a:cxnLst/>
            <a:rect l="textAreaLeft" t="textAreaTop" r="textAreaRight" b="textAreaBottom"/>
            <a:pathLst>
              <a:path w="52789" h="31344">
                <a:moveTo>
                  <a:pt x="1" y="1"/>
                </a:moveTo>
                <a:lnTo>
                  <a:pt x="1" y="18587"/>
                </a:lnTo>
                <a:cubicBezTo>
                  <a:pt x="5866" y="19393"/>
                  <a:pt x="11621" y="21043"/>
                  <a:pt x="16680" y="24122"/>
                </a:cubicBezTo>
                <a:cubicBezTo>
                  <a:pt x="19759" y="25991"/>
                  <a:pt x="22509" y="28448"/>
                  <a:pt x="24671" y="31344"/>
                </a:cubicBezTo>
                <a:lnTo>
                  <a:pt x="52788" y="31344"/>
                </a:lnTo>
                <a:cubicBezTo>
                  <a:pt x="47546" y="20786"/>
                  <a:pt x="36915" y="13418"/>
                  <a:pt x="26138" y="8249"/>
                </a:cubicBezTo>
                <a:cubicBezTo>
                  <a:pt x="23498" y="6966"/>
                  <a:pt x="20786" y="5830"/>
                  <a:pt x="18073" y="4767"/>
                </a:cubicBezTo>
                <a:cubicBezTo>
                  <a:pt x="13234" y="2897"/>
                  <a:pt x="8249" y="1467"/>
                  <a:pt x="3153" y="588"/>
                </a:cubicBezTo>
                <a:cubicBezTo>
                  <a:pt x="2163" y="404"/>
                  <a:pt x="1100" y="184"/>
                  <a:pt x="1"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nvGrpSpPr>
          <p:cNvPr id="64" name="Google Shape;371;p11"/>
          <p:cNvGrpSpPr/>
          <p:nvPr/>
        </p:nvGrpSpPr>
        <p:grpSpPr>
          <a:xfrm>
            <a:off x="8184600" y="388440"/>
            <a:ext cx="695880" cy="1015920"/>
            <a:chOff x="8184600" y="388440"/>
            <a:chExt cx="695880" cy="1015920"/>
          </a:xfrm>
        </p:grpSpPr>
        <p:sp>
          <p:nvSpPr>
            <p:cNvPr id="65" name="Google Shape;372;p11"/>
            <p:cNvSpPr/>
            <p:nvPr/>
          </p:nvSpPr>
          <p:spPr>
            <a:xfrm rot="1098000">
              <a:off x="8784000" y="396000"/>
              <a:ext cx="56160" cy="45360"/>
            </a:xfrm>
            <a:custGeom>
              <a:avLst/>
              <a:gdLst>
                <a:gd name="textAreaLeft" fmla="*/ 0 w 56160"/>
                <a:gd name="textAreaRight" fmla="*/ 56520 w 56160"/>
                <a:gd name="textAreaTop" fmla="*/ 0 h 45360"/>
                <a:gd name="textAreaBottom" fmla="*/ 45720 h 45360"/>
              </a:gdLst>
              <a:ahLst/>
              <a:cxnLst/>
              <a:rect l="textAreaLeft" t="textAreaTop" r="textAreaRight" b="textAreaBottom"/>
              <a:pathLst>
                <a:path w="1356" h="1097">
                  <a:moveTo>
                    <a:pt x="277" y="334"/>
                  </a:moveTo>
                  <a:cubicBezTo>
                    <a:pt x="261" y="384"/>
                    <a:pt x="248" y="411"/>
                    <a:pt x="243" y="411"/>
                  </a:cubicBezTo>
                  <a:cubicBezTo>
                    <a:pt x="240" y="411"/>
                    <a:pt x="243" y="390"/>
                    <a:pt x="257" y="347"/>
                  </a:cubicBezTo>
                  <a:lnTo>
                    <a:pt x="277" y="334"/>
                  </a:lnTo>
                  <a:close/>
                  <a:moveTo>
                    <a:pt x="243" y="686"/>
                  </a:moveTo>
                  <a:lnTo>
                    <a:pt x="243" y="686"/>
                  </a:lnTo>
                  <a:cubicBezTo>
                    <a:pt x="248" y="686"/>
                    <a:pt x="261" y="713"/>
                    <a:pt x="277" y="764"/>
                  </a:cubicBezTo>
                  <a:lnTo>
                    <a:pt x="277" y="764"/>
                  </a:lnTo>
                  <a:lnTo>
                    <a:pt x="257" y="750"/>
                  </a:lnTo>
                  <a:cubicBezTo>
                    <a:pt x="243" y="707"/>
                    <a:pt x="240" y="686"/>
                    <a:pt x="243" y="686"/>
                  </a:cubicBezTo>
                  <a:close/>
                  <a:moveTo>
                    <a:pt x="846" y="1"/>
                  </a:moveTo>
                  <a:cubicBezTo>
                    <a:pt x="811" y="1"/>
                    <a:pt x="774" y="6"/>
                    <a:pt x="734" y="17"/>
                  </a:cubicBezTo>
                  <a:cubicBezTo>
                    <a:pt x="660" y="17"/>
                    <a:pt x="550" y="54"/>
                    <a:pt x="477" y="90"/>
                  </a:cubicBezTo>
                  <a:cubicBezTo>
                    <a:pt x="418" y="120"/>
                    <a:pt x="360" y="172"/>
                    <a:pt x="320" y="230"/>
                  </a:cubicBezTo>
                  <a:lnTo>
                    <a:pt x="320" y="230"/>
                  </a:lnTo>
                  <a:cubicBezTo>
                    <a:pt x="299" y="234"/>
                    <a:pt x="278" y="237"/>
                    <a:pt x="257" y="237"/>
                  </a:cubicBezTo>
                  <a:cubicBezTo>
                    <a:pt x="110" y="274"/>
                    <a:pt x="0" y="384"/>
                    <a:pt x="0" y="530"/>
                  </a:cubicBezTo>
                  <a:cubicBezTo>
                    <a:pt x="0" y="714"/>
                    <a:pt x="110" y="824"/>
                    <a:pt x="257" y="860"/>
                  </a:cubicBezTo>
                  <a:cubicBezTo>
                    <a:pt x="284" y="860"/>
                    <a:pt x="311" y="865"/>
                    <a:pt x="337" y="871"/>
                  </a:cubicBezTo>
                  <a:lnTo>
                    <a:pt x="337" y="871"/>
                  </a:lnTo>
                  <a:cubicBezTo>
                    <a:pt x="385" y="927"/>
                    <a:pt x="420" y="978"/>
                    <a:pt x="477" y="1007"/>
                  </a:cubicBezTo>
                  <a:cubicBezTo>
                    <a:pt x="550" y="1044"/>
                    <a:pt x="660" y="1080"/>
                    <a:pt x="734" y="1080"/>
                  </a:cubicBezTo>
                  <a:cubicBezTo>
                    <a:pt x="774" y="1091"/>
                    <a:pt x="811" y="1096"/>
                    <a:pt x="846" y="1096"/>
                  </a:cubicBezTo>
                  <a:cubicBezTo>
                    <a:pt x="1356" y="1096"/>
                    <a:pt x="1356" y="1"/>
                    <a:pt x="84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2680" bIns="226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 name="Google Shape;373;p11"/>
            <p:cNvSpPr/>
            <p:nvPr/>
          </p:nvSpPr>
          <p:spPr>
            <a:xfrm rot="1098000">
              <a:off x="8816400" y="642960"/>
              <a:ext cx="57960" cy="47160"/>
            </a:xfrm>
            <a:custGeom>
              <a:avLst/>
              <a:gdLst>
                <a:gd name="textAreaLeft" fmla="*/ 0 w 57960"/>
                <a:gd name="textAreaRight" fmla="*/ 58320 w 57960"/>
                <a:gd name="textAreaTop" fmla="*/ 0 h 47160"/>
                <a:gd name="textAreaBottom" fmla="*/ 47520 h 47160"/>
              </a:gdLst>
              <a:ahLst/>
              <a:cxnLst/>
              <a:rect l="textAreaLeft" t="textAreaTop" r="textAreaRight" b="textAreaBottom"/>
              <a:pathLst>
                <a:path w="1394" h="1137">
                  <a:moveTo>
                    <a:pt x="697" y="0"/>
                  </a:moveTo>
                  <a:cubicBezTo>
                    <a:pt x="0" y="73"/>
                    <a:pt x="0" y="1063"/>
                    <a:pt x="697" y="1137"/>
                  </a:cubicBezTo>
                  <a:cubicBezTo>
                    <a:pt x="1393" y="1063"/>
                    <a:pt x="1393" y="73"/>
                    <a:pt x="697"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 name="Google Shape;374;p11"/>
            <p:cNvSpPr/>
            <p:nvPr/>
          </p:nvSpPr>
          <p:spPr>
            <a:xfrm rot="1098000">
              <a:off x="8568000" y="486720"/>
              <a:ext cx="83880" cy="62280"/>
            </a:xfrm>
            <a:custGeom>
              <a:avLst/>
              <a:gdLst>
                <a:gd name="textAreaLeft" fmla="*/ 0 w 83880"/>
                <a:gd name="textAreaRight" fmla="*/ 84240 w 83880"/>
                <a:gd name="textAreaTop" fmla="*/ 0 h 62280"/>
                <a:gd name="textAreaBottom" fmla="*/ 62640 h 62280"/>
              </a:gdLst>
              <a:ahLst/>
              <a:cxnLst/>
              <a:rect l="textAreaLeft" t="textAreaTop" r="textAreaRight" b="textAreaBottom"/>
              <a:pathLst>
                <a:path w="2017" h="1504">
                  <a:moveTo>
                    <a:pt x="1027" y="1"/>
                  </a:moveTo>
                  <a:cubicBezTo>
                    <a:pt x="0" y="1"/>
                    <a:pt x="0" y="1504"/>
                    <a:pt x="1027" y="1504"/>
                  </a:cubicBezTo>
                  <a:cubicBezTo>
                    <a:pt x="2017" y="1504"/>
                    <a:pt x="2017" y="1"/>
                    <a:pt x="102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31320" bIns="313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 name="Google Shape;375;p11"/>
            <p:cNvSpPr/>
            <p:nvPr/>
          </p:nvSpPr>
          <p:spPr>
            <a:xfrm rot="1098000">
              <a:off x="8605800" y="760320"/>
              <a:ext cx="66960" cy="54720"/>
            </a:xfrm>
            <a:custGeom>
              <a:avLst/>
              <a:gdLst>
                <a:gd name="textAreaLeft" fmla="*/ 0 w 66960"/>
                <a:gd name="textAreaRight" fmla="*/ 67320 w 66960"/>
                <a:gd name="textAreaTop" fmla="*/ 0 h 54720"/>
                <a:gd name="textAreaBottom" fmla="*/ 55080 h 54720"/>
              </a:gdLst>
              <a:ahLst/>
              <a:cxnLst/>
              <a:rect l="textAreaLeft" t="textAreaTop" r="textAreaRight" b="textAreaBottom"/>
              <a:pathLst>
                <a:path w="1614" h="1321">
                  <a:moveTo>
                    <a:pt x="807" y="1"/>
                  </a:moveTo>
                  <a:cubicBezTo>
                    <a:pt x="0" y="38"/>
                    <a:pt x="0" y="1247"/>
                    <a:pt x="807" y="1321"/>
                  </a:cubicBezTo>
                  <a:cubicBezTo>
                    <a:pt x="1613" y="1247"/>
                    <a:pt x="1613" y="38"/>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7360" bIns="273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376;p11"/>
            <p:cNvSpPr/>
            <p:nvPr/>
          </p:nvSpPr>
          <p:spPr>
            <a:xfrm rot="1098000">
              <a:off x="8424720" y="771480"/>
              <a:ext cx="66960" cy="56160"/>
            </a:xfrm>
            <a:custGeom>
              <a:avLst/>
              <a:gdLst>
                <a:gd name="textAreaLeft" fmla="*/ 0 w 66960"/>
                <a:gd name="textAreaRight" fmla="*/ 67320 w 66960"/>
                <a:gd name="textAreaTop" fmla="*/ 0 h 56160"/>
                <a:gd name="textAreaBottom" fmla="*/ 56520 h 56160"/>
              </a:gdLst>
              <a:ahLst/>
              <a:cxnLst/>
              <a:rect l="textAreaLeft" t="textAreaTop" r="textAreaRight" b="textAreaBottom"/>
              <a:pathLst>
                <a:path w="1613" h="1358">
                  <a:moveTo>
                    <a:pt x="806" y="1"/>
                  </a:moveTo>
                  <a:cubicBezTo>
                    <a:pt x="0" y="74"/>
                    <a:pt x="0" y="1284"/>
                    <a:pt x="806" y="1357"/>
                  </a:cubicBezTo>
                  <a:cubicBezTo>
                    <a:pt x="1613" y="1284"/>
                    <a:pt x="1613" y="74"/>
                    <a:pt x="806"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8080" bIns="28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377;p11"/>
            <p:cNvSpPr/>
            <p:nvPr/>
          </p:nvSpPr>
          <p:spPr>
            <a:xfrm rot="1098000">
              <a:off x="8462880" y="9180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34" y="0"/>
                  </a:moveTo>
                  <a:cubicBezTo>
                    <a:pt x="1" y="0"/>
                    <a:pt x="1" y="1136"/>
                    <a:pt x="734" y="1136"/>
                  </a:cubicBezTo>
                  <a:cubicBezTo>
                    <a:pt x="1504" y="1136"/>
                    <a:pt x="1504" y="0"/>
                    <a:pt x="734"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 name="Google Shape;378;p11"/>
            <p:cNvSpPr/>
            <p:nvPr/>
          </p:nvSpPr>
          <p:spPr>
            <a:xfrm rot="1098000">
              <a:off x="8348040" y="1043640"/>
              <a:ext cx="63720" cy="51840"/>
            </a:xfrm>
            <a:custGeom>
              <a:avLst/>
              <a:gdLst>
                <a:gd name="textAreaLeft" fmla="*/ 0 w 63720"/>
                <a:gd name="textAreaRight" fmla="*/ 64080 w 63720"/>
                <a:gd name="textAreaTop" fmla="*/ 0 h 51840"/>
                <a:gd name="textAreaBottom" fmla="*/ 52200 h 51840"/>
              </a:gdLst>
              <a:ahLst/>
              <a:cxnLst/>
              <a:rect l="textAreaLeft" t="textAreaTop" r="textAreaRight" b="textAreaBottom"/>
              <a:pathLst>
                <a:path w="1540" h="1247">
                  <a:moveTo>
                    <a:pt x="770" y="1"/>
                  </a:moveTo>
                  <a:cubicBezTo>
                    <a:pt x="0" y="74"/>
                    <a:pt x="0" y="1210"/>
                    <a:pt x="770" y="1247"/>
                  </a:cubicBezTo>
                  <a:cubicBezTo>
                    <a:pt x="1540" y="1210"/>
                    <a:pt x="1540" y="74"/>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920" bIns="259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 name="Google Shape;379;p11"/>
            <p:cNvSpPr/>
            <p:nvPr/>
          </p:nvSpPr>
          <p:spPr>
            <a:xfrm rot="1098000">
              <a:off x="8251560" y="1190520"/>
              <a:ext cx="66960" cy="50040"/>
            </a:xfrm>
            <a:custGeom>
              <a:avLst/>
              <a:gdLst>
                <a:gd name="textAreaLeft" fmla="*/ 0 w 66960"/>
                <a:gd name="textAreaRight" fmla="*/ 67320 w 66960"/>
                <a:gd name="textAreaTop" fmla="*/ 0 h 50040"/>
                <a:gd name="textAreaBottom" fmla="*/ 50400 h 50040"/>
              </a:gdLst>
              <a:ahLst/>
              <a:cxnLst/>
              <a:rect l="textAreaLeft" t="textAreaTop" r="textAreaRight" b="textAreaBottom"/>
              <a:pathLst>
                <a:path w="1614" h="1211">
                  <a:moveTo>
                    <a:pt x="807" y="1"/>
                  </a:moveTo>
                  <a:cubicBezTo>
                    <a:pt x="1" y="1"/>
                    <a:pt x="1" y="1210"/>
                    <a:pt x="807" y="1210"/>
                  </a:cubicBezTo>
                  <a:cubicBezTo>
                    <a:pt x="1613" y="1210"/>
                    <a:pt x="1613" y="1"/>
                    <a:pt x="807"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5200" bIns="25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 name="Google Shape;380;p11"/>
            <p:cNvSpPr/>
            <p:nvPr/>
          </p:nvSpPr>
          <p:spPr>
            <a:xfrm rot="1098000">
              <a:off x="8190360" y="1348200"/>
              <a:ext cx="62280" cy="47160"/>
            </a:xfrm>
            <a:custGeom>
              <a:avLst/>
              <a:gdLst>
                <a:gd name="textAreaLeft" fmla="*/ 0 w 62280"/>
                <a:gd name="textAreaRight" fmla="*/ 62640 w 62280"/>
                <a:gd name="textAreaTop" fmla="*/ 0 h 47160"/>
                <a:gd name="textAreaBottom" fmla="*/ 47520 h 47160"/>
              </a:gdLst>
              <a:ahLst/>
              <a:cxnLst/>
              <a:rect l="textAreaLeft" t="textAreaTop" r="textAreaRight" b="textAreaBottom"/>
              <a:pathLst>
                <a:path w="1504" h="1137">
                  <a:moveTo>
                    <a:pt x="770" y="1"/>
                  </a:moveTo>
                  <a:cubicBezTo>
                    <a:pt x="1" y="1"/>
                    <a:pt x="1" y="1137"/>
                    <a:pt x="770" y="1137"/>
                  </a:cubicBezTo>
                  <a:cubicBezTo>
                    <a:pt x="1504" y="1137"/>
                    <a:pt x="1504" y="1"/>
                    <a:pt x="770"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23760" bIns="23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 name="Google Shape;381;p11"/>
          <p:cNvGrpSpPr/>
          <p:nvPr/>
        </p:nvGrpSpPr>
        <p:grpSpPr>
          <a:xfrm>
            <a:off x="92520" y="138960"/>
            <a:ext cx="535680" cy="552240"/>
            <a:chOff x="92520" y="138960"/>
            <a:chExt cx="535680" cy="552240"/>
          </a:xfrm>
        </p:grpSpPr>
        <p:sp>
          <p:nvSpPr>
            <p:cNvPr id="75" name="Google Shape;382;p11"/>
            <p:cNvSpPr/>
            <p:nvPr/>
          </p:nvSpPr>
          <p:spPr>
            <a:xfrm>
              <a:off x="577800" y="138960"/>
              <a:ext cx="42840" cy="34200"/>
            </a:xfrm>
            <a:custGeom>
              <a:avLst/>
              <a:gdLst>
                <a:gd name="textAreaLeft" fmla="*/ 0 w 42840"/>
                <a:gd name="textAreaRight" fmla="*/ 43200 w 42840"/>
                <a:gd name="textAreaTop" fmla="*/ 0 h 34200"/>
                <a:gd name="textAreaBottom" fmla="*/ 34560 h 34200"/>
              </a:gdLst>
              <a:ahLst/>
              <a:cxnLst/>
              <a:rect l="textAreaLeft" t="textAreaTop" r="textAreaRight" b="textAreaBottom"/>
              <a:pathLst>
                <a:path w="1248" h="991">
                  <a:moveTo>
                    <a:pt x="514" y="0"/>
                  </a:moveTo>
                  <a:cubicBezTo>
                    <a:pt x="221" y="0"/>
                    <a:pt x="1" y="220"/>
                    <a:pt x="1" y="477"/>
                  </a:cubicBezTo>
                  <a:cubicBezTo>
                    <a:pt x="1" y="770"/>
                    <a:pt x="221" y="990"/>
                    <a:pt x="514" y="990"/>
                  </a:cubicBezTo>
                  <a:lnTo>
                    <a:pt x="514" y="954"/>
                  </a:lnTo>
                  <a:lnTo>
                    <a:pt x="771" y="954"/>
                  </a:lnTo>
                  <a:cubicBezTo>
                    <a:pt x="1027" y="954"/>
                    <a:pt x="1247" y="734"/>
                    <a:pt x="1247" y="477"/>
                  </a:cubicBezTo>
                  <a:cubicBezTo>
                    <a:pt x="1247" y="184"/>
                    <a:pt x="1027" y="0"/>
                    <a:pt x="77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280" bIns="17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383;p11"/>
            <p:cNvSpPr/>
            <p:nvPr/>
          </p:nvSpPr>
          <p:spPr>
            <a:xfrm>
              <a:off x="427320" y="293040"/>
              <a:ext cx="45360" cy="46080"/>
            </a:xfrm>
            <a:custGeom>
              <a:avLst/>
              <a:gdLst>
                <a:gd name="textAreaLeft" fmla="*/ 0 w 45360"/>
                <a:gd name="textAreaRight" fmla="*/ 45720 w 45360"/>
                <a:gd name="textAreaTop" fmla="*/ 0 h 46080"/>
                <a:gd name="textAreaBottom" fmla="*/ 46440 h 46080"/>
              </a:gdLst>
              <a:ahLst/>
              <a:cxnLst/>
              <a:rect l="textAreaLeft" t="textAreaTop" r="textAreaRight" b="textAreaBottom"/>
              <a:pathLst>
                <a:path w="1320" h="1340">
                  <a:moveTo>
                    <a:pt x="733" y="0"/>
                  </a:moveTo>
                  <a:cubicBezTo>
                    <a:pt x="587" y="0"/>
                    <a:pt x="440" y="73"/>
                    <a:pt x="330" y="183"/>
                  </a:cubicBezTo>
                  <a:lnTo>
                    <a:pt x="294" y="220"/>
                  </a:lnTo>
                  <a:cubicBezTo>
                    <a:pt x="211" y="302"/>
                    <a:pt x="152" y="407"/>
                    <a:pt x="123" y="522"/>
                  </a:cubicBezTo>
                  <a:lnTo>
                    <a:pt x="123" y="522"/>
                  </a:lnTo>
                  <a:cubicBezTo>
                    <a:pt x="106" y="547"/>
                    <a:pt x="90" y="570"/>
                    <a:pt x="74" y="587"/>
                  </a:cubicBezTo>
                  <a:cubicBezTo>
                    <a:pt x="0" y="697"/>
                    <a:pt x="0" y="843"/>
                    <a:pt x="37" y="990"/>
                  </a:cubicBezTo>
                  <a:cubicBezTo>
                    <a:pt x="74" y="1063"/>
                    <a:pt x="110" y="1173"/>
                    <a:pt x="220" y="1246"/>
                  </a:cubicBezTo>
                  <a:cubicBezTo>
                    <a:pt x="301" y="1311"/>
                    <a:pt x="402" y="1340"/>
                    <a:pt x="503" y="1340"/>
                  </a:cubicBezTo>
                  <a:cubicBezTo>
                    <a:pt x="632" y="1340"/>
                    <a:pt x="761" y="1292"/>
                    <a:pt x="843" y="1210"/>
                  </a:cubicBezTo>
                  <a:lnTo>
                    <a:pt x="852" y="1201"/>
                  </a:lnTo>
                  <a:lnTo>
                    <a:pt x="852" y="1201"/>
                  </a:lnTo>
                  <a:cubicBezTo>
                    <a:pt x="946" y="1177"/>
                    <a:pt x="1031" y="1132"/>
                    <a:pt x="1100" y="1063"/>
                  </a:cubicBezTo>
                  <a:lnTo>
                    <a:pt x="1137" y="990"/>
                  </a:lnTo>
                  <a:cubicBezTo>
                    <a:pt x="1247" y="880"/>
                    <a:pt x="1320" y="733"/>
                    <a:pt x="1320" y="587"/>
                  </a:cubicBezTo>
                  <a:cubicBezTo>
                    <a:pt x="1320" y="403"/>
                    <a:pt x="1247" y="257"/>
                    <a:pt x="1137" y="183"/>
                  </a:cubicBezTo>
                  <a:cubicBezTo>
                    <a:pt x="1027" y="73"/>
                    <a:pt x="880" y="0"/>
                    <a:pt x="73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384;p11"/>
            <p:cNvSpPr/>
            <p:nvPr/>
          </p:nvSpPr>
          <p:spPr>
            <a:xfrm>
              <a:off x="580320" y="312120"/>
              <a:ext cx="47880" cy="40320"/>
            </a:xfrm>
            <a:custGeom>
              <a:avLst/>
              <a:gdLst>
                <a:gd name="textAreaLeft" fmla="*/ 0 w 47880"/>
                <a:gd name="textAreaRight" fmla="*/ 48240 w 47880"/>
                <a:gd name="textAreaTop" fmla="*/ 0 h 40320"/>
                <a:gd name="textAreaBottom" fmla="*/ 40680 h 40320"/>
              </a:gdLst>
              <a:ahLst/>
              <a:cxnLst/>
              <a:rect l="textAreaLeft" t="textAreaTop" r="textAreaRight" b="textAreaBottom"/>
              <a:pathLst>
                <a:path w="1394" h="1175">
                  <a:moveTo>
                    <a:pt x="697" y="1"/>
                  </a:moveTo>
                  <a:cubicBezTo>
                    <a:pt x="0" y="74"/>
                    <a:pt x="0" y="1101"/>
                    <a:pt x="697" y="1174"/>
                  </a:cubicBezTo>
                  <a:cubicBezTo>
                    <a:pt x="1393" y="1101"/>
                    <a:pt x="1393" y="74"/>
                    <a:pt x="69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160" bIns="20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385;p11"/>
            <p:cNvSpPr/>
            <p:nvPr/>
          </p:nvSpPr>
          <p:spPr>
            <a:xfrm>
              <a:off x="414720" y="194760"/>
              <a:ext cx="42840" cy="31320"/>
            </a:xfrm>
            <a:custGeom>
              <a:avLst/>
              <a:gdLst>
                <a:gd name="textAreaLeft" fmla="*/ 0 w 42840"/>
                <a:gd name="textAreaRight" fmla="*/ 43200 w 42840"/>
                <a:gd name="textAreaTop" fmla="*/ 0 h 31320"/>
                <a:gd name="textAreaBottom" fmla="*/ 31680 h 31320"/>
              </a:gdLst>
              <a:ahLst/>
              <a:cxnLst/>
              <a:rect l="textAreaLeft" t="textAreaTop" r="textAreaRight" b="textAreaBottom"/>
              <a:pathLst>
                <a:path w="1248" h="917">
                  <a:moveTo>
                    <a:pt x="624" y="0"/>
                  </a:moveTo>
                  <a:cubicBezTo>
                    <a:pt x="1" y="0"/>
                    <a:pt x="1" y="917"/>
                    <a:pt x="624" y="917"/>
                  </a:cubicBezTo>
                  <a:cubicBezTo>
                    <a:pt x="1247" y="917"/>
                    <a:pt x="1247" y="0"/>
                    <a:pt x="62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5840" bIns="15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9" name="Google Shape;386;p11"/>
            <p:cNvSpPr/>
            <p:nvPr/>
          </p:nvSpPr>
          <p:spPr>
            <a:xfrm>
              <a:off x="391680" y="484200"/>
              <a:ext cx="48600" cy="32400"/>
            </a:xfrm>
            <a:custGeom>
              <a:avLst/>
              <a:gdLst>
                <a:gd name="textAreaLeft" fmla="*/ 0 w 48600"/>
                <a:gd name="textAreaRight" fmla="*/ 48960 w 48600"/>
                <a:gd name="textAreaTop" fmla="*/ 0 h 32400"/>
                <a:gd name="textAreaBottom" fmla="*/ 32760 h 32400"/>
              </a:gdLst>
              <a:ahLst/>
              <a:cxnLst/>
              <a:rect l="textAreaLeft" t="textAreaTop" r="textAreaRight" b="textAreaBottom"/>
              <a:pathLst>
                <a:path w="1410" h="945">
                  <a:moveTo>
                    <a:pt x="606" y="1"/>
                  </a:moveTo>
                  <a:cubicBezTo>
                    <a:pt x="560" y="1"/>
                    <a:pt x="514" y="10"/>
                    <a:pt x="477" y="28"/>
                  </a:cubicBezTo>
                  <a:cubicBezTo>
                    <a:pt x="331" y="28"/>
                    <a:pt x="221" y="65"/>
                    <a:pt x="147" y="138"/>
                  </a:cubicBezTo>
                  <a:cubicBezTo>
                    <a:pt x="37" y="248"/>
                    <a:pt x="1" y="358"/>
                    <a:pt x="1" y="468"/>
                  </a:cubicBezTo>
                  <a:cubicBezTo>
                    <a:pt x="1" y="615"/>
                    <a:pt x="37" y="725"/>
                    <a:pt x="147" y="835"/>
                  </a:cubicBezTo>
                  <a:lnTo>
                    <a:pt x="221" y="908"/>
                  </a:lnTo>
                  <a:cubicBezTo>
                    <a:pt x="294" y="945"/>
                    <a:pt x="367" y="945"/>
                    <a:pt x="477" y="945"/>
                  </a:cubicBezTo>
                  <a:lnTo>
                    <a:pt x="734" y="945"/>
                  </a:lnTo>
                  <a:cubicBezTo>
                    <a:pt x="881" y="945"/>
                    <a:pt x="991" y="908"/>
                    <a:pt x="1064" y="835"/>
                  </a:cubicBezTo>
                  <a:cubicBezTo>
                    <a:pt x="1409" y="559"/>
                    <a:pt x="1202" y="22"/>
                    <a:pt x="809" y="22"/>
                  </a:cubicBezTo>
                  <a:cubicBezTo>
                    <a:pt x="784" y="22"/>
                    <a:pt x="759" y="24"/>
                    <a:pt x="734" y="28"/>
                  </a:cubicBezTo>
                  <a:cubicBezTo>
                    <a:pt x="697" y="10"/>
                    <a:pt x="652" y="1"/>
                    <a:pt x="6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6200" bIns="16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387;p11"/>
            <p:cNvSpPr/>
            <p:nvPr/>
          </p:nvSpPr>
          <p:spPr>
            <a:xfrm>
              <a:off x="248040" y="383400"/>
              <a:ext cx="37800" cy="28800"/>
            </a:xfrm>
            <a:custGeom>
              <a:avLst/>
              <a:gdLst>
                <a:gd name="textAreaLeft" fmla="*/ 0 w 37800"/>
                <a:gd name="textAreaRight" fmla="*/ 38160 w 37800"/>
                <a:gd name="textAreaTop" fmla="*/ 0 h 28800"/>
                <a:gd name="textAreaBottom" fmla="*/ 29160 h 28800"/>
              </a:gdLst>
              <a:ahLst/>
              <a:cxnLst/>
              <a:rect l="textAreaLeft" t="textAreaTop" r="textAreaRight" b="textAreaBottom"/>
              <a:pathLst>
                <a:path w="1101" h="844">
                  <a:moveTo>
                    <a:pt x="550" y="1"/>
                  </a:moveTo>
                  <a:cubicBezTo>
                    <a:pt x="0" y="1"/>
                    <a:pt x="0" y="844"/>
                    <a:pt x="550" y="844"/>
                  </a:cubicBezTo>
                  <a:cubicBezTo>
                    <a:pt x="1100" y="844"/>
                    <a:pt x="1100" y="1"/>
                    <a:pt x="5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400" bIns="14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388;p11"/>
            <p:cNvSpPr/>
            <p:nvPr/>
          </p:nvSpPr>
          <p:spPr>
            <a:xfrm>
              <a:off x="265680" y="527040"/>
              <a:ext cx="2160" cy="3600"/>
            </a:xfrm>
            <a:custGeom>
              <a:avLst/>
              <a:gdLst>
                <a:gd name="textAreaLeft" fmla="*/ 0 w 2160"/>
                <a:gd name="textAreaRight" fmla="*/ 2520 w 2160"/>
                <a:gd name="textAreaTop" fmla="*/ 0 h 3600"/>
                <a:gd name="textAreaBottom" fmla="*/ 3960 h 3600"/>
              </a:gdLst>
              <a:ahLst/>
              <a:cxnLst/>
              <a:rect l="textAreaLeft" t="textAreaTop" r="textAreaRight" b="textAreaBottom"/>
              <a:pathLst>
                <a:path w="74" h="111">
                  <a:moveTo>
                    <a:pt x="37" y="0"/>
                  </a:moveTo>
                  <a:cubicBezTo>
                    <a:pt x="1" y="37"/>
                    <a:pt x="1" y="73"/>
                    <a:pt x="37" y="110"/>
                  </a:cubicBezTo>
                  <a:cubicBezTo>
                    <a:pt x="74" y="73"/>
                    <a:pt x="74" y="37"/>
                    <a:pt x="37"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800" bIns="1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389;p11"/>
            <p:cNvSpPr/>
            <p:nvPr/>
          </p:nvSpPr>
          <p:spPr>
            <a:xfrm>
              <a:off x="92520" y="666000"/>
              <a:ext cx="30240" cy="25200"/>
            </a:xfrm>
            <a:custGeom>
              <a:avLst/>
              <a:gdLst>
                <a:gd name="textAreaLeft" fmla="*/ 0 w 30240"/>
                <a:gd name="textAreaRight" fmla="*/ 30600 w 30240"/>
                <a:gd name="textAreaTop" fmla="*/ 0 h 25200"/>
                <a:gd name="textAreaBottom" fmla="*/ 25560 h 25200"/>
              </a:gdLst>
              <a:ahLst/>
              <a:cxnLst/>
              <a:rect l="textAreaLeft" t="textAreaTop" r="textAreaRight" b="textAreaBottom"/>
              <a:pathLst>
                <a:path w="880" h="735">
                  <a:moveTo>
                    <a:pt x="440" y="1"/>
                  </a:moveTo>
                  <a:cubicBezTo>
                    <a:pt x="0" y="38"/>
                    <a:pt x="0" y="697"/>
                    <a:pt x="440" y="734"/>
                  </a:cubicBezTo>
                  <a:cubicBezTo>
                    <a:pt x="880" y="697"/>
                    <a:pt x="880" y="38"/>
                    <a:pt x="44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600" bIns="126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83" name="Google Shape;390;p11"/>
          <p:cNvGrpSpPr/>
          <p:nvPr/>
        </p:nvGrpSpPr>
        <p:grpSpPr>
          <a:xfrm>
            <a:off x="7391520" y="3312720"/>
            <a:ext cx="1206720" cy="1350720"/>
            <a:chOff x="7391520" y="3312720"/>
            <a:chExt cx="1206720" cy="1350720"/>
          </a:xfrm>
        </p:grpSpPr>
        <p:sp>
          <p:nvSpPr>
            <p:cNvPr id="84" name="Google Shape;391;p11"/>
            <p:cNvSpPr/>
            <p:nvPr/>
          </p:nvSpPr>
          <p:spPr>
            <a:xfrm rot="1058400">
              <a:off x="7529400" y="3492000"/>
              <a:ext cx="930960" cy="1054800"/>
            </a:xfrm>
            <a:custGeom>
              <a:avLst/>
              <a:gdLst>
                <a:gd name="textAreaLeft" fmla="*/ 0 w 930960"/>
                <a:gd name="textAreaRight" fmla="*/ 931320 w 930960"/>
                <a:gd name="textAreaTop" fmla="*/ 0 h 1054800"/>
                <a:gd name="textAreaBottom" fmla="*/ 1055160 h 1054800"/>
              </a:gdLst>
              <a:ahLst/>
              <a:cxnLst/>
              <a:rect l="textAreaLeft" t="textAreaTop" r="textAreaRight" b="textAreaBottom"/>
              <a:pathLst>
                <a:path w="37248" h="42202">
                  <a:moveTo>
                    <a:pt x="2456" y="1880"/>
                  </a:moveTo>
                  <a:lnTo>
                    <a:pt x="10047" y="6560"/>
                  </a:lnTo>
                  <a:lnTo>
                    <a:pt x="14885" y="9529"/>
                  </a:lnTo>
                  <a:cubicBezTo>
                    <a:pt x="16425" y="10482"/>
                    <a:pt x="18001" y="11362"/>
                    <a:pt x="19468" y="12425"/>
                  </a:cubicBezTo>
                  <a:cubicBezTo>
                    <a:pt x="20170" y="12905"/>
                    <a:pt x="20817" y="13451"/>
                    <a:pt x="21402" y="14058"/>
                  </a:cubicBezTo>
                  <a:lnTo>
                    <a:pt x="21402" y="14058"/>
                  </a:lnTo>
                  <a:cubicBezTo>
                    <a:pt x="18808" y="12956"/>
                    <a:pt x="16269" y="11697"/>
                    <a:pt x="13822" y="10299"/>
                  </a:cubicBezTo>
                  <a:cubicBezTo>
                    <a:pt x="10743" y="8502"/>
                    <a:pt x="7810" y="6450"/>
                    <a:pt x="5061" y="4177"/>
                  </a:cubicBezTo>
                  <a:cubicBezTo>
                    <a:pt x="4159" y="3442"/>
                    <a:pt x="3293" y="2672"/>
                    <a:pt x="2456" y="1880"/>
                  </a:cubicBezTo>
                  <a:close/>
                  <a:moveTo>
                    <a:pt x="415" y="1"/>
                  </a:moveTo>
                  <a:cubicBezTo>
                    <a:pt x="179" y="1"/>
                    <a:pt x="0" y="295"/>
                    <a:pt x="186" y="511"/>
                  </a:cubicBezTo>
                  <a:cubicBezTo>
                    <a:pt x="2752" y="3040"/>
                    <a:pt x="5501" y="5350"/>
                    <a:pt x="8434" y="7476"/>
                  </a:cubicBezTo>
                  <a:cubicBezTo>
                    <a:pt x="11366" y="9565"/>
                    <a:pt x="14482" y="11435"/>
                    <a:pt x="17745" y="13011"/>
                  </a:cubicBezTo>
                  <a:cubicBezTo>
                    <a:pt x="19190" y="13719"/>
                    <a:pt x="20684" y="14380"/>
                    <a:pt x="22205" y="14974"/>
                  </a:cubicBezTo>
                  <a:lnTo>
                    <a:pt x="22205" y="14974"/>
                  </a:lnTo>
                  <a:cubicBezTo>
                    <a:pt x="22470" y="15307"/>
                    <a:pt x="22718" y="15655"/>
                    <a:pt x="22950" y="16017"/>
                  </a:cubicBezTo>
                  <a:cubicBezTo>
                    <a:pt x="23903" y="17484"/>
                    <a:pt x="24673" y="19097"/>
                    <a:pt x="25480" y="20673"/>
                  </a:cubicBezTo>
                  <a:cubicBezTo>
                    <a:pt x="27276" y="24045"/>
                    <a:pt x="29036" y="27381"/>
                    <a:pt x="30832" y="30754"/>
                  </a:cubicBezTo>
                  <a:cubicBezTo>
                    <a:pt x="32628" y="34126"/>
                    <a:pt x="34388" y="37499"/>
                    <a:pt x="36221" y="40871"/>
                  </a:cubicBezTo>
                  <a:lnTo>
                    <a:pt x="36917" y="42118"/>
                  </a:lnTo>
                  <a:cubicBezTo>
                    <a:pt x="36941" y="42177"/>
                    <a:pt x="36988" y="42202"/>
                    <a:pt x="37037" y="42202"/>
                  </a:cubicBezTo>
                  <a:cubicBezTo>
                    <a:pt x="37138" y="42202"/>
                    <a:pt x="37248" y="42095"/>
                    <a:pt x="37174" y="41971"/>
                  </a:cubicBezTo>
                  <a:lnTo>
                    <a:pt x="37174" y="41971"/>
                  </a:lnTo>
                  <a:lnTo>
                    <a:pt x="37174" y="42008"/>
                  </a:lnTo>
                  <a:cubicBezTo>
                    <a:pt x="35451" y="38562"/>
                    <a:pt x="33691" y="35153"/>
                    <a:pt x="31932" y="31744"/>
                  </a:cubicBezTo>
                  <a:cubicBezTo>
                    <a:pt x="30135" y="28298"/>
                    <a:pt x="28376" y="24925"/>
                    <a:pt x="26579" y="21516"/>
                  </a:cubicBezTo>
                  <a:cubicBezTo>
                    <a:pt x="25736" y="19866"/>
                    <a:pt x="24930" y="18253"/>
                    <a:pt x="24050" y="16640"/>
                  </a:cubicBezTo>
                  <a:cubicBezTo>
                    <a:pt x="23811" y="16205"/>
                    <a:pt x="23549" y="15783"/>
                    <a:pt x="23266" y="15375"/>
                  </a:cubicBezTo>
                  <a:lnTo>
                    <a:pt x="23266" y="15375"/>
                  </a:lnTo>
                  <a:cubicBezTo>
                    <a:pt x="23283" y="15382"/>
                    <a:pt x="23300" y="15388"/>
                    <a:pt x="23317" y="15394"/>
                  </a:cubicBezTo>
                  <a:cubicBezTo>
                    <a:pt x="23345" y="15405"/>
                    <a:pt x="23372" y="15409"/>
                    <a:pt x="23397" y="15409"/>
                  </a:cubicBezTo>
                  <a:cubicBezTo>
                    <a:pt x="23634" y="15409"/>
                    <a:pt x="23725" y="14980"/>
                    <a:pt x="23427" y="14881"/>
                  </a:cubicBezTo>
                  <a:cubicBezTo>
                    <a:pt x="23176" y="14783"/>
                    <a:pt x="22926" y="14684"/>
                    <a:pt x="22676" y="14584"/>
                  </a:cubicBezTo>
                  <a:lnTo>
                    <a:pt x="22676" y="14584"/>
                  </a:lnTo>
                  <a:cubicBezTo>
                    <a:pt x="22149" y="13924"/>
                    <a:pt x="21565" y="13311"/>
                    <a:pt x="20934" y="12755"/>
                  </a:cubicBezTo>
                  <a:cubicBezTo>
                    <a:pt x="19504" y="11692"/>
                    <a:pt x="18038" y="10739"/>
                    <a:pt x="16498" y="9859"/>
                  </a:cubicBezTo>
                  <a:lnTo>
                    <a:pt x="11586" y="6816"/>
                  </a:lnTo>
                  <a:lnTo>
                    <a:pt x="1762" y="804"/>
                  </a:lnTo>
                  <a:lnTo>
                    <a:pt x="651" y="97"/>
                  </a:lnTo>
                  <a:lnTo>
                    <a:pt x="651" y="97"/>
                  </a:lnTo>
                  <a:cubicBezTo>
                    <a:pt x="643" y="89"/>
                    <a:pt x="634" y="80"/>
                    <a:pt x="625" y="71"/>
                  </a:cubicBezTo>
                  <a:lnTo>
                    <a:pt x="621" y="78"/>
                  </a:lnTo>
                  <a:lnTo>
                    <a:pt x="552" y="34"/>
                  </a:lnTo>
                  <a:cubicBezTo>
                    <a:pt x="506" y="11"/>
                    <a:pt x="459" y="1"/>
                    <a:pt x="415"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 name="Google Shape;392;p11"/>
            <p:cNvSpPr/>
            <p:nvPr/>
          </p:nvSpPr>
          <p:spPr>
            <a:xfrm rot="1058400">
              <a:off x="8146080" y="3814560"/>
              <a:ext cx="32760" cy="118440"/>
            </a:xfrm>
            <a:custGeom>
              <a:avLst/>
              <a:gdLst>
                <a:gd name="textAreaLeft" fmla="*/ 0 w 32760"/>
                <a:gd name="textAreaRight" fmla="*/ 33120 w 32760"/>
                <a:gd name="textAreaTop" fmla="*/ 0 h 118440"/>
                <a:gd name="textAreaBottom" fmla="*/ 118800 h 118440"/>
              </a:gdLst>
              <a:ahLst/>
              <a:cxnLst/>
              <a:rect l="textAreaLeft" t="textAreaTop" r="textAreaRight" b="textAreaBottom"/>
              <a:pathLst>
                <a:path w="1321" h="4745">
                  <a:moveTo>
                    <a:pt x="639" y="1472"/>
                  </a:moveTo>
                  <a:lnTo>
                    <a:pt x="639" y="1472"/>
                  </a:lnTo>
                  <a:cubicBezTo>
                    <a:pt x="735" y="2324"/>
                    <a:pt x="667" y="3191"/>
                    <a:pt x="435" y="4014"/>
                  </a:cubicBezTo>
                  <a:lnTo>
                    <a:pt x="435" y="4014"/>
                  </a:lnTo>
                  <a:cubicBezTo>
                    <a:pt x="431" y="3162"/>
                    <a:pt x="499" y="2312"/>
                    <a:pt x="639" y="1472"/>
                  </a:cubicBezTo>
                  <a:close/>
                  <a:moveTo>
                    <a:pt x="661" y="0"/>
                  </a:moveTo>
                  <a:cubicBezTo>
                    <a:pt x="569" y="0"/>
                    <a:pt x="477" y="55"/>
                    <a:pt x="441" y="165"/>
                  </a:cubicBezTo>
                  <a:cubicBezTo>
                    <a:pt x="74" y="1558"/>
                    <a:pt x="1" y="2988"/>
                    <a:pt x="184" y="4381"/>
                  </a:cubicBezTo>
                  <a:cubicBezTo>
                    <a:pt x="198" y="4449"/>
                    <a:pt x="236" y="4487"/>
                    <a:pt x="281" y="4498"/>
                  </a:cubicBezTo>
                  <a:lnTo>
                    <a:pt x="281" y="4498"/>
                  </a:lnTo>
                  <a:cubicBezTo>
                    <a:pt x="250" y="4652"/>
                    <a:pt x="378" y="4745"/>
                    <a:pt x="517" y="4745"/>
                  </a:cubicBezTo>
                  <a:cubicBezTo>
                    <a:pt x="613" y="4745"/>
                    <a:pt x="714" y="4700"/>
                    <a:pt x="771" y="4601"/>
                  </a:cubicBezTo>
                  <a:cubicBezTo>
                    <a:pt x="1284" y="3171"/>
                    <a:pt x="1320" y="1595"/>
                    <a:pt x="880" y="165"/>
                  </a:cubicBezTo>
                  <a:cubicBezTo>
                    <a:pt x="844" y="55"/>
                    <a:pt x="752" y="0"/>
                    <a:pt x="66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59400" bIns="59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 name="Google Shape;393;p11"/>
            <p:cNvSpPr/>
            <p:nvPr/>
          </p:nvSpPr>
          <p:spPr>
            <a:xfrm rot="1058400">
              <a:off x="8193600" y="3847320"/>
              <a:ext cx="38160" cy="261360"/>
            </a:xfrm>
            <a:custGeom>
              <a:avLst/>
              <a:gdLst>
                <a:gd name="textAreaLeft" fmla="*/ 0 w 38160"/>
                <a:gd name="textAreaRight" fmla="*/ 38520 w 38160"/>
                <a:gd name="textAreaTop" fmla="*/ 0 h 261360"/>
                <a:gd name="textAreaBottom" fmla="*/ 261720 h 261360"/>
              </a:gdLst>
              <a:ahLst/>
              <a:cxnLst/>
              <a:rect l="textAreaLeft" t="textAreaTop" r="textAreaRight" b="textAreaBottom"/>
              <a:pathLst>
                <a:path w="1541" h="10472">
                  <a:moveTo>
                    <a:pt x="757" y="1375"/>
                  </a:moveTo>
                  <a:lnTo>
                    <a:pt x="757" y="1375"/>
                  </a:lnTo>
                  <a:cubicBezTo>
                    <a:pt x="970" y="2562"/>
                    <a:pt x="1029" y="3765"/>
                    <a:pt x="917" y="4968"/>
                  </a:cubicBezTo>
                  <a:cubicBezTo>
                    <a:pt x="844" y="5738"/>
                    <a:pt x="697" y="6544"/>
                    <a:pt x="514" y="7314"/>
                  </a:cubicBezTo>
                  <a:cubicBezTo>
                    <a:pt x="513" y="7317"/>
                    <a:pt x="512" y="7320"/>
                    <a:pt x="510" y="7323"/>
                  </a:cubicBezTo>
                  <a:lnTo>
                    <a:pt x="510" y="7323"/>
                  </a:lnTo>
                  <a:cubicBezTo>
                    <a:pt x="464" y="6662"/>
                    <a:pt x="441" y="5968"/>
                    <a:pt x="441" y="5298"/>
                  </a:cubicBezTo>
                  <a:cubicBezTo>
                    <a:pt x="441" y="3984"/>
                    <a:pt x="552" y="2671"/>
                    <a:pt x="757" y="1375"/>
                  </a:cubicBezTo>
                  <a:close/>
                  <a:moveTo>
                    <a:pt x="734" y="1"/>
                  </a:moveTo>
                  <a:cubicBezTo>
                    <a:pt x="642" y="1"/>
                    <a:pt x="551" y="56"/>
                    <a:pt x="514" y="166"/>
                  </a:cubicBezTo>
                  <a:cubicBezTo>
                    <a:pt x="148" y="1852"/>
                    <a:pt x="1" y="3575"/>
                    <a:pt x="38" y="5298"/>
                  </a:cubicBezTo>
                  <a:cubicBezTo>
                    <a:pt x="38" y="6141"/>
                    <a:pt x="74" y="7021"/>
                    <a:pt x="184" y="7864"/>
                  </a:cubicBezTo>
                  <a:cubicBezTo>
                    <a:pt x="197" y="8014"/>
                    <a:pt x="211" y="8163"/>
                    <a:pt x="228" y="8311"/>
                  </a:cubicBezTo>
                  <a:lnTo>
                    <a:pt x="228" y="8311"/>
                  </a:lnTo>
                  <a:cubicBezTo>
                    <a:pt x="152" y="8732"/>
                    <a:pt x="127" y="9159"/>
                    <a:pt x="148" y="9587"/>
                  </a:cubicBezTo>
                  <a:cubicBezTo>
                    <a:pt x="148" y="9752"/>
                    <a:pt x="267" y="9834"/>
                    <a:pt x="386" y="9834"/>
                  </a:cubicBezTo>
                  <a:cubicBezTo>
                    <a:pt x="424" y="9834"/>
                    <a:pt x="461" y="9826"/>
                    <a:pt x="495" y="9809"/>
                  </a:cubicBezTo>
                  <a:lnTo>
                    <a:pt x="495" y="9809"/>
                  </a:lnTo>
                  <a:cubicBezTo>
                    <a:pt x="545" y="10006"/>
                    <a:pt x="600" y="10201"/>
                    <a:pt x="661" y="10393"/>
                  </a:cubicBezTo>
                  <a:cubicBezTo>
                    <a:pt x="678" y="10444"/>
                    <a:pt x="726" y="10472"/>
                    <a:pt x="774" y="10472"/>
                  </a:cubicBezTo>
                  <a:cubicBezTo>
                    <a:pt x="828" y="10472"/>
                    <a:pt x="881" y="10435"/>
                    <a:pt x="881" y="10357"/>
                  </a:cubicBezTo>
                  <a:lnTo>
                    <a:pt x="881" y="10320"/>
                  </a:lnTo>
                  <a:cubicBezTo>
                    <a:pt x="822" y="9889"/>
                    <a:pt x="753" y="9449"/>
                    <a:pt x="690" y="9003"/>
                  </a:cubicBezTo>
                  <a:lnTo>
                    <a:pt x="690" y="9003"/>
                  </a:lnTo>
                  <a:cubicBezTo>
                    <a:pt x="773" y="8393"/>
                    <a:pt x="897" y="7788"/>
                    <a:pt x="1064" y="7204"/>
                  </a:cubicBezTo>
                  <a:cubicBezTo>
                    <a:pt x="1247" y="6434"/>
                    <a:pt x="1357" y="5664"/>
                    <a:pt x="1431" y="4858"/>
                  </a:cubicBezTo>
                  <a:cubicBezTo>
                    <a:pt x="1541" y="3282"/>
                    <a:pt x="1357" y="1705"/>
                    <a:pt x="954" y="166"/>
                  </a:cubicBezTo>
                  <a:cubicBezTo>
                    <a:pt x="917" y="56"/>
                    <a:pt x="826" y="1"/>
                    <a:pt x="734"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 name="Google Shape;394;p11"/>
            <p:cNvSpPr/>
            <p:nvPr/>
          </p:nvSpPr>
          <p:spPr>
            <a:xfrm rot="1058400">
              <a:off x="7902720" y="3898080"/>
              <a:ext cx="336600" cy="244080"/>
            </a:xfrm>
            <a:custGeom>
              <a:avLst/>
              <a:gdLst>
                <a:gd name="textAreaLeft" fmla="*/ 0 w 336600"/>
                <a:gd name="textAreaRight" fmla="*/ 336960 w 336600"/>
                <a:gd name="textAreaTop" fmla="*/ 0 h 244080"/>
                <a:gd name="textAreaBottom" fmla="*/ 244440 h 244080"/>
              </a:gdLst>
              <a:ahLst/>
              <a:cxnLst/>
              <a:rect l="textAreaLeft" t="textAreaTop" r="textAreaRight" b="textAreaBottom"/>
              <a:pathLst>
                <a:path w="13476" h="9775">
                  <a:moveTo>
                    <a:pt x="1793" y="925"/>
                  </a:moveTo>
                  <a:cubicBezTo>
                    <a:pt x="5163" y="1974"/>
                    <a:pt x="8204" y="3873"/>
                    <a:pt x="10574" y="6498"/>
                  </a:cubicBezTo>
                  <a:cubicBezTo>
                    <a:pt x="11302" y="7259"/>
                    <a:pt x="11940" y="8080"/>
                    <a:pt x="12516" y="8961"/>
                  </a:cubicBezTo>
                  <a:lnTo>
                    <a:pt x="12516" y="8961"/>
                  </a:lnTo>
                  <a:cubicBezTo>
                    <a:pt x="8852" y="7596"/>
                    <a:pt x="6232" y="4636"/>
                    <a:pt x="3315" y="2136"/>
                  </a:cubicBezTo>
                  <a:cubicBezTo>
                    <a:pt x="2828" y="1710"/>
                    <a:pt x="2319" y="1306"/>
                    <a:pt x="1793" y="925"/>
                  </a:cubicBezTo>
                  <a:close/>
                  <a:moveTo>
                    <a:pt x="12920" y="9101"/>
                  </a:moveTo>
                  <a:lnTo>
                    <a:pt x="12923" y="9105"/>
                  </a:lnTo>
                  <a:lnTo>
                    <a:pt x="12923" y="9105"/>
                  </a:lnTo>
                  <a:cubicBezTo>
                    <a:pt x="12923" y="9104"/>
                    <a:pt x="12922" y="9104"/>
                    <a:pt x="12921" y="9104"/>
                  </a:cubicBezTo>
                  <a:lnTo>
                    <a:pt x="12921" y="9104"/>
                  </a:lnTo>
                  <a:cubicBezTo>
                    <a:pt x="12921" y="9103"/>
                    <a:pt x="12920" y="9102"/>
                    <a:pt x="12920" y="9101"/>
                  </a:cubicBezTo>
                  <a:close/>
                  <a:moveTo>
                    <a:pt x="386" y="1"/>
                  </a:moveTo>
                  <a:cubicBezTo>
                    <a:pt x="136" y="1"/>
                    <a:pt x="1" y="355"/>
                    <a:pt x="236" y="523"/>
                  </a:cubicBezTo>
                  <a:cubicBezTo>
                    <a:pt x="3829" y="2686"/>
                    <a:pt x="6321" y="6132"/>
                    <a:pt x="9877" y="8331"/>
                  </a:cubicBezTo>
                  <a:cubicBezTo>
                    <a:pt x="10830" y="8954"/>
                    <a:pt x="11857" y="9431"/>
                    <a:pt x="12956" y="9761"/>
                  </a:cubicBezTo>
                  <a:cubicBezTo>
                    <a:pt x="12991" y="9770"/>
                    <a:pt x="13023" y="9774"/>
                    <a:pt x="13054" y="9774"/>
                  </a:cubicBezTo>
                  <a:cubicBezTo>
                    <a:pt x="13381" y="9774"/>
                    <a:pt x="13475" y="9275"/>
                    <a:pt x="13140" y="9174"/>
                  </a:cubicBezTo>
                  <a:cubicBezTo>
                    <a:pt x="13073" y="9153"/>
                    <a:pt x="13007" y="9132"/>
                    <a:pt x="12941" y="9110"/>
                  </a:cubicBezTo>
                  <a:lnTo>
                    <a:pt x="12941" y="9110"/>
                  </a:lnTo>
                  <a:cubicBezTo>
                    <a:pt x="10851" y="5494"/>
                    <a:pt x="7631" y="2682"/>
                    <a:pt x="3792" y="1073"/>
                  </a:cubicBezTo>
                  <a:cubicBezTo>
                    <a:pt x="2692" y="633"/>
                    <a:pt x="1592" y="266"/>
                    <a:pt x="456" y="10"/>
                  </a:cubicBezTo>
                  <a:cubicBezTo>
                    <a:pt x="432" y="4"/>
                    <a:pt x="409" y="1"/>
                    <a:pt x="38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 name="Google Shape;395;p11"/>
            <p:cNvSpPr/>
            <p:nvPr/>
          </p:nvSpPr>
          <p:spPr>
            <a:xfrm rot="1058400">
              <a:off x="8229240" y="3965760"/>
              <a:ext cx="51840" cy="329040"/>
            </a:xfrm>
            <a:custGeom>
              <a:avLst/>
              <a:gdLst>
                <a:gd name="textAreaLeft" fmla="*/ 0 w 51840"/>
                <a:gd name="textAreaRight" fmla="*/ 52200 w 51840"/>
                <a:gd name="textAreaTop" fmla="*/ 0 h 329040"/>
                <a:gd name="textAreaBottom" fmla="*/ 329400 h 329040"/>
              </a:gdLst>
              <a:ahLst/>
              <a:cxnLst/>
              <a:rect l="textAreaLeft" t="textAreaTop" r="textAreaRight" b="textAreaBottom"/>
              <a:pathLst>
                <a:path w="2090" h="13176">
                  <a:moveTo>
                    <a:pt x="897" y="1697"/>
                  </a:moveTo>
                  <a:cubicBezTo>
                    <a:pt x="1435" y="4326"/>
                    <a:pt x="1524" y="7020"/>
                    <a:pt x="1210" y="9687"/>
                  </a:cubicBezTo>
                  <a:cubicBezTo>
                    <a:pt x="1147" y="10271"/>
                    <a:pt x="1049" y="10854"/>
                    <a:pt x="936" y="11438"/>
                  </a:cubicBezTo>
                  <a:lnTo>
                    <a:pt x="936" y="11438"/>
                  </a:lnTo>
                  <a:cubicBezTo>
                    <a:pt x="827" y="10793"/>
                    <a:pt x="729" y="10148"/>
                    <a:pt x="660" y="9504"/>
                  </a:cubicBezTo>
                  <a:cubicBezTo>
                    <a:pt x="587" y="8514"/>
                    <a:pt x="513" y="7488"/>
                    <a:pt x="513" y="6461"/>
                  </a:cubicBezTo>
                  <a:cubicBezTo>
                    <a:pt x="513" y="4862"/>
                    <a:pt x="647" y="3262"/>
                    <a:pt x="897" y="1697"/>
                  </a:cubicBezTo>
                  <a:close/>
                  <a:moveTo>
                    <a:pt x="880" y="0"/>
                  </a:moveTo>
                  <a:cubicBezTo>
                    <a:pt x="770" y="0"/>
                    <a:pt x="660" y="64"/>
                    <a:pt x="623" y="193"/>
                  </a:cubicBezTo>
                  <a:cubicBezTo>
                    <a:pt x="184" y="2246"/>
                    <a:pt x="0" y="4335"/>
                    <a:pt x="0" y="6461"/>
                  </a:cubicBezTo>
                  <a:cubicBezTo>
                    <a:pt x="0" y="8514"/>
                    <a:pt x="212" y="10566"/>
                    <a:pt x="706" y="12550"/>
                  </a:cubicBezTo>
                  <a:lnTo>
                    <a:pt x="706" y="12550"/>
                  </a:lnTo>
                  <a:cubicBezTo>
                    <a:pt x="691" y="12622"/>
                    <a:pt x="676" y="12694"/>
                    <a:pt x="660" y="12766"/>
                  </a:cubicBezTo>
                  <a:cubicBezTo>
                    <a:pt x="593" y="13012"/>
                    <a:pt x="784" y="13176"/>
                    <a:pt x="969" y="13176"/>
                  </a:cubicBezTo>
                  <a:cubicBezTo>
                    <a:pt x="1087" y="13176"/>
                    <a:pt x="1204" y="13108"/>
                    <a:pt x="1247" y="12950"/>
                  </a:cubicBezTo>
                  <a:cubicBezTo>
                    <a:pt x="1833" y="10860"/>
                    <a:pt x="2090" y="8697"/>
                    <a:pt x="2016" y="6571"/>
                  </a:cubicBezTo>
                  <a:cubicBezTo>
                    <a:pt x="1980" y="4408"/>
                    <a:pt x="1686" y="2282"/>
                    <a:pt x="1137" y="193"/>
                  </a:cubicBezTo>
                  <a:cubicBezTo>
                    <a:pt x="1100" y="64"/>
                    <a:pt x="990" y="0"/>
                    <a:pt x="88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396;p11"/>
            <p:cNvSpPr/>
            <p:nvPr/>
          </p:nvSpPr>
          <p:spPr>
            <a:xfrm rot="1058400">
              <a:off x="8023320" y="3333600"/>
              <a:ext cx="235800" cy="617760"/>
            </a:xfrm>
            <a:custGeom>
              <a:avLst/>
              <a:gdLst>
                <a:gd name="textAreaLeft" fmla="*/ 0 w 235800"/>
                <a:gd name="textAreaRight" fmla="*/ 236160 w 235800"/>
                <a:gd name="textAreaTop" fmla="*/ 0 h 617760"/>
                <a:gd name="textAreaBottom" fmla="*/ 618120 h 617760"/>
              </a:gdLst>
              <a:ahLst/>
              <a:cxnLst/>
              <a:rect l="textAreaLeft" t="textAreaTop" r="textAreaRight" b="textAreaBottom"/>
              <a:pathLst>
                <a:path w="9442" h="24720">
                  <a:moveTo>
                    <a:pt x="1334" y="1388"/>
                  </a:moveTo>
                  <a:cubicBezTo>
                    <a:pt x="2725" y="4292"/>
                    <a:pt x="4104" y="7184"/>
                    <a:pt x="5096" y="10225"/>
                  </a:cubicBezTo>
                  <a:cubicBezTo>
                    <a:pt x="5645" y="11875"/>
                    <a:pt x="6049" y="13598"/>
                    <a:pt x="6342" y="15358"/>
                  </a:cubicBezTo>
                  <a:cubicBezTo>
                    <a:pt x="6546" y="16787"/>
                    <a:pt x="6624" y="18248"/>
                    <a:pt x="6839" y="19681"/>
                  </a:cubicBezTo>
                  <a:lnTo>
                    <a:pt x="6839" y="19681"/>
                  </a:lnTo>
                  <a:cubicBezTo>
                    <a:pt x="6595" y="19180"/>
                    <a:pt x="6306" y="18693"/>
                    <a:pt x="6012" y="18217"/>
                  </a:cubicBezTo>
                  <a:cubicBezTo>
                    <a:pt x="5169" y="16934"/>
                    <a:pt x="4436" y="15614"/>
                    <a:pt x="3776" y="14221"/>
                  </a:cubicBezTo>
                  <a:cubicBezTo>
                    <a:pt x="2456" y="11472"/>
                    <a:pt x="1613" y="8502"/>
                    <a:pt x="1320" y="5497"/>
                  </a:cubicBezTo>
                  <a:cubicBezTo>
                    <a:pt x="1173" y="4121"/>
                    <a:pt x="1191" y="2745"/>
                    <a:pt x="1334" y="1388"/>
                  </a:cubicBezTo>
                  <a:close/>
                  <a:moveTo>
                    <a:pt x="1153" y="0"/>
                  </a:moveTo>
                  <a:cubicBezTo>
                    <a:pt x="1009" y="0"/>
                    <a:pt x="864" y="75"/>
                    <a:pt x="843" y="218"/>
                  </a:cubicBezTo>
                  <a:cubicBezTo>
                    <a:pt x="0" y="6266"/>
                    <a:pt x="1760" y="12498"/>
                    <a:pt x="5059" y="17630"/>
                  </a:cubicBezTo>
                  <a:cubicBezTo>
                    <a:pt x="5975" y="19060"/>
                    <a:pt x="7185" y="20490"/>
                    <a:pt x="7295" y="22286"/>
                  </a:cubicBezTo>
                  <a:cubicBezTo>
                    <a:pt x="7295" y="22359"/>
                    <a:pt x="7350" y="22396"/>
                    <a:pt x="7405" y="22396"/>
                  </a:cubicBezTo>
                  <a:cubicBezTo>
                    <a:pt x="7425" y="22396"/>
                    <a:pt x="7444" y="22391"/>
                    <a:pt x="7462" y="22382"/>
                  </a:cubicBezTo>
                  <a:lnTo>
                    <a:pt x="7462" y="22382"/>
                  </a:lnTo>
                  <a:cubicBezTo>
                    <a:pt x="7467" y="22399"/>
                    <a:pt x="7473" y="22416"/>
                    <a:pt x="7478" y="22433"/>
                  </a:cubicBezTo>
                  <a:cubicBezTo>
                    <a:pt x="7808" y="23239"/>
                    <a:pt x="8248" y="23972"/>
                    <a:pt x="8798" y="24632"/>
                  </a:cubicBezTo>
                  <a:cubicBezTo>
                    <a:pt x="8851" y="24693"/>
                    <a:pt x="8918" y="24719"/>
                    <a:pt x="8987" y="24719"/>
                  </a:cubicBezTo>
                  <a:cubicBezTo>
                    <a:pt x="9206" y="24719"/>
                    <a:pt x="9442" y="24461"/>
                    <a:pt x="9275" y="24265"/>
                  </a:cubicBezTo>
                  <a:cubicBezTo>
                    <a:pt x="8432" y="23019"/>
                    <a:pt x="7882" y="21626"/>
                    <a:pt x="7662" y="20123"/>
                  </a:cubicBezTo>
                  <a:cubicBezTo>
                    <a:pt x="7368" y="18620"/>
                    <a:pt x="7295" y="17080"/>
                    <a:pt x="7075" y="15577"/>
                  </a:cubicBezTo>
                  <a:cubicBezTo>
                    <a:pt x="6525" y="12132"/>
                    <a:pt x="5499" y="8759"/>
                    <a:pt x="3996" y="5570"/>
                  </a:cubicBezTo>
                  <a:cubicBezTo>
                    <a:pt x="3189" y="3737"/>
                    <a:pt x="2310" y="1941"/>
                    <a:pt x="1430" y="144"/>
                  </a:cubicBezTo>
                  <a:cubicBezTo>
                    <a:pt x="1381" y="47"/>
                    <a:pt x="1268" y="0"/>
                    <a:pt x="115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 id="2147483687" r:id="rId28"/>
    <p:sldLayoutId id="2147483688" r:id="rId29"/>
    <p:sldLayoutId id="2147483689" r:id="rId30"/>
    <p:sldLayoutId id="2147483690" r:id="rId31"/>
    <p:sldLayoutId id="2147483691" r:id="rId32"/>
    <p:sldLayoutId id="2147483692" r:id="rId33"/>
    <p:sldLayoutId id="2147483693" r:id="rId34"/>
    <p:sldLayoutId id="2147483694" r:id="rId35"/>
    <p:sldLayoutId id="2147483695" r:id="rId36"/>
    <p:sldLayoutId id="2147483696" r:id="rId37"/>
    <p:sldLayoutId id="2147483697" r:id="rId38"/>
    <p:sldLayoutId id="2147483698" r:id="rId39"/>
    <p:sldLayoutId id="2147483699" r:id="rId40"/>
    <p:sldLayoutId id="2147483700" r:id="rId41"/>
    <p:sldLayoutId id="2147483701" r:id="rId42"/>
    <p:sldLayoutId id="2147483702" r:id="rId43"/>
    <p:sldLayoutId id="2147483703" r:id="rId44"/>
    <p:sldLayoutId id="2147483704" r:id="rId45"/>
    <p:sldLayoutId id="2147483705" r:id="rId46"/>
    <p:sldLayoutId id="2147483706" r:id="rId47"/>
    <p:sldLayoutId id="2147483707" r:id="rId48"/>
    <p:sldLayoutId id="2147483708" r:id="rId49"/>
    <p:sldLayoutId id="2147483709" r:id="rId5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3" r:id="rId1"/>
    <p:sldLayoutId id="214748371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9917C"/>
        </a:solidFill>
        <a:effectLst/>
      </p:bgPr>
    </p:bg>
    <p:spTree>
      <p:nvGrpSpPr>
        <p:cNvPr id="1" name=""/>
        <p:cNvGrpSpPr/>
        <p:nvPr/>
      </p:nvGrpSpPr>
      <p:grpSpPr>
        <a:xfrm>
          <a:off x="0" y="0"/>
          <a:ext cx="0" cy="0"/>
          <a:chOff x="0" y="0"/>
          <a:chExt cx="0" cy="0"/>
        </a:xfrm>
      </p:grpSpPr>
      <p:sp>
        <p:nvSpPr>
          <p:cNvPr id="2272" name="PlaceHolder 1"/>
          <p:cNvSpPr>
            <a:spLocks noGrp="1"/>
          </p:cNvSpPr>
          <p:nvPr>
            <p:ph type="title"/>
          </p:nvPr>
        </p:nvSpPr>
        <p:spPr>
          <a:xfrm>
            <a:off x="1359708" y="1359209"/>
            <a:ext cx="6424583" cy="1016313"/>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6300" b="0" u="none" strike="noStrike" dirty="0">
                <a:solidFill>
                  <a:schemeClr val="lt1"/>
                </a:solidFill>
                <a:effectLst/>
                <a:uFillTx/>
                <a:latin typeface="Calistoga"/>
                <a:ea typeface="Calistoga"/>
              </a:rPr>
              <a:t>Smart Greenhouse</a:t>
            </a:r>
            <a:endParaRPr lang="fr-FR" sz="6300" b="0" u="none" strike="noStrike" dirty="0">
              <a:solidFill>
                <a:schemeClr val="dk1"/>
              </a:solidFill>
              <a:effectLst/>
              <a:uFillTx/>
              <a:latin typeface="Arial"/>
            </a:endParaRPr>
          </a:p>
        </p:txBody>
      </p:sp>
      <p:sp>
        <p:nvSpPr>
          <p:cNvPr id="2273" name="PlaceHolder 2"/>
          <p:cNvSpPr>
            <a:spLocks noGrp="1"/>
          </p:cNvSpPr>
          <p:nvPr>
            <p:ph type="subTitle"/>
          </p:nvPr>
        </p:nvSpPr>
        <p:spPr>
          <a:xfrm>
            <a:off x="1405079" y="2168219"/>
            <a:ext cx="6333840" cy="5997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700" b="0" u="none" strike="noStrike" dirty="0">
                <a:solidFill>
                  <a:schemeClr val="lt1"/>
                </a:solidFill>
                <a:effectLst/>
                <a:uFillTx/>
                <a:latin typeface="Voces"/>
                <a:ea typeface="Voces"/>
              </a:rPr>
              <a:t>Architecture and security of a connected greenhouse system</a:t>
            </a:r>
            <a:endParaRPr lang="en-US" sz="1700" b="0" u="none" strike="noStrike" dirty="0">
              <a:solidFill>
                <a:srgbClr val="FFFFFF"/>
              </a:solidFill>
              <a:effectLst/>
              <a:uFillTx/>
              <a:latin typeface="OpenSymbol"/>
            </a:endParaRPr>
          </a:p>
        </p:txBody>
      </p:sp>
      <p:sp>
        <p:nvSpPr>
          <p:cNvPr id="4" name="PlaceHolder 1">
            <a:extLst>
              <a:ext uri="{FF2B5EF4-FFF2-40B4-BE49-F238E27FC236}">
                <a16:creationId xmlns:a16="http://schemas.microsoft.com/office/drawing/2014/main" id="{4BDD9423-3A25-41E8-BD32-100C96FC3A2B}"/>
              </a:ext>
            </a:extLst>
          </p:cNvPr>
          <p:cNvSpPr txBox="1">
            <a:spLocks/>
          </p:cNvSpPr>
          <p:nvPr/>
        </p:nvSpPr>
        <p:spPr>
          <a:xfrm>
            <a:off x="3259564" y="4127349"/>
            <a:ext cx="4784299" cy="599760"/>
          </a:xfrm>
          <a:prstGeom prst="rect">
            <a:avLst/>
          </a:prstGeom>
          <a:noFill/>
          <a:ln w="0">
            <a:noFill/>
          </a:ln>
        </p:spPr>
        <p:txBody>
          <a:bodyPr lIns="91440" tIns="91440" rIns="91440" bIns="9144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US" sz="2800" dirty="0">
                <a:solidFill>
                  <a:schemeClr val="lt1"/>
                </a:solidFill>
                <a:latin typeface="Calistoga"/>
              </a:rPr>
              <a:t>Presented by: Haithem Tarhouni</a:t>
            </a:r>
            <a:endParaRPr lang="fr-FR" sz="2800" dirty="0">
              <a:solidFill>
                <a:schemeClr val="dk1"/>
              </a:solidFill>
              <a:latin typeface="Arial"/>
            </a:endParaRPr>
          </a:p>
        </p:txBody>
      </p:sp>
      <p:sp>
        <p:nvSpPr>
          <p:cNvPr id="5" name="PlaceHolder 1">
            <a:extLst>
              <a:ext uri="{FF2B5EF4-FFF2-40B4-BE49-F238E27FC236}">
                <a16:creationId xmlns:a16="http://schemas.microsoft.com/office/drawing/2014/main" id="{69246C87-BC28-4A80-9038-173D401D9AAF}"/>
              </a:ext>
            </a:extLst>
          </p:cNvPr>
          <p:cNvSpPr txBox="1">
            <a:spLocks/>
          </p:cNvSpPr>
          <p:nvPr/>
        </p:nvSpPr>
        <p:spPr>
          <a:xfrm>
            <a:off x="5724159" y="4519806"/>
            <a:ext cx="1905368" cy="584822"/>
          </a:xfrm>
          <a:prstGeom prst="rect">
            <a:avLst/>
          </a:prstGeom>
          <a:noFill/>
          <a:ln w="0">
            <a:noFill/>
          </a:ln>
        </p:spPr>
        <p:txBody>
          <a:bodyPr lIns="91440" tIns="91440" rIns="91440" bIns="91440" anchor="b">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tabLst>
                <a:tab pos="0" algn="l"/>
              </a:tabLst>
            </a:pPr>
            <a:r>
              <a:rPr lang="en-US" sz="2800" dirty="0">
                <a:solidFill>
                  <a:schemeClr val="lt1"/>
                </a:solidFill>
                <a:latin typeface="Calistoga"/>
              </a:rPr>
              <a:t>2-TIC </a:t>
            </a:r>
            <a:endParaRPr lang="fr-FR" sz="2800" dirty="0">
              <a:solidFill>
                <a:schemeClr val="dk1"/>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4" name="Google Shape;4076;p124" title="young-smiley-woman-working-greenhouse.jpg"/>
          <p:cNvSpPr/>
          <p:nvPr/>
        </p:nvSpPr>
        <p:spPr>
          <a:xfrm>
            <a:off x="5023440" y="1015920"/>
            <a:ext cx="3408480" cy="340848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2275" name="PlaceHolder 1"/>
          <p:cNvSpPr>
            <a:spLocks noGrp="1"/>
          </p:cNvSpPr>
          <p:nvPr>
            <p:ph type="title"/>
          </p:nvPr>
        </p:nvSpPr>
        <p:spPr>
          <a:xfrm>
            <a:off x="855489" y="627196"/>
            <a:ext cx="4819320" cy="11710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600" b="0" u="none" strike="noStrike" dirty="0">
                <a:solidFill>
                  <a:schemeClr val="accent3"/>
                </a:solidFill>
                <a:effectLst/>
                <a:uFillTx/>
                <a:latin typeface="Calistoga"/>
                <a:ea typeface="Calistoga"/>
              </a:rPr>
              <a:t>Introduction</a:t>
            </a:r>
            <a:endParaRPr lang="fr-FR" sz="3600" b="0" u="none" strike="noStrike" dirty="0">
              <a:solidFill>
                <a:schemeClr val="dk1"/>
              </a:solidFill>
              <a:effectLst/>
              <a:uFillTx/>
              <a:latin typeface="Arial"/>
            </a:endParaRPr>
          </a:p>
        </p:txBody>
      </p:sp>
      <p:sp>
        <p:nvSpPr>
          <p:cNvPr id="2276" name="PlaceHolder 2"/>
          <p:cNvSpPr>
            <a:spLocks noGrp="1"/>
          </p:cNvSpPr>
          <p:nvPr>
            <p:ph type="subTitle"/>
          </p:nvPr>
        </p:nvSpPr>
        <p:spPr>
          <a:xfrm>
            <a:off x="150576" y="1683118"/>
            <a:ext cx="5436529" cy="2074084"/>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GB" sz="2000" b="0" u="none" strike="noStrike" dirty="0">
                <a:solidFill>
                  <a:schemeClr val="dk1"/>
                </a:solidFill>
                <a:effectLst/>
                <a:uFillTx/>
                <a:latin typeface="Voces"/>
                <a:ea typeface="Voces"/>
              </a:rPr>
              <a:t>A smart greenhouse is an automated system</a:t>
            </a:r>
          </a:p>
          <a:p>
            <a:pPr indent="0">
              <a:lnSpc>
                <a:spcPct val="150000"/>
              </a:lnSpc>
              <a:buNone/>
              <a:tabLst>
                <a:tab pos="0" algn="l"/>
              </a:tabLst>
            </a:pPr>
            <a:r>
              <a:rPr lang="en-GB" sz="2000" b="0" u="none" strike="noStrike" dirty="0">
                <a:solidFill>
                  <a:schemeClr val="dk1"/>
                </a:solidFill>
                <a:effectLst/>
                <a:uFillTx/>
                <a:latin typeface="Voces"/>
                <a:ea typeface="Voces"/>
              </a:rPr>
              <a:t>that uses sensors and a microcontroller</a:t>
            </a:r>
          </a:p>
          <a:p>
            <a:pPr indent="0">
              <a:lnSpc>
                <a:spcPct val="150000"/>
              </a:lnSpc>
              <a:buNone/>
              <a:tabLst>
                <a:tab pos="0" algn="l"/>
              </a:tabLst>
            </a:pPr>
            <a:r>
              <a:rPr lang="en-GB" sz="2000" b="0" u="none" strike="noStrike" dirty="0">
                <a:solidFill>
                  <a:schemeClr val="dk1"/>
                </a:solidFill>
                <a:effectLst/>
                <a:uFillTx/>
                <a:latin typeface="Voces"/>
                <a:ea typeface="Voces"/>
              </a:rPr>
              <a:t>to control temperature, light, and watering</a:t>
            </a:r>
          </a:p>
          <a:p>
            <a:pPr indent="0">
              <a:lnSpc>
                <a:spcPct val="150000"/>
              </a:lnSpc>
              <a:buNone/>
              <a:tabLst>
                <a:tab pos="0" algn="l"/>
              </a:tabLst>
            </a:pPr>
            <a:r>
              <a:rPr lang="en-GB" sz="2000" b="0" u="none" strike="noStrike" dirty="0">
                <a:solidFill>
                  <a:schemeClr val="dk1"/>
                </a:solidFill>
                <a:effectLst/>
                <a:uFillTx/>
                <a:latin typeface="Voces"/>
                <a:ea typeface="Voces"/>
              </a:rPr>
              <a:t>without human intervention.</a:t>
            </a:r>
            <a:endParaRPr lang="en-US" sz="2000" b="0" u="none" strike="noStrike" dirty="0">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2" name="Google Shape;2546;p74"/>
          <p:cNvSpPr/>
          <p:nvPr/>
        </p:nvSpPr>
        <p:spPr>
          <a:xfrm rot="15849000">
            <a:off x="7989840" y="41594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3" name="PlaceHolder 1"/>
          <p:cNvSpPr>
            <a:spLocks noGrp="1"/>
          </p:cNvSpPr>
          <p:nvPr>
            <p:ph type="subTitle"/>
          </p:nvPr>
        </p:nvSpPr>
        <p:spPr>
          <a:xfrm>
            <a:off x="1315649" y="1646146"/>
            <a:ext cx="6198654" cy="3368306"/>
          </a:xfrm>
          <a:prstGeom prst="rect">
            <a:avLst/>
          </a:prstGeom>
          <a:noFill/>
          <a:ln w="0">
            <a:noFill/>
          </a:ln>
        </p:spPr>
        <p:txBody>
          <a:bodyPr lIns="91440" tIns="91440" rIns="91440" bIns="91440" anchor="t">
            <a:noAutofit/>
          </a:bodyPr>
          <a:lstStyle/>
          <a:p>
            <a:pPr>
              <a:lnSpc>
                <a:spcPct val="150000"/>
              </a:lnSpc>
              <a:tabLst>
                <a:tab pos="0" algn="l"/>
              </a:tabLst>
            </a:pPr>
            <a:r>
              <a:rPr lang="en-GB" sz="2000" b="0" u="none" strike="noStrike" dirty="0">
                <a:solidFill>
                  <a:schemeClr val="dk1"/>
                </a:solidFill>
                <a:effectLst/>
                <a:uFillTx/>
                <a:latin typeface="Voces"/>
                <a:ea typeface="Voces"/>
              </a:rPr>
              <a:t>Why a Smart Greenhouse?</a:t>
            </a:r>
          </a:p>
          <a:p>
            <a:pPr>
              <a:lnSpc>
                <a:spcPct val="150000"/>
              </a:lnSpc>
              <a:tabLst>
                <a:tab pos="0" algn="l"/>
              </a:tabLst>
            </a:pPr>
            <a:r>
              <a:rPr lang="en-GB" sz="2000" b="0" u="none" strike="noStrike" dirty="0">
                <a:solidFill>
                  <a:schemeClr val="dk1"/>
                </a:solidFill>
                <a:effectLst/>
                <a:uFillTx/>
                <a:latin typeface="Voces"/>
                <a:ea typeface="Voces"/>
              </a:rPr>
              <a:t>🌱 Traditional farming challenges:</a:t>
            </a:r>
          </a:p>
          <a:p>
            <a:pPr>
              <a:lnSpc>
                <a:spcPct val="150000"/>
              </a:lnSpc>
              <a:tabLst>
                <a:tab pos="0" algn="l"/>
              </a:tabLst>
            </a:pPr>
            <a:r>
              <a:rPr lang="en-GB" sz="2000" b="0" u="none" strike="noStrike" dirty="0">
                <a:solidFill>
                  <a:schemeClr val="dk1"/>
                </a:solidFill>
                <a:effectLst/>
                <a:uFillTx/>
                <a:latin typeface="Voces"/>
                <a:ea typeface="Voces"/>
              </a:rPr>
              <a:t>		• Manual monitoring is time-consuming</a:t>
            </a:r>
          </a:p>
          <a:p>
            <a:pPr>
              <a:lnSpc>
                <a:spcPct val="150000"/>
              </a:lnSpc>
              <a:tabLst>
                <a:tab pos="0" algn="l"/>
              </a:tabLst>
            </a:pPr>
            <a:r>
              <a:rPr lang="en-GB" sz="2000" b="0" u="none" strike="noStrike" dirty="0">
                <a:solidFill>
                  <a:schemeClr val="dk1"/>
                </a:solidFill>
                <a:effectLst/>
                <a:uFillTx/>
                <a:latin typeface="Voces"/>
                <a:ea typeface="Voces"/>
              </a:rPr>
              <a:t>		• Human error leads to crop loss</a:t>
            </a:r>
          </a:p>
          <a:p>
            <a:pPr>
              <a:lnSpc>
                <a:spcPct val="150000"/>
              </a:lnSpc>
              <a:tabLst>
                <a:tab pos="0" algn="l"/>
              </a:tabLst>
            </a:pPr>
            <a:r>
              <a:rPr lang="en-GB" sz="2000" b="0" u="none" strike="noStrike" dirty="0">
                <a:solidFill>
                  <a:schemeClr val="dk1"/>
                </a:solidFill>
                <a:effectLst/>
                <a:uFillTx/>
                <a:latin typeface="Voces"/>
                <a:ea typeface="Voces"/>
              </a:rPr>
              <a:t>		• Late response to environmental changes</a:t>
            </a:r>
          </a:p>
          <a:p>
            <a:pPr>
              <a:lnSpc>
                <a:spcPct val="150000"/>
              </a:lnSpc>
              <a:tabLst>
                <a:tab pos="0" algn="l"/>
              </a:tabLst>
            </a:pPr>
            <a:r>
              <a:rPr lang="en-GB" sz="2000" b="0" u="none" strike="noStrike" dirty="0">
                <a:solidFill>
                  <a:schemeClr val="dk1"/>
                </a:solidFill>
                <a:effectLst/>
                <a:uFillTx/>
                <a:latin typeface="Voces"/>
                <a:ea typeface="Voces"/>
              </a:rPr>
              <a:t>		• Water and energy waste</a:t>
            </a:r>
          </a:p>
          <a:p>
            <a:pPr>
              <a:lnSpc>
                <a:spcPct val="150000"/>
              </a:lnSpc>
              <a:tabLst>
                <a:tab pos="0" algn="l"/>
              </a:tabLst>
            </a:pPr>
            <a:r>
              <a:rPr lang="en-GB" sz="2000" b="0" u="none" strike="noStrike" dirty="0">
                <a:solidFill>
                  <a:schemeClr val="dk1"/>
                </a:solidFill>
                <a:effectLst/>
                <a:uFillTx/>
                <a:latin typeface="Voces"/>
                <a:ea typeface="Voces"/>
              </a:rPr>
              <a:t>💡 Solution: Automated greenhouse with IoT</a:t>
            </a:r>
            <a:endParaRPr lang="en-US" sz="2000" b="0" u="none" strike="noStrike" dirty="0">
              <a:solidFill>
                <a:srgbClr val="FFFFFF"/>
              </a:solidFill>
              <a:effectLst/>
              <a:uFillTx/>
              <a:latin typeface="OpenSymbol"/>
            </a:endParaRPr>
          </a:p>
        </p:txBody>
      </p:sp>
      <p:sp>
        <p:nvSpPr>
          <p:cNvPr id="2284" name="PlaceHolder 2"/>
          <p:cNvSpPr>
            <a:spLocks noGrp="1"/>
          </p:cNvSpPr>
          <p:nvPr>
            <p:ph type="title"/>
          </p:nvPr>
        </p:nvSpPr>
        <p:spPr>
          <a:xfrm>
            <a:off x="704700" y="514440"/>
            <a:ext cx="7724520" cy="8665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4500" b="0" u="none" strike="noStrike" dirty="0">
                <a:solidFill>
                  <a:schemeClr val="lt1"/>
                </a:solidFill>
                <a:effectLst/>
                <a:uFillTx/>
                <a:latin typeface="Calistoga"/>
                <a:ea typeface="Calistoga"/>
              </a:rPr>
              <a:t>Problem Statement</a:t>
            </a:r>
            <a:endParaRPr lang="fr-FR" sz="4500" b="0" u="none" strike="noStrike" dirty="0">
              <a:solidFill>
                <a:schemeClr val="dk1"/>
              </a:solidFill>
              <a:effectLst/>
              <a:uFillTx/>
              <a:latin typeface="Arial"/>
            </a:endParaRPr>
          </a:p>
        </p:txBody>
      </p:sp>
    </p:spTree>
    <p:extLst>
      <p:ext uri="{BB962C8B-B14F-4D97-AF65-F5344CB8AC3E}">
        <p14:creationId xmlns:p14="http://schemas.microsoft.com/office/powerpoint/2010/main" val="2249247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Rectangle 2279"/>
          <p:cNvSpPr/>
          <p:nvPr/>
        </p:nvSpPr>
        <p:spPr>
          <a:xfrm>
            <a:off x="2841828" y="292894"/>
            <a:ext cx="2909858" cy="66409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chemeClr val="accent3"/>
                </a:solidFill>
                <a:latin typeface="Calistoga"/>
              </a:rPr>
              <a:t>Objectives</a:t>
            </a:r>
            <a:endParaRPr lang="en-US" sz="3600" b="0" u="none" strike="noStrike" dirty="0">
              <a:solidFill>
                <a:srgbClr val="000000"/>
              </a:solidFill>
              <a:effectLst/>
              <a:uFillTx/>
              <a:latin typeface="OpenSymbol"/>
            </a:endParaRPr>
          </a:p>
        </p:txBody>
      </p:sp>
      <p:sp>
        <p:nvSpPr>
          <p:cNvPr id="2281" name="Rectangle 2280"/>
          <p:cNvSpPr/>
          <p:nvPr/>
        </p:nvSpPr>
        <p:spPr>
          <a:xfrm>
            <a:off x="1228406" y="1208920"/>
            <a:ext cx="5481608" cy="3500437"/>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50000"/>
              </a:lnSpc>
              <a:tabLst>
                <a:tab pos="0" algn="l"/>
              </a:tabLst>
            </a:pPr>
            <a:r>
              <a:rPr lang="en-US" sz="2000" b="0" u="none" strike="noStrike" dirty="0">
                <a:solidFill>
                  <a:schemeClr val="dk1"/>
                </a:solidFill>
                <a:effectLst/>
                <a:uFillTx/>
                <a:latin typeface="Voces"/>
              </a:rPr>
              <a:t>Project Goals:</a:t>
            </a:r>
          </a:p>
          <a:p>
            <a:pPr defTabSz="914400">
              <a:lnSpc>
                <a:spcPct val="150000"/>
              </a:lnSpc>
              <a:tabLst>
                <a:tab pos="0" algn="l"/>
              </a:tabLst>
            </a:pPr>
            <a:r>
              <a:rPr lang="en-US" sz="2000" b="0" u="none" strike="noStrike" dirty="0">
                <a:solidFill>
                  <a:schemeClr val="dk1"/>
                </a:solidFill>
                <a:effectLst/>
                <a:uFillTx/>
                <a:latin typeface="Voces"/>
              </a:rPr>
              <a:t>✅ Automate watering based on soil moisture</a:t>
            </a:r>
          </a:p>
          <a:p>
            <a:pPr defTabSz="914400">
              <a:lnSpc>
                <a:spcPct val="150000"/>
              </a:lnSpc>
              <a:tabLst>
                <a:tab pos="0" algn="l"/>
              </a:tabLst>
            </a:pPr>
            <a:r>
              <a:rPr lang="en-US" sz="2000" b="0" u="none" strike="noStrike" dirty="0">
                <a:solidFill>
                  <a:schemeClr val="dk1"/>
                </a:solidFill>
                <a:effectLst/>
                <a:uFillTx/>
                <a:latin typeface="Voces"/>
              </a:rPr>
              <a:t>✅ Automate lighting based on ambient light</a:t>
            </a:r>
          </a:p>
          <a:p>
            <a:pPr defTabSz="914400">
              <a:lnSpc>
                <a:spcPct val="150000"/>
              </a:lnSpc>
              <a:tabLst>
                <a:tab pos="0" algn="l"/>
              </a:tabLst>
            </a:pPr>
            <a:r>
              <a:rPr lang="en-US" sz="2000" b="0" u="none" strike="noStrike" dirty="0">
                <a:solidFill>
                  <a:schemeClr val="dk1"/>
                </a:solidFill>
                <a:effectLst/>
                <a:uFillTx/>
                <a:latin typeface="Voces"/>
              </a:rPr>
              <a:t>✅ Control temperature with cooling fan</a:t>
            </a:r>
          </a:p>
          <a:p>
            <a:pPr defTabSz="914400">
              <a:lnSpc>
                <a:spcPct val="150000"/>
              </a:lnSpc>
              <a:tabLst>
                <a:tab pos="0" algn="l"/>
              </a:tabLst>
            </a:pPr>
            <a:r>
              <a:rPr lang="en-US" sz="2000" b="0" u="none" strike="noStrike" dirty="0">
                <a:solidFill>
                  <a:schemeClr val="dk1"/>
                </a:solidFill>
                <a:effectLst/>
                <a:uFillTx/>
                <a:latin typeface="Voces"/>
              </a:rPr>
              <a:t>✅ Secure access with PIN keypad</a:t>
            </a:r>
          </a:p>
          <a:p>
            <a:pPr defTabSz="914400">
              <a:lnSpc>
                <a:spcPct val="150000"/>
              </a:lnSpc>
              <a:tabLst>
                <a:tab pos="0" algn="l"/>
              </a:tabLst>
            </a:pPr>
            <a:r>
              <a:rPr lang="en-US" sz="2000" b="0" u="none" strike="noStrike" dirty="0">
                <a:solidFill>
                  <a:schemeClr val="dk1"/>
                </a:solidFill>
                <a:effectLst/>
                <a:uFillTx/>
                <a:latin typeface="Voces"/>
              </a:rPr>
              <a:t>✅ Send alerts to owner's phone</a:t>
            </a:r>
          </a:p>
          <a:p>
            <a:pPr defTabSz="914400">
              <a:lnSpc>
                <a:spcPct val="150000"/>
              </a:lnSpc>
              <a:tabLst>
                <a:tab pos="0" algn="l"/>
              </a:tabLst>
            </a:pPr>
            <a:r>
              <a:rPr lang="en-US" sz="2000" b="0" u="none" strike="noStrike" dirty="0">
                <a:solidFill>
                  <a:schemeClr val="dk1"/>
                </a:solidFill>
                <a:effectLst/>
                <a:uFillTx/>
                <a:latin typeface="Voces"/>
              </a:rPr>
              <a:t>✅ Display real-time data</a:t>
            </a:r>
            <a:endParaRPr lang="en-US" sz="2000" b="0" u="none" strike="noStrike" dirty="0">
              <a:solidFill>
                <a:srgbClr val="000000"/>
              </a:solidFill>
              <a:effectLst/>
              <a:uFillTx/>
              <a:latin typeface="OpenSymbol"/>
            </a:endParaRPr>
          </a:p>
        </p:txBody>
      </p:sp>
    </p:spTree>
    <p:extLst>
      <p:ext uri="{BB962C8B-B14F-4D97-AF65-F5344CB8AC3E}">
        <p14:creationId xmlns:p14="http://schemas.microsoft.com/office/powerpoint/2010/main" val="509161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194CAC7-B46E-45C8-ADBA-F9B03AED1E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 y="0"/>
            <a:ext cx="9215438"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Rectangle 2279"/>
          <p:cNvSpPr/>
          <p:nvPr/>
        </p:nvSpPr>
        <p:spPr>
          <a:xfrm>
            <a:off x="2495147" y="153474"/>
            <a:ext cx="4153705" cy="725584"/>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algn="ctr" defTabSz="914400">
              <a:lnSpc>
                <a:spcPct val="100000"/>
              </a:lnSpc>
              <a:tabLst>
                <a:tab pos="0" algn="l"/>
              </a:tabLst>
            </a:pPr>
            <a:r>
              <a:rPr lang="en-US" sz="3600" dirty="0">
                <a:solidFill>
                  <a:schemeClr val="accent3"/>
                </a:solidFill>
                <a:latin typeface="Calistoga"/>
              </a:rPr>
              <a:t>System Overview</a:t>
            </a:r>
            <a:endParaRPr lang="en-US" sz="3600" b="0" u="none" strike="noStrike" dirty="0">
              <a:solidFill>
                <a:srgbClr val="000000"/>
              </a:solidFill>
              <a:effectLst/>
              <a:uFillTx/>
              <a:latin typeface="OpenSymbol"/>
            </a:endParaRPr>
          </a:p>
        </p:txBody>
      </p:sp>
      <p:sp>
        <p:nvSpPr>
          <p:cNvPr id="2281" name="Rectangle 2280"/>
          <p:cNvSpPr/>
          <p:nvPr/>
        </p:nvSpPr>
        <p:spPr>
          <a:xfrm>
            <a:off x="789790" y="931097"/>
            <a:ext cx="7900726" cy="3281305"/>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50000"/>
              </a:lnSpc>
              <a:tabLst>
                <a:tab pos="0" algn="l"/>
              </a:tabLst>
            </a:pPr>
            <a:r>
              <a:rPr lang="en-GB" sz="2000" b="0" u="none" strike="noStrike" dirty="0">
                <a:solidFill>
                  <a:schemeClr val="dk1"/>
                </a:solidFill>
                <a:effectLst/>
                <a:uFillTx/>
                <a:latin typeface="Voces"/>
              </a:rPr>
              <a:t>The system operates in three simple steps. First, the user inputs the required data through an easy-to-use interface. Second, the system processes that information using a built-in logic engine, which </a:t>
            </a:r>
            <a:r>
              <a:rPr lang="en-GB" sz="2000" b="0" u="none" strike="noStrike" dirty="0" err="1">
                <a:solidFill>
                  <a:schemeClr val="dk1"/>
                </a:solidFill>
                <a:effectLst/>
                <a:uFillTx/>
                <a:latin typeface="Voces"/>
              </a:rPr>
              <a:t>analyzes</a:t>
            </a:r>
            <a:r>
              <a:rPr lang="en-GB" sz="2000" b="0" u="none" strike="noStrike" dirty="0">
                <a:solidFill>
                  <a:schemeClr val="dk1"/>
                </a:solidFill>
                <a:effectLst/>
                <a:uFillTx/>
                <a:latin typeface="Voces"/>
              </a:rPr>
              <a:t> the data and applies predefined rules or algorithms. Finally, the system generates the appropriate output—such as a result, recommendation, or action—and displays it on the screen. This entire process happens in real time, ensuring fast and accurate responses.</a:t>
            </a:r>
          </a:p>
        </p:txBody>
      </p:sp>
    </p:spTree>
    <p:extLst>
      <p:ext uri="{BB962C8B-B14F-4D97-AF65-F5344CB8AC3E}">
        <p14:creationId xmlns:p14="http://schemas.microsoft.com/office/powerpoint/2010/main" val="2628975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Rectangle 2279"/>
          <p:cNvSpPr/>
          <p:nvPr/>
        </p:nvSpPr>
        <p:spPr>
          <a:xfrm>
            <a:off x="2601433" y="219465"/>
            <a:ext cx="3941134" cy="67350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defTabSz="914400">
              <a:lnSpc>
                <a:spcPct val="100000"/>
              </a:lnSpc>
              <a:tabLst>
                <a:tab pos="0" algn="l"/>
              </a:tabLst>
            </a:pPr>
            <a:r>
              <a:rPr lang="en-US" sz="3600" dirty="0">
                <a:solidFill>
                  <a:schemeClr val="accent3"/>
                </a:solidFill>
                <a:latin typeface="Calistoga"/>
              </a:rPr>
              <a:t>Components Used</a:t>
            </a:r>
            <a:endParaRPr lang="en-US" sz="3600" b="0" u="none" strike="noStrike" dirty="0">
              <a:solidFill>
                <a:srgbClr val="000000"/>
              </a:solidFill>
              <a:effectLst/>
              <a:uFillTx/>
              <a:latin typeface="OpenSymbol"/>
            </a:endParaRPr>
          </a:p>
        </p:txBody>
      </p:sp>
      <p:graphicFrame>
        <p:nvGraphicFramePr>
          <p:cNvPr id="2" name="Table 2">
            <a:extLst>
              <a:ext uri="{FF2B5EF4-FFF2-40B4-BE49-F238E27FC236}">
                <a16:creationId xmlns:a16="http://schemas.microsoft.com/office/drawing/2014/main" id="{439DC073-5CE7-4D5A-82E0-93D27C567801}"/>
              </a:ext>
            </a:extLst>
          </p:cNvPr>
          <p:cNvGraphicFramePr>
            <a:graphicFrameLocks noGrp="1"/>
          </p:cNvGraphicFramePr>
          <p:nvPr>
            <p:extLst>
              <p:ext uri="{D42A27DB-BD31-4B8C-83A1-F6EECF244321}">
                <p14:modId xmlns:p14="http://schemas.microsoft.com/office/powerpoint/2010/main" val="4010655425"/>
              </p:ext>
            </p:extLst>
          </p:nvPr>
        </p:nvGraphicFramePr>
        <p:xfrm>
          <a:off x="1261467" y="1059815"/>
          <a:ext cx="6621066" cy="3337560"/>
        </p:xfrm>
        <a:graphic>
          <a:graphicData uri="http://schemas.openxmlformats.org/drawingml/2006/table">
            <a:tbl>
              <a:tblPr firstRow="1" bandRow="1">
                <a:tableStyleId>{5C22544A-7EE6-4342-B048-85BDC9FD1C3A}</a:tableStyleId>
              </a:tblPr>
              <a:tblGrid>
                <a:gridCol w="2613422">
                  <a:extLst>
                    <a:ext uri="{9D8B030D-6E8A-4147-A177-3AD203B41FA5}">
                      <a16:colId xmlns:a16="http://schemas.microsoft.com/office/drawing/2014/main" val="585430516"/>
                    </a:ext>
                  </a:extLst>
                </a:gridCol>
                <a:gridCol w="4007644">
                  <a:extLst>
                    <a:ext uri="{9D8B030D-6E8A-4147-A177-3AD203B41FA5}">
                      <a16:colId xmlns:a16="http://schemas.microsoft.com/office/drawing/2014/main" val="749465655"/>
                    </a:ext>
                  </a:extLst>
                </a:gridCol>
              </a:tblGrid>
              <a:tr h="370840">
                <a:tc>
                  <a:txBody>
                    <a:bodyPr/>
                    <a:lstStyle/>
                    <a:p>
                      <a:pPr algn="ctr"/>
                      <a:r>
                        <a:rPr lang="en-GB" sz="1800" b="0" i="0" kern="1200" dirty="0">
                          <a:solidFill>
                            <a:schemeClr val="lt1"/>
                          </a:solidFill>
                          <a:effectLst/>
                          <a:latin typeface="+mn-lt"/>
                          <a:ea typeface="+mn-ea"/>
                          <a:cs typeface="+mn-cs"/>
                        </a:rPr>
                        <a:t>Component</a:t>
                      </a:r>
                      <a:endParaRPr lang="en-GB" dirty="0"/>
                    </a:p>
                  </a:txBody>
                  <a:tcPr/>
                </a:tc>
                <a:tc>
                  <a:txBody>
                    <a:bodyPr/>
                    <a:lstStyle/>
                    <a:p>
                      <a:pPr algn="ctr"/>
                      <a:r>
                        <a:rPr lang="en-GB" sz="1800" b="0" i="0" kern="1200" dirty="0">
                          <a:solidFill>
                            <a:schemeClr val="lt1"/>
                          </a:solidFill>
                          <a:effectLst/>
                          <a:latin typeface="+mn-lt"/>
                          <a:ea typeface="+mn-ea"/>
                          <a:cs typeface="+mn-cs"/>
                        </a:rPr>
                        <a:t>Purpose</a:t>
                      </a:r>
                      <a:endParaRPr lang="en-GB" dirty="0"/>
                    </a:p>
                  </a:txBody>
                  <a:tcPr/>
                </a:tc>
                <a:extLst>
                  <a:ext uri="{0D108BD9-81ED-4DB2-BD59-A6C34878D82A}">
                    <a16:rowId xmlns:a16="http://schemas.microsoft.com/office/drawing/2014/main" val="4095922138"/>
                  </a:ext>
                </a:extLst>
              </a:tr>
              <a:tr h="370840">
                <a:tc>
                  <a:txBody>
                    <a:bodyPr/>
                    <a:lstStyle/>
                    <a:p>
                      <a:pPr algn="ctr"/>
                      <a:r>
                        <a:rPr lang="en-GB" sz="1800" b="0" i="0" kern="1200" dirty="0">
                          <a:solidFill>
                            <a:schemeClr val="dk1"/>
                          </a:solidFill>
                          <a:effectLst/>
                          <a:latin typeface="+mn-lt"/>
                          <a:ea typeface="+mn-ea"/>
                          <a:cs typeface="+mn-cs"/>
                        </a:rPr>
                        <a:t>ESP32</a:t>
                      </a:r>
                      <a:endParaRPr lang="en-GB" dirty="0"/>
                    </a:p>
                  </a:txBody>
                  <a:tcPr/>
                </a:tc>
                <a:tc>
                  <a:txBody>
                    <a:bodyPr/>
                    <a:lstStyle/>
                    <a:p>
                      <a:pPr algn="ctr"/>
                      <a:r>
                        <a:rPr lang="en-GB" sz="1800" b="0" i="0" kern="1200" dirty="0">
                          <a:solidFill>
                            <a:schemeClr val="dk1"/>
                          </a:solidFill>
                          <a:effectLst/>
                          <a:latin typeface="+mn-lt"/>
                          <a:ea typeface="+mn-ea"/>
                          <a:cs typeface="+mn-cs"/>
                        </a:rPr>
                        <a:t>Main controller (brain)</a:t>
                      </a:r>
                      <a:endParaRPr lang="en-GB" dirty="0"/>
                    </a:p>
                  </a:txBody>
                  <a:tcPr/>
                </a:tc>
                <a:extLst>
                  <a:ext uri="{0D108BD9-81ED-4DB2-BD59-A6C34878D82A}">
                    <a16:rowId xmlns:a16="http://schemas.microsoft.com/office/drawing/2014/main" val="421785340"/>
                  </a:ext>
                </a:extLst>
              </a:tr>
              <a:tr h="370840">
                <a:tc>
                  <a:txBody>
                    <a:bodyPr/>
                    <a:lstStyle/>
                    <a:p>
                      <a:pPr algn="ctr"/>
                      <a:r>
                        <a:rPr lang="en-GB" sz="1800" b="0" i="0" kern="1200" dirty="0">
                          <a:solidFill>
                            <a:schemeClr val="dk1"/>
                          </a:solidFill>
                          <a:effectLst/>
                          <a:latin typeface="+mn-lt"/>
                          <a:ea typeface="+mn-ea"/>
                          <a:cs typeface="+mn-cs"/>
                        </a:rPr>
                        <a:t>Keypad</a:t>
                      </a:r>
                      <a:endParaRPr lang="en-GB" dirty="0"/>
                    </a:p>
                  </a:txBody>
                  <a:tcPr/>
                </a:tc>
                <a:tc>
                  <a:txBody>
                    <a:bodyPr/>
                    <a:lstStyle/>
                    <a:p>
                      <a:pPr algn="ctr"/>
                      <a:r>
                        <a:rPr lang="en-GB" sz="1800" b="0" i="0" kern="1200" dirty="0">
                          <a:solidFill>
                            <a:schemeClr val="dk1"/>
                          </a:solidFill>
                          <a:effectLst/>
                          <a:latin typeface="+mn-lt"/>
                          <a:ea typeface="+mn-ea"/>
                          <a:cs typeface="+mn-cs"/>
                        </a:rPr>
                        <a:t>PIN entry for door access</a:t>
                      </a:r>
                      <a:endParaRPr lang="en-GB" dirty="0"/>
                    </a:p>
                  </a:txBody>
                  <a:tcPr/>
                </a:tc>
                <a:extLst>
                  <a:ext uri="{0D108BD9-81ED-4DB2-BD59-A6C34878D82A}">
                    <a16:rowId xmlns:a16="http://schemas.microsoft.com/office/drawing/2014/main" val="4170471491"/>
                  </a:ext>
                </a:extLst>
              </a:tr>
              <a:tr h="370840">
                <a:tc>
                  <a:txBody>
                    <a:bodyPr/>
                    <a:lstStyle/>
                    <a:p>
                      <a:pPr algn="ctr"/>
                      <a:r>
                        <a:rPr lang="en-GB" sz="1800" b="0" i="0" kern="1200" dirty="0">
                          <a:solidFill>
                            <a:schemeClr val="dk1"/>
                          </a:solidFill>
                          <a:effectLst/>
                          <a:latin typeface="+mn-lt"/>
                          <a:ea typeface="+mn-ea"/>
                          <a:cs typeface="+mn-cs"/>
                        </a:rPr>
                        <a:t>Soil moisture sensor</a:t>
                      </a:r>
                      <a:endParaRPr lang="en-GB" dirty="0"/>
                    </a:p>
                  </a:txBody>
                  <a:tcPr/>
                </a:tc>
                <a:tc>
                  <a:txBody>
                    <a:bodyPr/>
                    <a:lstStyle/>
                    <a:p>
                      <a:pPr algn="ctr"/>
                      <a:r>
                        <a:rPr lang="en-GB" sz="1800" b="0" i="0" kern="1200" dirty="0">
                          <a:solidFill>
                            <a:schemeClr val="dk1"/>
                          </a:solidFill>
                          <a:effectLst/>
                          <a:latin typeface="+mn-lt"/>
                          <a:ea typeface="+mn-ea"/>
                          <a:cs typeface="+mn-cs"/>
                        </a:rPr>
                        <a:t>Detects dry/wet soil</a:t>
                      </a:r>
                      <a:endParaRPr lang="en-GB" dirty="0"/>
                    </a:p>
                  </a:txBody>
                  <a:tcPr/>
                </a:tc>
                <a:extLst>
                  <a:ext uri="{0D108BD9-81ED-4DB2-BD59-A6C34878D82A}">
                    <a16:rowId xmlns:a16="http://schemas.microsoft.com/office/drawing/2014/main" val="2483501619"/>
                  </a:ext>
                </a:extLst>
              </a:tr>
              <a:tr h="370840">
                <a:tc>
                  <a:txBody>
                    <a:bodyPr/>
                    <a:lstStyle/>
                    <a:p>
                      <a:pPr algn="ctr"/>
                      <a:r>
                        <a:rPr lang="en-GB" sz="1800" b="0" i="0" kern="1200" dirty="0">
                          <a:solidFill>
                            <a:schemeClr val="dk1"/>
                          </a:solidFill>
                          <a:effectLst/>
                          <a:latin typeface="+mn-lt"/>
                          <a:ea typeface="+mn-ea"/>
                          <a:cs typeface="+mn-cs"/>
                        </a:rPr>
                        <a:t>Light sensor (LDR)</a:t>
                      </a:r>
                      <a:endParaRPr lang="en-GB" dirty="0"/>
                    </a:p>
                  </a:txBody>
                  <a:tcPr/>
                </a:tc>
                <a:tc>
                  <a:txBody>
                    <a:bodyPr/>
                    <a:lstStyle/>
                    <a:p>
                      <a:pPr algn="ctr"/>
                      <a:r>
                        <a:rPr lang="en-GB" sz="1800" b="0" i="0" kern="1200" dirty="0">
                          <a:solidFill>
                            <a:schemeClr val="dk1"/>
                          </a:solidFill>
                          <a:effectLst/>
                          <a:latin typeface="+mn-lt"/>
                          <a:ea typeface="+mn-ea"/>
                          <a:cs typeface="+mn-cs"/>
                        </a:rPr>
                        <a:t>Detects dark/bright</a:t>
                      </a:r>
                      <a:endParaRPr lang="en-GB" dirty="0"/>
                    </a:p>
                  </a:txBody>
                  <a:tcPr/>
                </a:tc>
                <a:extLst>
                  <a:ext uri="{0D108BD9-81ED-4DB2-BD59-A6C34878D82A}">
                    <a16:rowId xmlns:a16="http://schemas.microsoft.com/office/drawing/2014/main" val="1957400795"/>
                  </a:ext>
                </a:extLst>
              </a:tr>
              <a:tr h="370840">
                <a:tc>
                  <a:txBody>
                    <a:bodyPr/>
                    <a:lstStyle/>
                    <a:p>
                      <a:pPr algn="ctr"/>
                      <a:r>
                        <a:rPr lang="en-GB" sz="1800" b="0" i="0" kern="1200" dirty="0">
                          <a:solidFill>
                            <a:schemeClr val="dk1"/>
                          </a:solidFill>
                          <a:effectLst/>
                          <a:latin typeface="+mn-lt"/>
                          <a:ea typeface="+mn-ea"/>
                          <a:cs typeface="+mn-cs"/>
                        </a:rPr>
                        <a:t>DHT22 sensor</a:t>
                      </a:r>
                      <a:endParaRPr lang="en-GB" dirty="0"/>
                    </a:p>
                  </a:txBody>
                  <a:tcPr/>
                </a:tc>
                <a:tc>
                  <a:txBody>
                    <a:bodyPr/>
                    <a:lstStyle/>
                    <a:p>
                      <a:pPr algn="ctr"/>
                      <a:r>
                        <a:rPr lang="en-GB" sz="1800" b="0" i="0" kern="1200" dirty="0">
                          <a:solidFill>
                            <a:schemeClr val="dk1"/>
                          </a:solidFill>
                          <a:effectLst/>
                          <a:latin typeface="+mn-lt"/>
                          <a:ea typeface="+mn-ea"/>
                          <a:cs typeface="+mn-cs"/>
                        </a:rPr>
                        <a:t>Temperature &amp; humidity</a:t>
                      </a:r>
                      <a:endParaRPr lang="en-GB" dirty="0"/>
                    </a:p>
                  </a:txBody>
                  <a:tcPr/>
                </a:tc>
                <a:extLst>
                  <a:ext uri="{0D108BD9-81ED-4DB2-BD59-A6C34878D82A}">
                    <a16:rowId xmlns:a16="http://schemas.microsoft.com/office/drawing/2014/main" val="72613105"/>
                  </a:ext>
                </a:extLst>
              </a:tr>
              <a:tr h="370840">
                <a:tc>
                  <a:txBody>
                    <a:bodyPr/>
                    <a:lstStyle/>
                    <a:p>
                      <a:pPr algn="ctr"/>
                      <a:r>
                        <a:rPr lang="en-GB" sz="1800" b="0" i="0" kern="1200" dirty="0">
                          <a:solidFill>
                            <a:schemeClr val="dk1"/>
                          </a:solidFill>
                          <a:effectLst/>
                          <a:latin typeface="+mn-lt"/>
                          <a:ea typeface="+mn-ea"/>
                          <a:cs typeface="+mn-cs"/>
                        </a:rPr>
                        <a:t>LCD display</a:t>
                      </a:r>
                      <a:endParaRPr lang="en-GB" dirty="0"/>
                    </a:p>
                  </a:txBody>
                  <a:tcPr/>
                </a:tc>
                <a:tc>
                  <a:txBody>
                    <a:bodyPr/>
                    <a:lstStyle/>
                    <a:p>
                      <a:pPr algn="ctr"/>
                      <a:r>
                        <a:rPr lang="en-GB" sz="1800" b="0" i="0" kern="1200" dirty="0">
                          <a:solidFill>
                            <a:schemeClr val="dk1"/>
                          </a:solidFill>
                          <a:effectLst/>
                          <a:latin typeface="+mn-lt"/>
                          <a:ea typeface="+mn-ea"/>
                          <a:cs typeface="+mn-cs"/>
                        </a:rPr>
                        <a:t>Display sensor data</a:t>
                      </a:r>
                      <a:endParaRPr lang="en-GB" dirty="0"/>
                    </a:p>
                  </a:txBody>
                  <a:tcPr/>
                </a:tc>
                <a:extLst>
                  <a:ext uri="{0D108BD9-81ED-4DB2-BD59-A6C34878D82A}">
                    <a16:rowId xmlns:a16="http://schemas.microsoft.com/office/drawing/2014/main" val="3529386049"/>
                  </a:ext>
                </a:extLst>
              </a:tr>
              <a:tr h="370840">
                <a:tc>
                  <a:txBody>
                    <a:bodyPr/>
                    <a:lstStyle/>
                    <a:p>
                      <a:pPr algn="ctr"/>
                      <a:r>
                        <a:rPr lang="en-GB" sz="1800" b="0" i="0" kern="1200" dirty="0">
                          <a:solidFill>
                            <a:schemeClr val="dk1"/>
                          </a:solidFill>
                          <a:effectLst/>
                          <a:latin typeface="+mn-lt"/>
                          <a:ea typeface="+mn-ea"/>
                          <a:cs typeface="+mn-cs"/>
                        </a:rPr>
                        <a:t>LEDs (3x)</a:t>
                      </a:r>
                      <a:endParaRPr lang="en-GB" dirty="0"/>
                    </a:p>
                  </a:txBody>
                  <a:tcPr/>
                </a:tc>
                <a:tc>
                  <a:txBody>
                    <a:bodyPr/>
                    <a:lstStyle/>
                    <a:p>
                      <a:pPr algn="ctr"/>
                      <a:r>
                        <a:rPr lang="en-GB" sz="1800" b="0" i="0" kern="1200" dirty="0">
                          <a:solidFill>
                            <a:schemeClr val="dk1"/>
                          </a:solidFill>
                          <a:effectLst/>
                          <a:latin typeface="+mn-lt"/>
                          <a:ea typeface="+mn-ea"/>
                          <a:cs typeface="+mn-cs"/>
                        </a:rPr>
                        <a:t>Simulate pump, light, fan</a:t>
                      </a:r>
                      <a:endParaRPr lang="en-GB" dirty="0"/>
                    </a:p>
                  </a:txBody>
                  <a:tcPr/>
                </a:tc>
                <a:extLst>
                  <a:ext uri="{0D108BD9-81ED-4DB2-BD59-A6C34878D82A}">
                    <a16:rowId xmlns:a16="http://schemas.microsoft.com/office/drawing/2014/main" val="3970924143"/>
                  </a:ext>
                </a:extLst>
              </a:tr>
              <a:tr h="370840">
                <a:tc>
                  <a:txBody>
                    <a:bodyPr/>
                    <a:lstStyle/>
                    <a:p>
                      <a:pPr algn="ctr"/>
                      <a:r>
                        <a:rPr lang="en-GB" sz="1800" b="0" i="0" kern="1200" dirty="0">
                          <a:solidFill>
                            <a:schemeClr val="dk1"/>
                          </a:solidFill>
                          <a:effectLst/>
                          <a:latin typeface="+mn-lt"/>
                          <a:ea typeface="+mn-ea"/>
                          <a:cs typeface="+mn-cs"/>
                        </a:rPr>
                        <a:t>Buzzer</a:t>
                      </a:r>
                      <a:endParaRPr lang="en-GB" dirty="0"/>
                    </a:p>
                  </a:txBody>
                  <a:tcPr/>
                </a:tc>
                <a:tc>
                  <a:txBody>
                    <a:bodyPr/>
                    <a:lstStyle/>
                    <a:p>
                      <a:pPr algn="ctr"/>
                      <a:r>
                        <a:rPr lang="en-GB" sz="1800" b="0" i="0" kern="1200" dirty="0">
                          <a:solidFill>
                            <a:schemeClr val="dk1"/>
                          </a:solidFill>
                          <a:effectLst/>
                          <a:latin typeface="+mn-lt"/>
                          <a:ea typeface="+mn-ea"/>
                          <a:cs typeface="+mn-cs"/>
                        </a:rPr>
                        <a:t>Alarm on 3 failed attempts</a:t>
                      </a:r>
                      <a:endParaRPr lang="en-GB" dirty="0"/>
                    </a:p>
                  </a:txBody>
                  <a:tcPr/>
                </a:tc>
                <a:extLst>
                  <a:ext uri="{0D108BD9-81ED-4DB2-BD59-A6C34878D82A}">
                    <a16:rowId xmlns:a16="http://schemas.microsoft.com/office/drawing/2014/main" val="3557987364"/>
                  </a:ext>
                </a:extLst>
              </a:tr>
            </a:tbl>
          </a:graphicData>
        </a:graphic>
      </p:graphicFrame>
    </p:spTree>
    <p:extLst>
      <p:ext uri="{BB962C8B-B14F-4D97-AF65-F5344CB8AC3E}">
        <p14:creationId xmlns:p14="http://schemas.microsoft.com/office/powerpoint/2010/main" val="3175891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art Greenhouse Video">
            <a:hlinkClick r:id="" action="ppaction://media"/>
            <a:extLst>
              <a:ext uri="{FF2B5EF4-FFF2-40B4-BE49-F238E27FC236}">
                <a16:creationId xmlns:a16="http://schemas.microsoft.com/office/drawing/2014/main" id="{990798D9-BDD8-4AD5-B488-D5EB097BD77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434" y="0"/>
            <a:ext cx="9144000" cy="5143500"/>
          </a:xfrm>
          <a:prstGeom prst="rect">
            <a:avLst/>
          </a:prstGeom>
        </p:spPr>
      </p:pic>
    </p:spTree>
    <p:extLst>
      <p:ext uri="{BB962C8B-B14F-4D97-AF65-F5344CB8AC3E}">
        <p14:creationId xmlns:p14="http://schemas.microsoft.com/office/powerpoint/2010/main" val="3676284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555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2" name="Google Shape;2546;p74"/>
          <p:cNvSpPr/>
          <p:nvPr/>
        </p:nvSpPr>
        <p:spPr>
          <a:xfrm rot="15849000">
            <a:off x="7989840" y="41594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3" name="PlaceHolder 1"/>
          <p:cNvSpPr>
            <a:spLocks noGrp="1"/>
          </p:cNvSpPr>
          <p:nvPr>
            <p:ph type="subTitle"/>
          </p:nvPr>
        </p:nvSpPr>
        <p:spPr>
          <a:xfrm>
            <a:off x="600613" y="826902"/>
            <a:ext cx="8170607" cy="4316598"/>
          </a:xfrm>
          <a:prstGeom prst="rect">
            <a:avLst/>
          </a:prstGeom>
          <a:noFill/>
          <a:ln w="0">
            <a:noFill/>
          </a:ln>
        </p:spPr>
        <p:txBody>
          <a:bodyPr lIns="91440" tIns="91440" rIns="91440" bIns="91440" anchor="t">
            <a:noAutofit/>
          </a:bodyPr>
          <a:lstStyle/>
          <a:p>
            <a:pPr>
              <a:lnSpc>
                <a:spcPct val="150000"/>
              </a:lnSpc>
              <a:tabLst>
                <a:tab pos="0" algn="l"/>
              </a:tabLst>
            </a:pPr>
            <a:r>
              <a:rPr lang="en-GB" sz="1800" b="0" u="none" strike="noStrike" dirty="0">
                <a:solidFill>
                  <a:schemeClr val="dk1"/>
                </a:solidFill>
                <a:effectLst/>
                <a:uFillTx/>
                <a:latin typeface="Voces"/>
                <a:ea typeface="Voces"/>
              </a:rPr>
              <a:t>Why security matters:</a:t>
            </a:r>
            <a:endParaRPr lang="en-GB" sz="1800" dirty="0">
              <a:solidFill>
                <a:schemeClr val="dk1"/>
              </a:solidFill>
              <a:latin typeface="Voces"/>
              <a:ea typeface="Voces"/>
            </a:endParaRPr>
          </a:p>
          <a:p>
            <a:pPr>
              <a:lnSpc>
                <a:spcPct val="150000"/>
              </a:lnSpc>
              <a:tabLst>
                <a:tab pos="0" algn="l"/>
              </a:tabLst>
            </a:pPr>
            <a:r>
              <a:rPr lang="en-GB" sz="1800" b="0" u="none" strike="noStrike" dirty="0">
                <a:solidFill>
                  <a:schemeClr val="dk1"/>
                </a:solidFill>
                <a:effectLst/>
                <a:uFillTx/>
                <a:latin typeface="Voces"/>
                <a:ea typeface="Voces"/>
              </a:rPr>
              <a:t>1. DATA INTEGRITY: Hackers can modify sensor readings (temperature, humidity, soil moisture)</a:t>
            </a:r>
          </a:p>
          <a:p>
            <a:pPr>
              <a:lnSpc>
                <a:spcPct val="150000"/>
              </a:lnSpc>
              <a:tabLst>
                <a:tab pos="0" algn="l"/>
              </a:tabLst>
            </a:pPr>
            <a:r>
              <a:rPr lang="en-GB" sz="1800" b="0" u="none" strike="noStrike" dirty="0">
                <a:solidFill>
                  <a:schemeClr val="dk1"/>
                </a:solidFill>
                <a:effectLst/>
                <a:uFillTx/>
                <a:latin typeface="Voces"/>
                <a:ea typeface="Voces"/>
              </a:rPr>
              <a:t>→ System believes false data which leads to wrong actions</a:t>
            </a:r>
          </a:p>
          <a:p>
            <a:pPr>
              <a:lnSpc>
                <a:spcPct val="150000"/>
              </a:lnSpc>
              <a:tabLst>
                <a:tab pos="0" algn="l"/>
              </a:tabLst>
            </a:pPr>
            <a:r>
              <a:rPr lang="en-GB" sz="1800" b="0" u="none" strike="noStrike" dirty="0">
                <a:solidFill>
                  <a:schemeClr val="dk1"/>
                </a:solidFill>
                <a:effectLst/>
                <a:uFillTx/>
                <a:latin typeface="Voces"/>
                <a:ea typeface="Voces"/>
              </a:rPr>
              <a:t>2. OPERATIONAL SABOTAGE: Hackers can send malicious commands</a:t>
            </a:r>
          </a:p>
          <a:p>
            <a:pPr>
              <a:lnSpc>
                <a:spcPct val="150000"/>
              </a:lnSpc>
              <a:tabLst>
                <a:tab pos="0" algn="l"/>
              </a:tabLst>
            </a:pPr>
            <a:r>
              <a:rPr lang="en-GB" sz="1800" b="0" u="none" strike="noStrike" dirty="0">
                <a:solidFill>
                  <a:schemeClr val="dk1"/>
                </a:solidFill>
                <a:effectLst/>
                <a:uFillTx/>
                <a:latin typeface="Voces"/>
                <a:ea typeface="Voces"/>
              </a:rPr>
              <a:t>→ Water pumps turn OFF, heaters turn OFF, alarms disabled</a:t>
            </a:r>
          </a:p>
          <a:p>
            <a:pPr>
              <a:lnSpc>
                <a:spcPct val="150000"/>
              </a:lnSpc>
              <a:tabLst>
                <a:tab pos="0" algn="l"/>
              </a:tabLst>
            </a:pPr>
            <a:r>
              <a:rPr lang="en-GB" sz="1800" b="0" u="none" strike="noStrike" dirty="0">
                <a:solidFill>
                  <a:schemeClr val="dk1"/>
                </a:solidFill>
                <a:effectLst/>
                <a:uFillTx/>
                <a:latin typeface="Voces"/>
                <a:ea typeface="Voces"/>
              </a:rPr>
              <a:t>3. FINANCIAL LOSS: - Destroyed crops = lost revenue</a:t>
            </a:r>
          </a:p>
          <a:p>
            <a:pPr>
              <a:lnSpc>
                <a:spcPct val="150000"/>
              </a:lnSpc>
              <a:tabLst>
                <a:tab pos="0" algn="l"/>
              </a:tabLst>
            </a:pPr>
            <a:r>
              <a:rPr lang="en-GB" sz="1800" dirty="0">
                <a:solidFill>
                  <a:schemeClr val="dk1"/>
                </a:solidFill>
                <a:latin typeface="Voces"/>
                <a:ea typeface="Voces"/>
              </a:rPr>
              <a:t>- </a:t>
            </a:r>
            <a:r>
              <a:rPr lang="en-GB" sz="1800" b="0" u="none" strike="noStrike" dirty="0">
                <a:solidFill>
                  <a:schemeClr val="dk1"/>
                </a:solidFill>
                <a:effectLst/>
                <a:uFillTx/>
                <a:latin typeface="Voces"/>
                <a:ea typeface="Voces"/>
              </a:rPr>
              <a:t>Stolen data = loss of competitive advantage</a:t>
            </a:r>
          </a:p>
          <a:p>
            <a:pPr>
              <a:lnSpc>
                <a:spcPct val="150000"/>
              </a:lnSpc>
              <a:tabLst>
                <a:tab pos="0" algn="l"/>
              </a:tabLst>
            </a:pPr>
            <a:r>
              <a:rPr lang="en-GB" sz="1800" b="0" u="none" strike="noStrike" dirty="0">
                <a:solidFill>
                  <a:schemeClr val="dk1"/>
                </a:solidFill>
                <a:effectLst/>
                <a:uFillTx/>
                <a:latin typeface="Voces"/>
                <a:ea typeface="Voces"/>
              </a:rPr>
              <a:t>4. PHYSICAL DAMAGE: Overheating, flooding, or electrical damage to equipment</a:t>
            </a:r>
          </a:p>
          <a:p>
            <a:pPr algn="ctr">
              <a:lnSpc>
                <a:spcPct val="150000"/>
              </a:lnSpc>
              <a:tabLst>
                <a:tab pos="0" algn="l"/>
              </a:tabLst>
            </a:pPr>
            <a:r>
              <a:rPr lang="en-GB" sz="1800" b="0" u="none" strike="noStrike" dirty="0">
                <a:solidFill>
                  <a:schemeClr val="dk1"/>
                </a:solidFill>
                <a:effectLst/>
                <a:uFillTx/>
                <a:latin typeface="Voces"/>
                <a:ea typeface="Voces"/>
              </a:rPr>
              <a:t>❗️ Security is not optional. It is essential for safe operation. ❗️</a:t>
            </a:r>
            <a:endParaRPr lang="en-US" sz="1800" b="0" u="none" strike="noStrike" dirty="0">
              <a:solidFill>
                <a:srgbClr val="FFFFFF"/>
              </a:solidFill>
              <a:effectLst/>
              <a:uFillTx/>
              <a:latin typeface="OpenSymbol"/>
            </a:endParaRPr>
          </a:p>
        </p:txBody>
      </p:sp>
      <p:sp>
        <p:nvSpPr>
          <p:cNvPr id="2284" name="PlaceHolder 2"/>
          <p:cNvSpPr>
            <a:spLocks noGrp="1"/>
          </p:cNvSpPr>
          <p:nvPr>
            <p:ph type="title"/>
          </p:nvPr>
        </p:nvSpPr>
        <p:spPr>
          <a:xfrm>
            <a:off x="1445451" y="0"/>
            <a:ext cx="5673977" cy="879515"/>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4500" b="0" u="none" strike="noStrike" dirty="0">
                <a:solidFill>
                  <a:schemeClr val="lt1"/>
                </a:solidFill>
                <a:effectLst/>
                <a:uFillTx/>
                <a:latin typeface="Calistoga"/>
                <a:ea typeface="Calistoga"/>
              </a:rPr>
              <a:t>Security Threats</a:t>
            </a:r>
            <a:endParaRPr lang="fr-FR" sz="4500" b="0" u="none" strike="noStrike" dirty="0">
              <a:solidFill>
                <a:schemeClr val="dk1"/>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2" name="Google Shape;2546;p74"/>
          <p:cNvSpPr/>
          <p:nvPr/>
        </p:nvSpPr>
        <p:spPr>
          <a:xfrm rot="15849000">
            <a:off x="7989840" y="41594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3" name="PlaceHolder 1"/>
          <p:cNvSpPr>
            <a:spLocks noGrp="1"/>
          </p:cNvSpPr>
          <p:nvPr>
            <p:ph type="subTitle"/>
          </p:nvPr>
        </p:nvSpPr>
        <p:spPr>
          <a:xfrm>
            <a:off x="723900" y="711875"/>
            <a:ext cx="6240779" cy="4561165"/>
          </a:xfrm>
          <a:prstGeom prst="rect">
            <a:avLst/>
          </a:prstGeom>
          <a:noFill/>
          <a:ln w="0">
            <a:noFill/>
          </a:ln>
        </p:spPr>
        <p:txBody>
          <a:bodyPr lIns="91440" tIns="91440" rIns="91440" bIns="91440" anchor="t">
            <a:noAutofit/>
          </a:bodyPr>
          <a:lstStyle/>
          <a:p>
            <a:pPr>
              <a:lnSpc>
                <a:spcPct val="150000"/>
              </a:lnSpc>
              <a:tabLst>
                <a:tab pos="0" algn="l"/>
              </a:tabLst>
            </a:pPr>
            <a:r>
              <a:rPr lang="en-GB" sz="1800" b="0" u="none" strike="noStrike" dirty="0">
                <a:solidFill>
                  <a:schemeClr val="dk1"/>
                </a:solidFill>
                <a:effectLst/>
                <a:uFillTx/>
                <a:latin typeface="Voces"/>
                <a:ea typeface="Voces"/>
              </a:rPr>
              <a:t>How to protect a smart greenhouse:</a:t>
            </a:r>
          </a:p>
          <a:p>
            <a:pPr>
              <a:lnSpc>
                <a:spcPct val="150000"/>
              </a:lnSpc>
              <a:tabLst>
                <a:tab pos="0" algn="l"/>
              </a:tabLst>
            </a:pPr>
            <a:r>
              <a:rPr lang="en-GB" sz="1400" b="0" u="none" strike="noStrike" dirty="0">
                <a:solidFill>
                  <a:schemeClr val="dk1"/>
                </a:solidFill>
                <a:effectLst/>
                <a:uFillTx/>
                <a:latin typeface="Voces"/>
                <a:ea typeface="Voces"/>
              </a:rPr>
              <a:t>1. DEVICE SECURITY</a:t>
            </a:r>
          </a:p>
          <a:p>
            <a:pPr>
              <a:lnSpc>
                <a:spcPct val="150000"/>
              </a:lnSpc>
              <a:tabLst>
                <a:tab pos="0" algn="l"/>
              </a:tabLst>
            </a:pPr>
            <a:r>
              <a:rPr lang="en-GB" sz="1400" b="0" u="none" strike="noStrike" dirty="0">
                <a:solidFill>
                  <a:schemeClr val="dk1"/>
                </a:solidFill>
                <a:effectLst/>
                <a:uFillTx/>
                <a:latin typeface="Voces"/>
                <a:ea typeface="Voces"/>
              </a:rPr>
              <a:t>   → Use strong, unique passwords for all devices</a:t>
            </a:r>
          </a:p>
          <a:p>
            <a:pPr>
              <a:lnSpc>
                <a:spcPct val="150000"/>
              </a:lnSpc>
              <a:tabLst>
                <a:tab pos="0" algn="l"/>
              </a:tabLst>
            </a:pPr>
            <a:r>
              <a:rPr lang="en-GB" sz="1400" b="0" u="none" strike="noStrike" dirty="0">
                <a:solidFill>
                  <a:schemeClr val="dk1"/>
                </a:solidFill>
                <a:effectLst/>
                <a:uFillTx/>
                <a:latin typeface="Voces"/>
                <a:ea typeface="Voces"/>
              </a:rPr>
              <a:t>   → Enable secure boot and flash encryption</a:t>
            </a:r>
          </a:p>
          <a:p>
            <a:pPr>
              <a:lnSpc>
                <a:spcPct val="150000"/>
              </a:lnSpc>
              <a:tabLst>
                <a:tab pos="0" algn="l"/>
              </a:tabLst>
            </a:pPr>
            <a:r>
              <a:rPr lang="en-GB" sz="1400" b="0" u="none" strike="noStrike" dirty="0">
                <a:solidFill>
                  <a:schemeClr val="dk1"/>
                </a:solidFill>
                <a:effectLst/>
                <a:uFillTx/>
                <a:latin typeface="Voces"/>
                <a:ea typeface="Voces"/>
              </a:rPr>
              <a:t>2. NETWORK SECURITY</a:t>
            </a:r>
          </a:p>
          <a:p>
            <a:pPr>
              <a:lnSpc>
                <a:spcPct val="150000"/>
              </a:lnSpc>
              <a:tabLst>
                <a:tab pos="0" algn="l"/>
              </a:tabLst>
            </a:pPr>
            <a:r>
              <a:rPr lang="en-GB" sz="1400" b="0" u="none" strike="noStrike" dirty="0">
                <a:solidFill>
                  <a:schemeClr val="dk1"/>
                </a:solidFill>
                <a:effectLst/>
                <a:uFillTx/>
                <a:latin typeface="Voces"/>
                <a:ea typeface="Voces"/>
              </a:rPr>
              <a:t>   → Use WPA2/WPA3 </a:t>
            </a:r>
            <a:r>
              <a:rPr lang="en-GB" sz="1400" b="0" u="none" strike="noStrike" dirty="0" err="1">
                <a:solidFill>
                  <a:schemeClr val="dk1"/>
                </a:solidFill>
                <a:effectLst/>
                <a:uFillTx/>
                <a:latin typeface="Voces"/>
                <a:ea typeface="Voces"/>
              </a:rPr>
              <a:t>WiFi</a:t>
            </a:r>
            <a:r>
              <a:rPr lang="en-GB" sz="1400" b="0" u="none" strike="noStrike" dirty="0">
                <a:solidFill>
                  <a:schemeClr val="dk1"/>
                </a:solidFill>
                <a:effectLst/>
                <a:uFillTx/>
                <a:latin typeface="Voces"/>
                <a:ea typeface="Voces"/>
              </a:rPr>
              <a:t> encryption</a:t>
            </a:r>
          </a:p>
          <a:p>
            <a:pPr>
              <a:lnSpc>
                <a:spcPct val="150000"/>
              </a:lnSpc>
              <a:tabLst>
                <a:tab pos="0" algn="l"/>
              </a:tabLst>
            </a:pPr>
            <a:r>
              <a:rPr lang="en-GB" sz="1400" b="0" u="none" strike="noStrike" dirty="0">
                <a:solidFill>
                  <a:schemeClr val="dk1"/>
                </a:solidFill>
                <a:effectLst/>
                <a:uFillTx/>
                <a:latin typeface="Voces"/>
                <a:ea typeface="Voces"/>
              </a:rPr>
              <a:t>   → Firewall to block unauthorized access</a:t>
            </a:r>
          </a:p>
          <a:p>
            <a:pPr>
              <a:lnSpc>
                <a:spcPct val="150000"/>
              </a:lnSpc>
              <a:tabLst>
                <a:tab pos="0" algn="l"/>
              </a:tabLst>
            </a:pPr>
            <a:r>
              <a:rPr lang="en-GB" sz="1400" b="0" u="none" strike="noStrike" dirty="0">
                <a:solidFill>
                  <a:schemeClr val="dk1"/>
                </a:solidFill>
                <a:effectLst/>
                <a:uFillTx/>
                <a:latin typeface="Voces"/>
                <a:ea typeface="Voces"/>
              </a:rPr>
              <a:t>3. AUTHENTICATION</a:t>
            </a:r>
          </a:p>
          <a:p>
            <a:pPr>
              <a:lnSpc>
                <a:spcPct val="150000"/>
              </a:lnSpc>
              <a:tabLst>
                <a:tab pos="0" algn="l"/>
              </a:tabLst>
            </a:pPr>
            <a:r>
              <a:rPr lang="en-GB" sz="1400" b="0" u="none" strike="noStrike" dirty="0">
                <a:solidFill>
                  <a:schemeClr val="dk1"/>
                </a:solidFill>
                <a:effectLst/>
                <a:uFillTx/>
                <a:latin typeface="Voces"/>
                <a:ea typeface="Voces"/>
              </a:rPr>
              <a:t>   → Multi-factor authentication for remote access</a:t>
            </a:r>
          </a:p>
          <a:p>
            <a:pPr>
              <a:lnSpc>
                <a:spcPct val="150000"/>
              </a:lnSpc>
              <a:tabLst>
                <a:tab pos="0" algn="l"/>
              </a:tabLst>
            </a:pPr>
            <a:r>
              <a:rPr lang="en-GB" sz="1400" b="0" u="none" strike="noStrike" dirty="0">
                <a:solidFill>
                  <a:schemeClr val="dk1"/>
                </a:solidFill>
                <a:effectLst/>
                <a:uFillTx/>
                <a:latin typeface="Voces"/>
                <a:ea typeface="Voces"/>
              </a:rPr>
              <a:t>   → PIN or biometric for physical door access</a:t>
            </a:r>
          </a:p>
          <a:p>
            <a:pPr>
              <a:lnSpc>
                <a:spcPct val="150000"/>
              </a:lnSpc>
              <a:tabLst>
                <a:tab pos="0" algn="l"/>
              </a:tabLst>
            </a:pPr>
            <a:r>
              <a:rPr lang="en-GB" sz="1400" b="0" u="none" strike="noStrike" dirty="0">
                <a:solidFill>
                  <a:schemeClr val="dk1"/>
                </a:solidFill>
                <a:effectLst/>
                <a:uFillTx/>
                <a:latin typeface="Voces"/>
                <a:ea typeface="Voces"/>
              </a:rPr>
              <a:t>4. DATA SECURITY</a:t>
            </a:r>
          </a:p>
          <a:p>
            <a:pPr>
              <a:lnSpc>
                <a:spcPct val="150000"/>
              </a:lnSpc>
              <a:tabLst>
                <a:tab pos="0" algn="l"/>
              </a:tabLst>
            </a:pPr>
            <a:r>
              <a:rPr lang="en-GB" sz="1400" b="0" u="none" strike="noStrike" dirty="0">
                <a:solidFill>
                  <a:schemeClr val="dk1"/>
                </a:solidFill>
                <a:effectLst/>
                <a:uFillTx/>
                <a:latin typeface="Voces"/>
                <a:ea typeface="Voces"/>
              </a:rPr>
              <a:t>   → Encrypt data at rest</a:t>
            </a:r>
          </a:p>
          <a:p>
            <a:pPr>
              <a:lnSpc>
                <a:spcPct val="150000"/>
              </a:lnSpc>
              <a:tabLst>
                <a:tab pos="0" algn="l"/>
              </a:tabLst>
            </a:pPr>
            <a:r>
              <a:rPr lang="en-GB" sz="1400" b="0" u="none" strike="noStrike" dirty="0">
                <a:solidFill>
                  <a:schemeClr val="dk1"/>
                </a:solidFill>
                <a:effectLst/>
                <a:uFillTx/>
                <a:latin typeface="Voces"/>
                <a:ea typeface="Voces"/>
              </a:rPr>
              <a:t>   → Regular backups</a:t>
            </a:r>
          </a:p>
        </p:txBody>
      </p:sp>
      <p:sp>
        <p:nvSpPr>
          <p:cNvPr id="2284" name="PlaceHolder 2"/>
          <p:cNvSpPr>
            <a:spLocks noGrp="1"/>
          </p:cNvSpPr>
          <p:nvPr>
            <p:ph type="title"/>
          </p:nvPr>
        </p:nvSpPr>
        <p:spPr>
          <a:xfrm>
            <a:off x="1445451" y="0"/>
            <a:ext cx="5673977" cy="879515"/>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4500" b="0" u="none" strike="noStrike" dirty="0">
                <a:solidFill>
                  <a:schemeClr val="lt1"/>
                </a:solidFill>
                <a:effectLst/>
                <a:uFillTx/>
                <a:latin typeface="Calistoga"/>
                <a:ea typeface="Calistoga"/>
              </a:rPr>
              <a:t>Security Measures</a:t>
            </a:r>
            <a:endParaRPr lang="fr-FR" sz="4500" b="0" u="none" strike="noStrike" dirty="0">
              <a:solidFill>
                <a:schemeClr val="dk1"/>
              </a:solidFill>
              <a:effectLst/>
              <a:uFillTx/>
              <a:latin typeface="Arial"/>
            </a:endParaRPr>
          </a:p>
        </p:txBody>
      </p:sp>
    </p:spTree>
    <p:extLst>
      <p:ext uri="{BB962C8B-B14F-4D97-AF65-F5344CB8AC3E}">
        <p14:creationId xmlns:p14="http://schemas.microsoft.com/office/powerpoint/2010/main" val="1767710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Rectangle 2279"/>
          <p:cNvSpPr/>
          <p:nvPr/>
        </p:nvSpPr>
        <p:spPr>
          <a:xfrm>
            <a:off x="2491107" y="0"/>
            <a:ext cx="3941134" cy="67350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defTabSz="914400">
              <a:lnSpc>
                <a:spcPct val="100000"/>
              </a:lnSpc>
              <a:tabLst>
                <a:tab pos="0" algn="l"/>
              </a:tabLst>
            </a:pPr>
            <a:r>
              <a:rPr lang="en-US" sz="3600" dirty="0">
                <a:solidFill>
                  <a:schemeClr val="accent3"/>
                </a:solidFill>
                <a:latin typeface="Calistoga"/>
              </a:rPr>
              <a:t>Challenges </a:t>
            </a:r>
            <a:endParaRPr lang="en-US" sz="3600" b="0" u="none" strike="noStrike" dirty="0">
              <a:solidFill>
                <a:srgbClr val="000000"/>
              </a:solidFill>
              <a:effectLst/>
              <a:uFillTx/>
              <a:latin typeface="OpenSymbol"/>
            </a:endParaRPr>
          </a:p>
        </p:txBody>
      </p:sp>
      <p:sp>
        <p:nvSpPr>
          <p:cNvPr id="4" name="PlaceHolder 1">
            <a:extLst>
              <a:ext uri="{FF2B5EF4-FFF2-40B4-BE49-F238E27FC236}">
                <a16:creationId xmlns:a16="http://schemas.microsoft.com/office/drawing/2014/main" id="{A2595FCA-5CFC-4CDF-8A66-2C50E790F3D3}"/>
              </a:ext>
            </a:extLst>
          </p:cNvPr>
          <p:cNvSpPr txBox="1">
            <a:spLocks/>
          </p:cNvSpPr>
          <p:nvPr/>
        </p:nvSpPr>
        <p:spPr>
          <a:xfrm>
            <a:off x="1232881" y="535664"/>
            <a:ext cx="6678237" cy="4289097"/>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tabLst>
                <a:tab pos="0" algn="l"/>
              </a:tabLst>
            </a:pPr>
            <a:r>
              <a:rPr lang="en-GB" sz="1800" dirty="0">
                <a:solidFill>
                  <a:schemeClr val="dk1"/>
                </a:solidFill>
                <a:latin typeface="Voces"/>
                <a:ea typeface="Voces"/>
              </a:rPr>
              <a:t>1. Limited processing power</a:t>
            </a:r>
          </a:p>
          <a:p>
            <a:pPr>
              <a:lnSpc>
                <a:spcPct val="150000"/>
              </a:lnSpc>
              <a:tabLst>
                <a:tab pos="0" algn="l"/>
              </a:tabLst>
            </a:pPr>
            <a:r>
              <a:rPr lang="en-GB" sz="1800" dirty="0">
                <a:solidFill>
                  <a:schemeClr val="dk1"/>
                </a:solidFill>
                <a:latin typeface="Voces"/>
                <a:ea typeface="Voces"/>
              </a:rPr>
              <a:t>   → ESP32 has less memory than a computer</a:t>
            </a:r>
          </a:p>
          <a:p>
            <a:pPr>
              <a:lnSpc>
                <a:spcPct val="150000"/>
              </a:lnSpc>
              <a:tabLst>
                <a:tab pos="0" algn="l"/>
              </a:tabLst>
            </a:pPr>
            <a:r>
              <a:rPr lang="en-GB" sz="1800" dirty="0">
                <a:solidFill>
                  <a:schemeClr val="dk1"/>
                </a:solidFill>
                <a:latin typeface="Voces"/>
                <a:ea typeface="Voces"/>
              </a:rPr>
              <a:t>2. Low power constraints</a:t>
            </a:r>
          </a:p>
          <a:p>
            <a:pPr>
              <a:lnSpc>
                <a:spcPct val="150000"/>
              </a:lnSpc>
              <a:tabLst>
                <a:tab pos="0" algn="l"/>
              </a:tabLst>
            </a:pPr>
            <a:r>
              <a:rPr lang="en-GB" sz="1800" dirty="0">
                <a:solidFill>
                  <a:schemeClr val="dk1"/>
                </a:solidFill>
                <a:latin typeface="Voces"/>
                <a:ea typeface="Voces"/>
              </a:rPr>
              <a:t>   → Security features must be energy efficient</a:t>
            </a:r>
          </a:p>
          <a:p>
            <a:pPr>
              <a:lnSpc>
                <a:spcPct val="150000"/>
              </a:lnSpc>
              <a:tabLst>
                <a:tab pos="0" algn="l"/>
              </a:tabLst>
            </a:pPr>
            <a:r>
              <a:rPr lang="en-GB" sz="1800" dirty="0">
                <a:solidFill>
                  <a:schemeClr val="dk1"/>
                </a:solidFill>
                <a:latin typeface="Voces"/>
                <a:ea typeface="Voces"/>
              </a:rPr>
              <a:t>3. Physical access</a:t>
            </a:r>
          </a:p>
          <a:p>
            <a:pPr>
              <a:lnSpc>
                <a:spcPct val="150000"/>
              </a:lnSpc>
              <a:tabLst>
                <a:tab pos="0" algn="l"/>
              </a:tabLst>
            </a:pPr>
            <a:r>
              <a:rPr lang="en-GB" sz="1800" dirty="0">
                <a:solidFill>
                  <a:schemeClr val="dk1"/>
                </a:solidFill>
                <a:latin typeface="Voces"/>
                <a:ea typeface="Voces"/>
              </a:rPr>
              <a:t>   → Attacker can touch the device</a:t>
            </a:r>
          </a:p>
          <a:p>
            <a:pPr>
              <a:lnSpc>
                <a:spcPct val="150000"/>
              </a:lnSpc>
              <a:tabLst>
                <a:tab pos="0" algn="l"/>
              </a:tabLst>
            </a:pPr>
            <a:r>
              <a:rPr lang="en-GB" sz="1800" dirty="0">
                <a:solidFill>
                  <a:schemeClr val="dk1"/>
                </a:solidFill>
                <a:latin typeface="Voces"/>
                <a:ea typeface="Voces"/>
              </a:rPr>
              <a:t>4. Long lifetime</a:t>
            </a:r>
          </a:p>
          <a:p>
            <a:pPr>
              <a:lnSpc>
                <a:spcPct val="150000"/>
              </a:lnSpc>
              <a:tabLst>
                <a:tab pos="0" algn="l"/>
              </a:tabLst>
            </a:pPr>
            <a:r>
              <a:rPr lang="en-GB" sz="1800" dirty="0">
                <a:solidFill>
                  <a:schemeClr val="dk1"/>
                </a:solidFill>
                <a:latin typeface="Voces"/>
                <a:ea typeface="Voces"/>
              </a:rPr>
              <a:t>   → Devices may run for years without updates</a:t>
            </a:r>
          </a:p>
          <a:p>
            <a:pPr>
              <a:lnSpc>
                <a:spcPct val="150000"/>
              </a:lnSpc>
              <a:tabLst>
                <a:tab pos="0" algn="l"/>
              </a:tabLst>
            </a:pPr>
            <a:r>
              <a:rPr lang="en-GB" sz="1800" dirty="0">
                <a:solidFill>
                  <a:schemeClr val="dk1"/>
                </a:solidFill>
                <a:latin typeface="Voces"/>
                <a:ea typeface="Voces"/>
              </a:rPr>
              <a:t>5. Cost limitations</a:t>
            </a:r>
          </a:p>
          <a:p>
            <a:pPr>
              <a:lnSpc>
                <a:spcPct val="150000"/>
              </a:lnSpc>
              <a:tabLst>
                <a:tab pos="0" algn="l"/>
              </a:tabLst>
            </a:pPr>
            <a:r>
              <a:rPr lang="en-GB" sz="1800" dirty="0">
                <a:solidFill>
                  <a:schemeClr val="dk1"/>
                </a:solidFill>
                <a:latin typeface="Voces"/>
                <a:ea typeface="Voces"/>
              </a:rPr>
              <a:t>   → Cannot add expensive security hardware</a:t>
            </a:r>
            <a:endParaRPr lang="en-US" sz="1800" dirty="0">
              <a:solidFill>
                <a:srgbClr val="FFFFFF"/>
              </a:solidFill>
              <a:latin typeface="OpenSymbol"/>
            </a:endParaRPr>
          </a:p>
        </p:txBody>
      </p:sp>
    </p:spTree>
    <p:extLst>
      <p:ext uri="{BB962C8B-B14F-4D97-AF65-F5344CB8AC3E}">
        <p14:creationId xmlns:p14="http://schemas.microsoft.com/office/powerpoint/2010/main" val="3331720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Rectangle 2279"/>
          <p:cNvSpPr/>
          <p:nvPr/>
        </p:nvSpPr>
        <p:spPr>
          <a:xfrm>
            <a:off x="2491106" y="0"/>
            <a:ext cx="3941134" cy="673504"/>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ctr" defTabSz="914400">
              <a:lnSpc>
                <a:spcPct val="100000"/>
              </a:lnSpc>
              <a:tabLst>
                <a:tab pos="0" algn="l"/>
              </a:tabLst>
            </a:pPr>
            <a:r>
              <a:rPr lang="en-US" sz="3600" dirty="0">
                <a:solidFill>
                  <a:schemeClr val="accent3"/>
                </a:solidFill>
                <a:latin typeface="Calistoga"/>
              </a:rPr>
              <a:t>Solutions</a:t>
            </a:r>
            <a:endParaRPr lang="en-US" sz="3600" b="0" u="none" strike="noStrike" dirty="0">
              <a:solidFill>
                <a:srgbClr val="000000"/>
              </a:solidFill>
              <a:effectLst/>
              <a:uFillTx/>
              <a:latin typeface="OpenSymbol"/>
            </a:endParaRPr>
          </a:p>
        </p:txBody>
      </p:sp>
      <p:sp>
        <p:nvSpPr>
          <p:cNvPr id="4" name="PlaceHolder 1">
            <a:extLst>
              <a:ext uri="{FF2B5EF4-FFF2-40B4-BE49-F238E27FC236}">
                <a16:creationId xmlns:a16="http://schemas.microsoft.com/office/drawing/2014/main" id="{A2595FCA-5CFC-4CDF-8A66-2C50E790F3D3}"/>
              </a:ext>
            </a:extLst>
          </p:cNvPr>
          <p:cNvSpPr txBox="1">
            <a:spLocks/>
          </p:cNvSpPr>
          <p:nvPr/>
        </p:nvSpPr>
        <p:spPr>
          <a:xfrm>
            <a:off x="1122555" y="673504"/>
            <a:ext cx="6678237" cy="4289097"/>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tabLst>
                <a:tab pos="0" algn="l"/>
              </a:tabLst>
            </a:pPr>
            <a:r>
              <a:rPr lang="en-GB" sz="1800" dirty="0">
                <a:solidFill>
                  <a:schemeClr val="dk1"/>
                </a:solidFill>
                <a:latin typeface="Voces"/>
                <a:ea typeface="Voces"/>
              </a:rPr>
              <a:t>1. Use lightweight security protocols (CoAP instead of HTTPS). Offload heavy tasks to cloud.</a:t>
            </a:r>
          </a:p>
          <a:p>
            <a:pPr>
              <a:lnSpc>
                <a:spcPct val="150000"/>
              </a:lnSpc>
              <a:tabLst>
                <a:tab pos="0" algn="l"/>
              </a:tabLst>
            </a:pPr>
            <a:r>
              <a:rPr lang="en-GB" sz="1800" dirty="0">
                <a:solidFill>
                  <a:schemeClr val="dk1"/>
                </a:solidFill>
                <a:latin typeface="Voces"/>
                <a:ea typeface="Voces"/>
              </a:rPr>
              <a:t>2. Use hardware-accelerated encryption (ESP32 has built-in AES). Wake up only when needed.</a:t>
            </a:r>
          </a:p>
          <a:p>
            <a:pPr>
              <a:lnSpc>
                <a:spcPct val="150000"/>
              </a:lnSpc>
              <a:tabLst>
                <a:tab pos="0" algn="l"/>
              </a:tabLst>
            </a:pPr>
            <a:r>
              <a:rPr lang="en-GB" sz="1800" dirty="0">
                <a:solidFill>
                  <a:schemeClr val="dk1"/>
                </a:solidFill>
                <a:latin typeface="Voces"/>
                <a:ea typeface="Voces"/>
              </a:rPr>
              <a:t>3. Use tamper-resistant enclosures. Secure boot prevents unauthorized firmware.</a:t>
            </a:r>
          </a:p>
          <a:p>
            <a:pPr>
              <a:lnSpc>
                <a:spcPct val="150000"/>
              </a:lnSpc>
              <a:tabLst>
                <a:tab pos="0" algn="l"/>
              </a:tabLst>
            </a:pPr>
            <a:r>
              <a:rPr lang="en-GB" sz="1800" dirty="0">
                <a:solidFill>
                  <a:schemeClr val="dk1"/>
                </a:solidFill>
                <a:latin typeface="Voces"/>
                <a:ea typeface="Voces"/>
              </a:rPr>
              <a:t>4. Over-the-air (OTA) updates. Modular design to replace individual components.</a:t>
            </a:r>
          </a:p>
          <a:p>
            <a:pPr>
              <a:lnSpc>
                <a:spcPct val="150000"/>
              </a:lnSpc>
              <a:tabLst>
                <a:tab pos="0" algn="l"/>
              </a:tabLst>
            </a:pPr>
            <a:r>
              <a:rPr lang="en-GB" sz="1800" dirty="0">
                <a:solidFill>
                  <a:schemeClr val="dk1"/>
                </a:solidFill>
                <a:latin typeface="Voces"/>
                <a:ea typeface="Voces"/>
              </a:rPr>
              <a:t>5. Use open-source security libraries. Built-in ESP32 security (Flash Encryption).</a:t>
            </a:r>
            <a:endParaRPr lang="en-US" sz="1800" dirty="0">
              <a:solidFill>
                <a:srgbClr val="FFFFFF"/>
              </a:solidFill>
              <a:latin typeface="OpenSymbol"/>
            </a:endParaRPr>
          </a:p>
        </p:txBody>
      </p:sp>
    </p:spTree>
    <p:extLst>
      <p:ext uri="{BB962C8B-B14F-4D97-AF65-F5344CB8AC3E}">
        <p14:creationId xmlns:p14="http://schemas.microsoft.com/office/powerpoint/2010/main" val="642491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9" name="Google Shape;2546;p74"/>
          <p:cNvSpPr/>
          <p:nvPr/>
        </p:nvSpPr>
        <p:spPr>
          <a:xfrm rot="15849000">
            <a:off x="7989840" y="4159440"/>
            <a:ext cx="1562760" cy="1280880"/>
          </a:xfrm>
          <a:custGeom>
            <a:avLst/>
            <a:gdLst>
              <a:gd name="textAreaLeft" fmla="*/ 0 w 1562760"/>
              <a:gd name="textAreaRight" fmla="*/ 1563120 w 1562760"/>
              <a:gd name="textAreaTop" fmla="*/ 0 h 1280880"/>
              <a:gd name="textAreaBottom" fmla="*/ 1281240 h 1280880"/>
            </a:gdLst>
            <a:ahLst/>
            <a:cxnLst/>
            <a:rect l="textAreaLeft" t="textAreaTop" r="textAreaRight" b="textAreaBottom"/>
            <a:pathLst>
              <a:path w="62527" h="51251">
                <a:moveTo>
                  <a:pt x="35889" y="3192"/>
                </a:moveTo>
                <a:cubicBezTo>
                  <a:pt x="34936" y="4989"/>
                  <a:pt x="34020" y="6785"/>
                  <a:pt x="33030" y="8581"/>
                </a:cubicBezTo>
                <a:cubicBezTo>
                  <a:pt x="31930" y="10634"/>
                  <a:pt x="30830" y="12650"/>
                  <a:pt x="29731" y="14666"/>
                </a:cubicBezTo>
                <a:cubicBezTo>
                  <a:pt x="28594" y="16682"/>
                  <a:pt x="27458" y="18662"/>
                  <a:pt x="26285" y="20678"/>
                </a:cubicBezTo>
                <a:cubicBezTo>
                  <a:pt x="25112" y="22658"/>
                  <a:pt x="23939" y="24637"/>
                  <a:pt x="22766" y="26580"/>
                </a:cubicBezTo>
                <a:cubicBezTo>
                  <a:pt x="22252" y="27460"/>
                  <a:pt x="21702" y="28303"/>
                  <a:pt x="21189" y="29146"/>
                </a:cubicBezTo>
                <a:cubicBezTo>
                  <a:pt x="21629" y="28046"/>
                  <a:pt x="22032" y="26983"/>
                  <a:pt x="22472" y="25884"/>
                </a:cubicBezTo>
                <a:cubicBezTo>
                  <a:pt x="23279" y="23794"/>
                  <a:pt x="24159" y="21741"/>
                  <a:pt x="25075" y="19688"/>
                </a:cubicBezTo>
                <a:cubicBezTo>
                  <a:pt x="25991" y="17636"/>
                  <a:pt x="26981" y="15693"/>
                  <a:pt x="28081" y="13750"/>
                </a:cubicBezTo>
                <a:cubicBezTo>
                  <a:pt x="29144" y="11807"/>
                  <a:pt x="30317" y="9974"/>
                  <a:pt x="31600" y="8178"/>
                </a:cubicBezTo>
                <a:cubicBezTo>
                  <a:pt x="32920" y="6418"/>
                  <a:pt x="34349" y="4732"/>
                  <a:pt x="35889" y="3192"/>
                </a:cubicBezTo>
                <a:close/>
                <a:moveTo>
                  <a:pt x="60780" y="7078"/>
                </a:moveTo>
                <a:lnTo>
                  <a:pt x="60780" y="7078"/>
                </a:lnTo>
                <a:cubicBezTo>
                  <a:pt x="56161" y="10011"/>
                  <a:pt x="51469" y="12907"/>
                  <a:pt x="46777" y="15766"/>
                </a:cubicBezTo>
                <a:lnTo>
                  <a:pt x="46740" y="15766"/>
                </a:lnTo>
                <a:cubicBezTo>
                  <a:pt x="41534" y="18919"/>
                  <a:pt x="36256" y="21998"/>
                  <a:pt x="30940" y="25041"/>
                </a:cubicBezTo>
                <a:cubicBezTo>
                  <a:pt x="28521" y="26434"/>
                  <a:pt x="26065" y="27790"/>
                  <a:pt x="23572" y="29183"/>
                </a:cubicBezTo>
                <a:lnTo>
                  <a:pt x="23755" y="28963"/>
                </a:lnTo>
                <a:cubicBezTo>
                  <a:pt x="26578" y="26800"/>
                  <a:pt x="29437" y="24711"/>
                  <a:pt x="32370" y="22731"/>
                </a:cubicBezTo>
                <a:cubicBezTo>
                  <a:pt x="36806" y="19688"/>
                  <a:pt x="41388" y="16902"/>
                  <a:pt x="46080" y="14300"/>
                </a:cubicBezTo>
                <a:cubicBezTo>
                  <a:pt x="50772" y="11697"/>
                  <a:pt x="55575" y="9314"/>
                  <a:pt x="60523" y="7188"/>
                </a:cubicBezTo>
                <a:lnTo>
                  <a:pt x="60780" y="7078"/>
                </a:lnTo>
                <a:close/>
                <a:moveTo>
                  <a:pt x="46557" y="1543"/>
                </a:moveTo>
                <a:cubicBezTo>
                  <a:pt x="43917" y="5135"/>
                  <a:pt x="41205" y="8691"/>
                  <a:pt x="38382" y="12137"/>
                </a:cubicBezTo>
                <a:cubicBezTo>
                  <a:pt x="35193" y="16023"/>
                  <a:pt x="31893" y="19835"/>
                  <a:pt x="28521" y="23574"/>
                </a:cubicBezTo>
                <a:cubicBezTo>
                  <a:pt x="26835" y="25407"/>
                  <a:pt x="25112" y="27203"/>
                  <a:pt x="23389" y="29000"/>
                </a:cubicBezTo>
                <a:lnTo>
                  <a:pt x="22656" y="29586"/>
                </a:lnTo>
                <a:cubicBezTo>
                  <a:pt x="25552" y="25627"/>
                  <a:pt x="28558" y="21778"/>
                  <a:pt x="31673" y="18002"/>
                </a:cubicBezTo>
                <a:cubicBezTo>
                  <a:pt x="34936" y="14080"/>
                  <a:pt x="38345" y="10231"/>
                  <a:pt x="41864" y="6455"/>
                </a:cubicBezTo>
                <a:cubicBezTo>
                  <a:pt x="43404" y="4805"/>
                  <a:pt x="44980" y="3156"/>
                  <a:pt x="46557" y="1543"/>
                </a:cubicBezTo>
                <a:close/>
                <a:moveTo>
                  <a:pt x="20199" y="31016"/>
                </a:moveTo>
                <a:lnTo>
                  <a:pt x="20089" y="31272"/>
                </a:lnTo>
                <a:lnTo>
                  <a:pt x="19906" y="31786"/>
                </a:lnTo>
                <a:lnTo>
                  <a:pt x="19503" y="32115"/>
                </a:lnTo>
                <a:cubicBezTo>
                  <a:pt x="19723" y="31749"/>
                  <a:pt x="19943" y="31382"/>
                  <a:pt x="20199" y="31016"/>
                </a:cubicBezTo>
                <a:close/>
                <a:moveTo>
                  <a:pt x="19833" y="32152"/>
                </a:moveTo>
                <a:cubicBezTo>
                  <a:pt x="19833" y="32189"/>
                  <a:pt x="19833" y="32189"/>
                  <a:pt x="19870" y="32189"/>
                </a:cubicBezTo>
                <a:cubicBezTo>
                  <a:pt x="19723" y="32262"/>
                  <a:pt x="19613" y="32335"/>
                  <a:pt x="19503" y="32445"/>
                </a:cubicBezTo>
                <a:lnTo>
                  <a:pt x="19466" y="32409"/>
                </a:lnTo>
                <a:lnTo>
                  <a:pt x="19503" y="32409"/>
                </a:lnTo>
                <a:lnTo>
                  <a:pt x="19833" y="32152"/>
                </a:lnTo>
                <a:close/>
                <a:moveTo>
                  <a:pt x="44870" y="27020"/>
                </a:moveTo>
                <a:lnTo>
                  <a:pt x="44870" y="27020"/>
                </a:lnTo>
                <a:cubicBezTo>
                  <a:pt x="43441" y="27460"/>
                  <a:pt x="42011" y="27827"/>
                  <a:pt x="40581" y="28193"/>
                </a:cubicBezTo>
                <a:cubicBezTo>
                  <a:pt x="38748" y="28706"/>
                  <a:pt x="36916" y="29146"/>
                  <a:pt x="35046" y="29586"/>
                </a:cubicBezTo>
                <a:cubicBezTo>
                  <a:pt x="33176" y="30026"/>
                  <a:pt x="31344" y="30429"/>
                  <a:pt x="29474" y="30832"/>
                </a:cubicBezTo>
                <a:cubicBezTo>
                  <a:pt x="27604" y="31236"/>
                  <a:pt x="25735" y="31602"/>
                  <a:pt x="23865" y="31932"/>
                </a:cubicBezTo>
                <a:cubicBezTo>
                  <a:pt x="22216" y="32189"/>
                  <a:pt x="20566" y="32555"/>
                  <a:pt x="18953" y="33032"/>
                </a:cubicBezTo>
                <a:lnTo>
                  <a:pt x="18953" y="32995"/>
                </a:lnTo>
                <a:cubicBezTo>
                  <a:pt x="19540" y="32555"/>
                  <a:pt x="20163" y="32189"/>
                  <a:pt x="20859" y="31896"/>
                </a:cubicBezTo>
                <a:cubicBezTo>
                  <a:pt x="21666" y="31529"/>
                  <a:pt x="22509" y="31236"/>
                  <a:pt x="23352" y="30942"/>
                </a:cubicBezTo>
                <a:cubicBezTo>
                  <a:pt x="25112" y="30393"/>
                  <a:pt x="26871" y="29916"/>
                  <a:pt x="28667" y="29549"/>
                </a:cubicBezTo>
                <a:cubicBezTo>
                  <a:pt x="30500" y="29183"/>
                  <a:pt x="32297" y="28853"/>
                  <a:pt x="34130" y="28523"/>
                </a:cubicBezTo>
                <a:cubicBezTo>
                  <a:pt x="35962" y="28193"/>
                  <a:pt x="37869" y="27863"/>
                  <a:pt x="39738" y="27607"/>
                </a:cubicBezTo>
                <a:cubicBezTo>
                  <a:pt x="41461" y="27350"/>
                  <a:pt x="43147" y="27167"/>
                  <a:pt x="44870" y="27020"/>
                </a:cubicBezTo>
                <a:close/>
                <a:moveTo>
                  <a:pt x="24818" y="13933"/>
                </a:moveTo>
                <a:lnTo>
                  <a:pt x="24818" y="13933"/>
                </a:lnTo>
                <a:cubicBezTo>
                  <a:pt x="24122" y="16536"/>
                  <a:pt x="23279" y="19139"/>
                  <a:pt x="22289" y="21631"/>
                </a:cubicBezTo>
                <a:cubicBezTo>
                  <a:pt x="20933" y="25004"/>
                  <a:pt x="19356" y="28230"/>
                  <a:pt x="17560" y="31346"/>
                </a:cubicBezTo>
                <a:cubicBezTo>
                  <a:pt x="16680" y="32885"/>
                  <a:pt x="15764" y="34352"/>
                  <a:pt x="14774" y="35818"/>
                </a:cubicBezTo>
                <a:cubicBezTo>
                  <a:pt x="15764" y="32629"/>
                  <a:pt x="17010" y="29549"/>
                  <a:pt x="18477" y="26543"/>
                </a:cubicBezTo>
                <a:cubicBezTo>
                  <a:pt x="20016" y="23318"/>
                  <a:pt x="21702" y="20128"/>
                  <a:pt x="23352" y="16939"/>
                </a:cubicBezTo>
                <a:cubicBezTo>
                  <a:pt x="23792" y="16023"/>
                  <a:pt x="24232" y="15143"/>
                  <a:pt x="24672" y="14226"/>
                </a:cubicBezTo>
                <a:lnTo>
                  <a:pt x="24818" y="13933"/>
                </a:lnTo>
                <a:close/>
                <a:moveTo>
                  <a:pt x="45823" y="30576"/>
                </a:moveTo>
                <a:lnTo>
                  <a:pt x="45823" y="30576"/>
                </a:lnTo>
                <a:cubicBezTo>
                  <a:pt x="44174" y="30942"/>
                  <a:pt x="42561" y="31272"/>
                  <a:pt x="40911" y="31602"/>
                </a:cubicBezTo>
                <a:cubicBezTo>
                  <a:pt x="38712" y="32042"/>
                  <a:pt x="36549" y="32445"/>
                  <a:pt x="34349" y="32849"/>
                </a:cubicBezTo>
                <a:cubicBezTo>
                  <a:pt x="32187" y="33215"/>
                  <a:pt x="29987" y="33582"/>
                  <a:pt x="27824" y="33912"/>
                </a:cubicBezTo>
                <a:cubicBezTo>
                  <a:pt x="25625" y="34242"/>
                  <a:pt x="23462" y="34535"/>
                  <a:pt x="21299" y="34828"/>
                </a:cubicBezTo>
                <a:cubicBezTo>
                  <a:pt x="19466" y="35048"/>
                  <a:pt x="17670" y="35415"/>
                  <a:pt x="15910" y="35891"/>
                </a:cubicBezTo>
                <a:cubicBezTo>
                  <a:pt x="17084" y="35268"/>
                  <a:pt x="18330" y="34755"/>
                  <a:pt x="19613" y="34352"/>
                </a:cubicBezTo>
                <a:cubicBezTo>
                  <a:pt x="21556" y="33802"/>
                  <a:pt x="23535" y="33362"/>
                  <a:pt x="25552" y="33032"/>
                </a:cubicBezTo>
                <a:cubicBezTo>
                  <a:pt x="27861" y="32629"/>
                  <a:pt x="30170" y="32262"/>
                  <a:pt x="32517" y="31932"/>
                </a:cubicBezTo>
                <a:cubicBezTo>
                  <a:pt x="34863" y="31602"/>
                  <a:pt x="37209" y="31346"/>
                  <a:pt x="39555" y="31089"/>
                </a:cubicBezTo>
                <a:cubicBezTo>
                  <a:pt x="41644" y="30906"/>
                  <a:pt x="43734" y="30722"/>
                  <a:pt x="45823" y="30576"/>
                </a:cubicBezTo>
                <a:close/>
                <a:moveTo>
                  <a:pt x="19063" y="17709"/>
                </a:moveTo>
                <a:lnTo>
                  <a:pt x="19063" y="17709"/>
                </a:lnTo>
                <a:cubicBezTo>
                  <a:pt x="18806" y="18955"/>
                  <a:pt x="18550" y="20238"/>
                  <a:pt x="18257" y="21485"/>
                </a:cubicBezTo>
                <a:cubicBezTo>
                  <a:pt x="17890" y="23024"/>
                  <a:pt x="17523" y="24564"/>
                  <a:pt x="17084" y="26104"/>
                </a:cubicBezTo>
                <a:cubicBezTo>
                  <a:pt x="16607" y="27643"/>
                  <a:pt x="16167" y="29146"/>
                  <a:pt x="15581" y="30649"/>
                </a:cubicBezTo>
                <a:cubicBezTo>
                  <a:pt x="14994" y="32115"/>
                  <a:pt x="14371" y="33545"/>
                  <a:pt x="13674" y="34975"/>
                </a:cubicBezTo>
                <a:cubicBezTo>
                  <a:pt x="13308" y="35671"/>
                  <a:pt x="12941" y="36331"/>
                  <a:pt x="12538" y="37028"/>
                </a:cubicBezTo>
                <a:cubicBezTo>
                  <a:pt x="12208" y="37614"/>
                  <a:pt x="11878" y="38164"/>
                  <a:pt x="11511" y="38714"/>
                </a:cubicBezTo>
                <a:cubicBezTo>
                  <a:pt x="11915" y="37541"/>
                  <a:pt x="12318" y="36404"/>
                  <a:pt x="12685" y="35231"/>
                </a:cubicBezTo>
                <a:cubicBezTo>
                  <a:pt x="13234" y="33728"/>
                  <a:pt x="13748" y="32189"/>
                  <a:pt x="14261" y="30649"/>
                </a:cubicBezTo>
                <a:lnTo>
                  <a:pt x="15837" y="26030"/>
                </a:lnTo>
                <a:cubicBezTo>
                  <a:pt x="16350" y="24527"/>
                  <a:pt x="16827" y="23061"/>
                  <a:pt x="17377" y="21595"/>
                </a:cubicBezTo>
                <a:cubicBezTo>
                  <a:pt x="17853" y="20275"/>
                  <a:pt x="18403" y="18955"/>
                  <a:pt x="19063" y="17709"/>
                </a:cubicBezTo>
                <a:close/>
                <a:moveTo>
                  <a:pt x="42087" y="34599"/>
                </a:moveTo>
                <a:cubicBezTo>
                  <a:pt x="42452" y="34599"/>
                  <a:pt x="42818" y="34602"/>
                  <a:pt x="43184" y="34608"/>
                </a:cubicBezTo>
                <a:cubicBezTo>
                  <a:pt x="39262" y="35415"/>
                  <a:pt x="35339" y="36111"/>
                  <a:pt x="31417" y="36771"/>
                </a:cubicBezTo>
                <a:cubicBezTo>
                  <a:pt x="27055" y="37468"/>
                  <a:pt x="22729" y="38054"/>
                  <a:pt x="18367" y="38604"/>
                </a:cubicBezTo>
                <a:cubicBezTo>
                  <a:pt x="16240" y="38861"/>
                  <a:pt x="14151" y="39081"/>
                  <a:pt x="12025" y="39300"/>
                </a:cubicBezTo>
                <a:cubicBezTo>
                  <a:pt x="13491" y="38567"/>
                  <a:pt x="15031" y="38091"/>
                  <a:pt x="16644" y="37797"/>
                </a:cubicBezTo>
                <a:cubicBezTo>
                  <a:pt x="18733" y="37358"/>
                  <a:pt x="20859" y="37101"/>
                  <a:pt x="22985" y="36734"/>
                </a:cubicBezTo>
                <a:cubicBezTo>
                  <a:pt x="25258" y="36368"/>
                  <a:pt x="27494" y="36001"/>
                  <a:pt x="29767" y="35671"/>
                </a:cubicBezTo>
                <a:cubicBezTo>
                  <a:pt x="32040" y="35305"/>
                  <a:pt x="34349" y="35011"/>
                  <a:pt x="36659" y="34828"/>
                </a:cubicBezTo>
                <a:cubicBezTo>
                  <a:pt x="38461" y="34675"/>
                  <a:pt x="40264" y="34599"/>
                  <a:pt x="42087" y="34599"/>
                </a:cubicBezTo>
                <a:close/>
                <a:moveTo>
                  <a:pt x="13161" y="22951"/>
                </a:moveTo>
                <a:lnTo>
                  <a:pt x="13161" y="22951"/>
                </a:lnTo>
                <a:cubicBezTo>
                  <a:pt x="12904" y="25407"/>
                  <a:pt x="12428" y="27827"/>
                  <a:pt x="11805" y="30209"/>
                </a:cubicBezTo>
                <a:cubicBezTo>
                  <a:pt x="11072" y="32959"/>
                  <a:pt x="10192" y="35708"/>
                  <a:pt x="9275" y="38421"/>
                </a:cubicBezTo>
                <a:cubicBezTo>
                  <a:pt x="8835" y="39850"/>
                  <a:pt x="8286" y="41243"/>
                  <a:pt x="7626" y="42563"/>
                </a:cubicBezTo>
                <a:cubicBezTo>
                  <a:pt x="8286" y="39997"/>
                  <a:pt x="8945" y="37468"/>
                  <a:pt x="9679" y="34902"/>
                </a:cubicBezTo>
                <a:cubicBezTo>
                  <a:pt x="10448" y="32079"/>
                  <a:pt x="11255" y="29293"/>
                  <a:pt x="12061" y="26507"/>
                </a:cubicBezTo>
                <a:cubicBezTo>
                  <a:pt x="12428" y="25297"/>
                  <a:pt x="12795" y="24124"/>
                  <a:pt x="13161" y="22951"/>
                </a:cubicBezTo>
                <a:close/>
                <a:moveTo>
                  <a:pt x="37795" y="37174"/>
                </a:moveTo>
                <a:cubicBezTo>
                  <a:pt x="34130" y="37981"/>
                  <a:pt x="30464" y="38714"/>
                  <a:pt x="26798" y="39447"/>
                </a:cubicBezTo>
                <a:cubicBezTo>
                  <a:pt x="22692" y="40254"/>
                  <a:pt x="18623" y="40987"/>
                  <a:pt x="14517" y="41683"/>
                </a:cubicBezTo>
                <a:cubicBezTo>
                  <a:pt x="12465" y="42013"/>
                  <a:pt x="10375" y="42343"/>
                  <a:pt x="8359" y="42673"/>
                </a:cubicBezTo>
                <a:cubicBezTo>
                  <a:pt x="10045" y="41903"/>
                  <a:pt x="11805" y="41280"/>
                  <a:pt x="13601" y="40877"/>
                </a:cubicBezTo>
                <a:lnTo>
                  <a:pt x="13564" y="40877"/>
                </a:lnTo>
                <a:cubicBezTo>
                  <a:pt x="15544" y="40400"/>
                  <a:pt x="17523" y="39997"/>
                  <a:pt x="19540" y="39594"/>
                </a:cubicBezTo>
                <a:cubicBezTo>
                  <a:pt x="21592" y="39154"/>
                  <a:pt x="23645" y="38751"/>
                  <a:pt x="25735" y="38384"/>
                </a:cubicBezTo>
                <a:cubicBezTo>
                  <a:pt x="27824" y="38017"/>
                  <a:pt x="29877" y="37724"/>
                  <a:pt x="31967" y="37504"/>
                </a:cubicBezTo>
                <a:cubicBezTo>
                  <a:pt x="33910" y="37284"/>
                  <a:pt x="35852" y="37174"/>
                  <a:pt x="37795" y="37174"/>
                </a:cubicBezTo>
                <a:close/>
                <a:moveTo>
                  <a:pt x="7516" y="43003"/>
                </a:moveTo>
                <a:lnTo>
                  <a:pt x="7479" y="43076"/>
                </a:lnTo>
                <a:lnTo>
                  <a:pt x="7479" y="43003"/>
                </a:lnTo>
                <a:close/>
                <a:moveTo>
                  <a:pt x="47747" y="1"/>
                </a:moveTo>
                <a:cubicBezTo>
                  <a:pt x="47716" y="1"/>
                  <a:pt x="47684" y="12"/>
                  <a:pt x="47656" y="40"/>
                </a:cubicBezTo>
                <a:cubicBezTo>
                  <a:pt x="43991" y="3706"/>
                  <a:pt x="40435" y="7445"/>
                  <a:pt x="37026" y="11330"/>
                </a:cubicBezTo>
                <a:cubicBezTo>
                  <a:pt x="33616" y="15180"/>
                  <a:pt x="30317" y="19139"/>
                  <a:pt x="27164" y="23208"/>
                </a:cubicBezTo>
                <a:cubicBezTo>
                  <a:pt x="25368" y="25480"/>
                  <a:pt x="23645" y="27790"/>
                  <a:pt x="21959" y="30099"/>
                </a:cubicBezTo>
                <a:cubicBezTo>
                  <a:pt x="21922" y="30136"/>
                  <a:pt x="21922" y="30136"/>
                  <a:pt x="21922" y="30173"/>
                </a:cubicBezTo>
                <a:lnTo>
                  <a:pt x="21006" y="30906"/>
                </a:lnTo>
                <a:lnTo>
                  <a:pt x="20346" y="31419"/>
                </a:lnTo>
                <a:lnTo>
                  <a:pt x="20969" y="29843"/>
                </a:lnTo>
                <a:cubicBezTo>
                  <a:pt x="21482" y="29036"/>
                  <a:pt x="21959" y="28230"/>
                  <a:pt x="22472" y="27423"/>
                </a:cubicBezTo>
                <a:cubicBezTo>
                  <a:pt x="23682" y="25444"/>
                  <a:pt x="24892" y="23464"/>
                  <a:pt x="26065" y="21485"/>
                </a:cubicBezTo>
                <a:cubicBezTo>
                  <a:pt x="27201" y="19505"/>
                  <a:pt x="28374" y="17489"/>
                  <a:pt x="29511" y="15473"/>
                </a:cubicBezTo>
                <a:cubicBezTo>
                  <a:pt x="30647" y="13493"/>
                  <a:pt x="31747" y="11477"/>
                  <a:pt x="32847" y="9461"/>
                </a:cubicBezTo>
                <a:cubicBezTo>
                  <a:pt x="33946" y="7445"/>
                  <a:pt x="35009" y="5392"/>
                  <a:pt x="36109" y="3339"/>
                </a:cubicBezTo>
                <a:lnTo>
                  <a:pt x="36512" y="2569"/>
                </a:lnTo>
                <a:cubicBezTo>
                  <a:pt x="36567" y="2487"/>
                  <a:pt x="36478" y="2384"/>
                  <a:pt x="36383" y="2384"/>
                </a:cubicBezTo>
                <a:cubicBezTo>
                  <a:pt x="36352" y="2384"/>
                  <a:pt x="36320" y="2395"/>
                  <a:pt x="36292" y="2423"/>
                </a:cubicBezTo>
                <a:cubicBezTo>
                  <a:pt x="34716" y="3962"/>
                  <a:pt x="33250" y="5612"/>
                  <a:pt x="31893" y="7371"/>
                </a:cubicBezTo>
                <a:cubicBezTo>
                  <a:pt x="30574" y="9131"/>
                  <a:pt x="29327" y="10964"/>
                  <a:pt x="28228" y="12870"/>
                </a:cubicBezTo>
                <a:cubicBezTo>
                  <a:pt x="27128" y="14813"/>
                  <a:pt x="26101" y="16792"/>
                  <a:pt x="25185" y="18809"/>
                </a:cubicBezTo>
                <a:cubicBezTo>
                  <a:pt x="24232" y="20825"/>
                  <a:pt x="23352" y="22878"/>
                  <a:pt x="22509" y="24967"/>
                </a:cubicBezTo>
                <a:cubicBezTo>
                  <a:pt x="21776" y="26763"/>
                  <a:pt x="21116" y="28596"/>
                  <a:pt x="20419" y="30393"/>
                </a:cubicBezTo>
                <a:lnTo>
                  <a:pt x="19246" y="32299"/>
                </a:lnTo>
                <a:lnTo>
                  <a:pt x="17963" y="33362"/>
                </a:lnTo>
                <a:lnTo>
                  <a:pt x="17890" y="33399"/>
                </a:lnTo>
                <a:cubicBezTo>
                  <a:pt x="17853" y="33399"/>
                  <a:pt x="17853" y="33435"/>
                  <a:pt x="17853" y="33472"/>
                </a:cubicBezTo>
                <a:cubicBezTo>
                  <a:pt x="16864" y="34315"/>
                  <a:pt x="15874" y="35158"/>
                  <a:pt x="14921" y="36038"/>
                </a:cubicBezTo>
                <a:cubicBezTo>
                  <a:pt x="16827" y="33215"/>
                  <a:pt x="18550" y="30319"/>
                  <a:pt x="20053" y="27277"/>
                </a:cubicBezTo>
                <a:cubicBezTo>
                  <a:pt x="21666" y="24051"/>
                  <a:pt x="23022" y="20715"/>
                  <a:pt x="24122" y="17306"/>
                </a:cubicBezTo>
                <a:cubicBezTo>
                  <a:pt x="24672" y="15546"/>
                  <a:pt x="25185" y="13750"/>
                  <a:pt x="25625" y="11917"/>
                </a:cubicBezTo>
                <a:cubicBezTo>
                  <a:pt x="25662" y="11770"/>
                  <a:pt x="25698" y="11587"/>
                  <a:pt x="25735" y="11404"/>
                </a:cubicBezTo>
                <a:cubicBezTo>
                  <a:pt x="25757" y="11294"/>
                  <a:pt x="25674" y="11224"/>
                  <a:pt x="25589" y="11224"/>
                </a:cubicBezTo>
                <a:cubicBezTo>
                  <a:pt x="25531" y="11224"/>
                  <a:pt x="25471" y="11256"/>
                  <a:pt x="25442" y="11330"/>
                </a:cubicBezTo>
                <a:cubicBezTo>
                  <a:pt x="25405" y="11514"/>
                  <a:pt x="25368" y="11697"/>
                  <a:pt x="25332" y="11880"/>
                </a:cubicBezTo>
                <a:cubicBezTo>
                  <a:pt x="25112" y="12577"/>
                  <a:pt x="24855" y="13273"/>
                  <a:pt x="24525" y="13933"/>
                </a:cubicBezTo>
                <a:cubicBezTo>
                  <a:pt x="24159" y="14740"/>
                  <a:pt x="23755" y="15546"/>
                  <a:pt x="23352" y="16316"/>
                </a:cubicBezTo>
                <a:cubicBezTo>
                  <a:pt x="22546" y="17929"/>
                  <a:pt x="21739" y="19542"/>
                  <a:pt x="20896" y="21118"/>
                </a:cubicBezTo>
                <a:cubicBezTo>
                  <a:pt x="19283" y="24307"/>
                  <a:pt x="17670" y="27497"/>
                  <a:pt x="16277" y="30796"/>
                </a:cubicBezTo>
                <a:cubicBezTo>
                  <a:pt x="15507" y="32665"/>
                  <a:pt x="14847" y="34535"/>
                  <a:pt x="14297" y="36478"/>
                </a:cubicBezTo>
                <a:cubicBezTo>
                  <a:pt x="14297" y="36514"/>
                  <a:pt x="14297" y="36551"/>
                  <a:pt x="14297" y="36588"/>
                </a:cubicBezTo>
                <a:cubicBezTo>
                  <a:pt x="13271" y="37504"/>
                  <a:pt x="12281" y="38421"/>
                  <a:pt x="11292" y="39337"/>
                </a:cubicBezTo>
                <a:lnTo>
                  <a:pt x="11255" y="39337"/>
                </a:lnTo>
                <a:lnTo>
                  <a:pt x="11328" y="39190"/>
                </a:lnTo>
                <a:cubicBezTo>
                  <a:pt x="12171" y="38054"/>
                  <a:pt x="12941" y="36881"/>
                  <a:pt x="13601" y="35635"/>
                </a:cubicBezTo>
                <a:cubicBezTo>
                  <a:pt x="14334" y="34242"/>
                  <a:pt x="15031" y="32812"/>
                  <a:pt x="15581" y="31309"/>
                </a:cubicBezTo>
                <a:cubicBezTo>
                  <a:pt x="16167" y="29843"/>
                  <a:pt x="16680" y="28340"/>
                  <a:pt x="17157" y="26800"/>
                </a:cubicBezTo>
                <a:cubicBezTo>
                  <a:pt x="17633" y="25297"/>
                  <a:pt x="18037" y="23721"/>
                  <a:pt x="18403" y="22145"/>
                </a:cubicBezTo>
                <a:cubicBezTo>
                  <a:pt x="18770" y="20568"/>
                  <a:pt x="19100" y="19029"/>
                  <a:pt x="19393" y="17452"/>
                </a:cubicBezTo>
                <a:lnTo>
                  <a:pt x="19503" y="16866"/>
                </a:lnTo>
                <a:cubicBezTo>
                  <a:pt x="19527" y="16768"/>
                  <a:pt x="19438" y="16687"/>
                  <a:pt x="19354" y="16687"/>
                </a:cubicBezTo>
                <a:cubicBezTo>
                  <a:pt x="19312" y="16687"/>
                  <a:pt x="19271" y="16707"/>
                  <a:pt x="19246" y="16756"/>
                </a:cubicBezTo>
                <a:cubicBezTo>
                  <a:pt x="18550" y="18112"/>
                  <a:pt x="17890" y="19505"/>
                  <a:pt x="17377" y="20935"/>
                </a:cubicBezTo>
                <a:cubicBezTo>
                  <a:pt x="16827" y="22401"/>
                  <a:pt x="16314" y="23831"/>
                  <a:pt x="15837" y="25297"/>
                </a:cubicBezTo>
                <a:cubicBezTo>
                  <a:pt x="15287" y="26837"/>
                  <a:pt x="14774" y="28413"/>
                  <a:pt x="14224" y="29916"/>
                </a:cubicBezTo>
                <a:lnTo>
                  <a:pt x="12648" y="34572"/>
                </a:lnTo>
                <a:lnTo>
                  <a:pt x="11035" y="39227"/>
                </a:lnTo>
                <a:lnTo>
                  <a:pt x="10962" y="39447"/>
                </a:lnTo>
                <a:cubicBezTo>
                  <a:pt x="10925" y="39447"/>
                  <a:pt x="10925" y="39484"/>
                  <a:pt x="10925" y="39557"/>
                </a:cubicBezTo>
                <a:cubicBezTo>
                  <a:pt x="10925" y="39630"/>
                  <a:pt x="10888" y="39704"/>
                  <a:pt x="10852" y="39814"/>
                </a:cubicBezTo>
                <a:cubicBezTo>
                  <a:pt x="10192" y="40400"/>
                  <a:pt x="9569" y="41023"/>
                  <a:pt x="8909" y="41647"/>
                </a:cubicBezTo>
                <a:cubicBezTo>
                  <a:pt x="8542" y="42013"/>
                  <a:pt x="8176" y="42380"/>
                  <a:pt x="7846" y="42746"/>
                </a:cubicBezTo>
                <a:cubicBezTo>
                  <a:pt x="9092" y="40254"/>
                  <a:pt x="9862" y="37578"/>
                  <a:pt x="10705" y="34938"/>
                </a:cubicBezTo>
                <a:cubicBezTo>
                  <a:pt x="11621" y="32189"/>
                  <a:pt x="12355" y="29366"/>
                  <a:pt x="12941" y="26543"/>
                </a:cubicBezTo>
                <a:cubicBezTo>
                  <a:pt x="13271" y="24931"/>
                  <a:pt x="13454" y="23318"/>
                  <a:pt x="13564" y="21705"/>
                </a:cubicBezTo>
                <a:cubicBezTo>
                  <a:pt x="13564" y="21622"/>
                  <a:pt x="13495" y="21575"/>
                  <a:pt x="13421" y="21575"/>
                </a:cubicBezTo>
                <a:cubicBezTo>
                  <a:pt x="13364" y="21575"/>
                  <a:pt x="13303" y="21604"/>
                  <a:pt x="13271" y="21668"/>
                </a:cubicBezTo>
                <a:cubicBezTo>
                  <a:pt x="12428" y="24454"/>
                  <a:pt x="11585" y="27277"/>
                  <a:pt x="10778" y="30063"/>
                </a:cubicBezTo>
                <a:cubicBezTo>
                  <a:pt x="9972" y="32885"/>
                  <a:pt x="9165" y="35708"/>
                  <a:pt x="8396" y="38531"/>
                </a:cubicBezTo>
                <a:cubicBezTo>
                  <a:pt x="7956" y="40107"/>
                  <a:pt x="7552" y="41683"/>
                  <a:pt x="7149" y="43296"/>
                </a:cubicBezTo>
                <a:cubicBezTo>
                  <a:pt x="7113" y="43333"/>
                  <a:pt x="7113" y="43369"/>
                  <a:pt x="7149" y="43406"/>
                </a:cubicBezTo>
                <a:cubicBezTo>
                  <a:pt x="4656" y="45899"/>
                  <a:pt x="2310" y="48465"/>
                  <a:pt x="1" y="51068"/>
                </a:cubicBezTo>
                <a:lnTo>
                  <a:pt x="1" y="51251"/>
                </a:lnTo>
                <a:cubicBezTo>
                  <a:pt x="2384" y="48575"/>
                  <a:pt x="4803" y="45972"/>
                  <a:pt x="7332" y="43443"/>
                </a:cubicBezTo>
                <a:lnTo>
                  <a:pt x="7332" y="43406"/>
                </a:lnTo>
                <a:cubicBezTo>
                  <a:pt x="7406" y="43333"/>
                  <a:pt x="7479" y="43296"/>
                  <a:pt x="7552" y="43223"/>
                </a:cubicBezTo>
                <a:lnTo>
                  <a:pt x="7736" y="43003"/>
                </a:lnTo>
                <a:cubicBezTo>
                  <a:pt x="11805" y="42416"/>
                  <a:pt x="15837" y="41720"/>
                  <a:pt x="19870" y="40987"/>
                </a:cubicBezTo>
                <a:cubicBezTo>
                  <a:pt x="23939" y="40290"/>
                  <a:pt x="28081" y="39484"/>
                  <a:pt x="32150" y="38641"/>
                </a:cubicBezTo>
                <a:cubicBezTo>
                  <a:pt x="34423" y="38164"/>
                  <a:pt x="36732" y="37651"/>
                  <a:pt x="39005" y="37174"/>
                </a:cubicBezTo>
                <a:cubicBezTo>
                  <a:pt x="39152" y="37101"/>
                  <a:pt x="39115" y="36918"/>
                  <a:pt x="38968" y="36881"/>
                </a:cubicBezTo>
                <a:cubicBezTo>
                  <a:pt x="36879" y="36881"/>
                  <a:pt x="34753" y="36954"/>
                  <a:pt x="32663" y="37138"/>
                </a:cubicBezTo>
                <a:cubicBezTo>
                  <a:pt x="30574" y="37358"/>
                  <a:pt x="28484" y="37614"/>
                  <a:pt x="26395" y="37981"/>
                </a:cubicBezTo>
                <a:cubicBezTo>
                  <a:pt x="24342" y="38347"/>
                  <a:pt x="22252" y="38751"/>
                  <a:pt x="20163" y="39154"/>
                </a:cubicBezTo>
                <a:cubicBezTo>
                  <a:pt x="18110" y="39594"/>
                  <a:pt x="16130" y="39997"/>
                  <a:pt x="14114" y="40474"/>
                </a:cubicBezTo>
                <a:cubicBezTo>
                  <a:pt x="12208" y="40877"/>
                  <a:pt x="10338" y="41500"/>
                  <a:pt x="8542" y="42306"/>
                </a:cubicBezTo>
                <a:cubicBezTo>
                  <a:pt x="8469" y="42343"/>
                  <a:pt x="8359" y="42416"/>
                  <a:pt x="8286" y="42453"/>
                </a:cubicBezTo>
                <a:cubicBezTo>
                  <a:pt x="9129" y="41610"/>
                  <a:pt x="10008" y="40767"/>
                  <a:pt x="10888" y="39924"/>
                </a:cubicBezTo>
                <a:cubicBezTo>
                  <a:pt x="10908" y="39933"/>
                  <a:pt x="10928" y="39938"/>
                  <a:pt x="10947" y="39938"/>
                </a:cubicBezTo>
                <a:cubicBezTo>
                  <a:pt x="10998" y="39938"/>
                  <a:pt x="11045" y="39904"/>
                  <a:pt x="11072" y="39850"/>
                </a:cubicBezTo>
                <a:cubicBezTo>
                  <a:pt x="11072" y="39814"/>
                  <a:pt x="11072" y="39777"/>
                  <a:pt x="11108" y="39740"/>
                </a:cubicBezTo>
                <a:lnTo>
                  <a:pt x="11365" y="39594"/>
                </a:lnTo>
                <a:cubicBezTo>
                  <a:pt x="13418" y="39374"/>
                  <a:pt x="15471" y="39154"/>
                  <a:pt x="17560" y="38897"/>
                </a:cubicBezTo>
                <a:cubicBezTo>
                  <a:pt x="19723" y="38641"/>
                  <a:pt x="21886" y="38384"/>
                  <a:pt x="24049" y="38091"/>
                </a:cubicBezTo>
                <a:cubicBezTo>
                  <a:pt x="26175" y="37797"/>
                  <a:pt x="28374" y="37468"/>
                  <a:pt x="30574" y="37138"/>
                </a:cubicBezTo>
                <a:cubicBezTo>
                  <a:pt x="32737" y="36771"/>
                  <a:pt x="34863" y="36404"/>
                  <a:pt x="37026" y="36038"/>
                </a:cubicBezTo>
                <a:cubicBezTo>
                  <a:pt x="39188" y="35635"/>
                  <a:pt x="41351" y="35231"/>
                  <a:pt x="43514" y="34792"/>
                </a:cubicBezTo>
                <a:lnTo>
                  <a:pt x="44320" y="34645"/>
                </a:lnTo>
                <a:cubicBezTo>
                  <a:pt x="44467" y="34608"/>
                  <a:pt x="44430" y="34388"/>
                  <a:pt x="44284" y="34352"/>
                </a:cubicBezTo>
                <a:cubicBezTo>
                  <a:pt x="43418" y="34310"/>
                  <a:pt x="42552" y="34290"/>
                  <a:pt x="41688" y="34290"/>
                </a:cubicBezTo>
                <a:cubicBezTo>
                  <a:pt x="40247" y="34290"/>
                  <a:pt x="38813" y="34347"/>
                  <a:pt x="37392" y="34462"/>
                </a:cubicBezTo>
                <a:cubicBezTo>
                  <a:pt x="35083" y="34645"/>
                  <a:pt x="32810" y="34938"/>
                  <a:pt x="30500" y="35231"/>
                </a:cubicBezTo>
                <a:cubicBezTo>
                  <a:pt x="28228" y="35561"/>
                  <a:pt x="25918" y="35965"/>
                  <a:pt x="23645" y="36331"/>
                </a:cubicBezTo>
                <a:cubicBezTo>
                  <a:pt x="22509" y="36551"/>
                  <a:pt x="21373" y="36734"/>
                  <a:pt x="20236" y="36918"/>
                </a:cubicBezTo>
                <a:cubicBezTo>
                  <a:pt x="19210" y="37064"/>
                  <a:pt x="18220" y="37211"/>
                  <a:pt x="17193" y="37394"/>
                </a:cubicBezTo>
                <a:cubicBezTo>
                  <a:pt x="15214" y="37724"/>
                  <a:pt x="13344" y="38347"/>
                  <a:pt x="11585" y="39300"/>
                </a:cubicBezTo>
                <a:cubicBezTo>
                  <a:pt x="12428" y="38494"/>
                  <a:pt x="13308" y="37688"/>
                  <a:pt x="14188" y="36881"/>
                </a:cubicBezTo>
                <a:cubicBezTo>
                  <a:pt x="14407" y="36771"/>
                  <a:pt x="14591" y="36624"/>
                  <a:pt x="14811" y="36478"/>
                </a:cubicBezTo>
                <a:cubicBezTo>
                  <a:pt x="16644" y="35855"/>
                  <a:pt x="18586" y="35415"/>
                  <a:pt x="20529" y="35195"/>
                </a:cubicBezTo>
                <a:cubicBezTo>
                  <a:pt x="22692" y="34865"/>
                  <a:pt x="24855" y="34608"/>
                  <a:pt x="26981" y="34278"/>
                </a:cubicBezTo>
                <a:cubicBezTo>
                  <a:pt x="29144" y="33948"/>
                  <a:pt x="31380" y="33582"/>
                  <a:pt x="33543" y="33215"/>
                </a:cubicBezTo>
                <a:cubicBezTo>
                  <a:pt x="35742" y="32812"/>
                  <a:pt x="37905" y="32409"/>
                  <a:pt x="40105" y="32006"/>
                </a:cubicBezTo>
                <a:cubicBezTo>
                  <a:pt x="42268" y="31566"/>
                  <a:pt x="44430" y="31089"/>
                  <a:pt x="46593" y="30613"/>
                </a:cubicBezTo>
                <a:lnTo>
                  <a:pt x="47400" y="30429"/>
                </a:lnTo>
                <a:cubicBezTo>
                  <a:pt x="47546" y="30393"/>
                  <a:pt x="47510" y="30209"/>
                  <a:pt x="47363" y="30173"/>
                </a:cubicBezTo>
                <a:cubicBezTo>
                  <a:pt x="44980" y="30319"/>
                  <a:pt x="42634" y="30503"/>
                  <a:pt x="40288" y="30722"/>
                </a:cubicBezTo>
                <a:cubicBezTo>
                  <a:pt x="37905" y="30979"/>
                  <a:pt x="35559" y="31236"/>
                  <a:pt x="33250" y="31529"/>
                </a:cubicBezTo>
                <a:cubicBezTo>
                  <a:pt x="30904" y="31859"/>
                  <a:pt x="28558" y="32225"/>
                  <a:pt x="26211" y="32629"/>
                </a:cubicBezTo>
                <a:cubicBezTo>
                  <a:pt x="24159" y="32959"/>
                  <a:pt x="22106" y="33399"/>
                  <a:pt x="20089" y="33948"/>
                </a:cubicBezTo>
                <a:cubicBezTo>
                  <a:pt x="18403" y="34425"/>
                  <a:pt x="16790" y="35158"/>
                  <a:pt x="15287" y="36111"/>
                </a:cubicBezTo>
                <a:lnTo>
                  <a:pt x="15141" y="36148"/>
                </a:lnTo>
                <a:cubicBezTo>
                  <a:pt x="16057" y="35305"/>
                  <a:pt x="17047" y="34462"/>
                  <a:pt x="18000" y="33655"/>
                </a:cubicBezTo>
                <a:lnTo>
                  <a:pt x="18037" y="33655"/>
                </a:lnTo>
                <a:cubicBezTo>
                  <a:pt x="18880" y="33289"/>
                  <a:pt x="19760" y="33032"/>
                  <a:pt x="20639" y="32849"/>
                </a:cubicBezTo>
                <a:cubicBezTo>
                  <a:pt x="21519" y="32665"/>
                  <a:pt x="22436" y="32482"/>
                  <a:pt x="23315" y="32335"/>
                </a:cubicBezTo>
                <a:cubicBezTo>
                  <a:pt x="25185" y="32006"/>
                  <a:pt x="27055" y="31639"/>
                  <a:pt x="28887" y="31272"/>
                </a:cubicBezTo>
                <a:cubicBezTo>
                  <a:pt x="30757" y="30869"/>
                  <a:pt x="32590" y="30466"/>
                  <a:pt x="34459" y="30026"/>
                </a:cubicBezTo>
                <a:cubicBezTo>
                  <a:pt x="36292" y="29586"/>
                  <a:pt x="38125" y="29146"/>
                  <a:pt x="39995" y="28633"/>
                </a:cubicBezTo>
                <a:cubicBezTo>
                  <a:pt x="41828" y="28156"/>
                  <a:pt x="43661" y="27680"/>
                  <a:pt x="45494" y="27130"/>
                </a:cubicBezTo>
                <a:lnTo>
                  <a:pt x="46190" y="26947"/>
                </a:lnTo>
                <a:cubicBezTo>
                  <a:pt x="46327" y="26912"/>
                  <a:pt x="46304" y="26687"/>
                  <a:pt x="46181" y="26687"/>
                </a:cubicBezTo>
                <a:cubicBezTo>
                  <a:pt x="46172" y="26687"/>
                  <a:pt x="46163" y="26688"/>
                  <a:pt x="46153" y="26690"/>
                </a:cubicBezTo>
                <a:cubicBezTo>
                  <a:pt x="44247" y="26763"/>
                  <a:pt x="42341" y="26983"/>
                  <a:pt x="40435" y="27240"/>
                </a:cubicBezTo>
                <a:cubicBezTo>
                  <a:pt x="38565" y="27497"/>
                  <a:pt x="36622" y="27827"/>
                  <a:pt x="34753" y="28156"/>
                </a:cubicBezTo>
                <a:cubicBezTo>
                  <a:pt x="32847" y="28486"/>
                  <a:pt x="31050" y="28816"/>
                  <a:pt x="29181" y="29183"/>
                </a:cubicBezTo>
                <a:cubicBezTo>
                  <a:pt x="27384" y="29549"/>
                  <a:pt x="25588" y="29989"/>
                  <a:pt x="23829" y="30539"/>
                </a:cubicBezTo>
                <a:cubicBezTo>
                  <a:pt x="22949" y="30832"/>
                  <a:pt x="22106" y="31126"/>
                  <a:pt x="21263" y="31492"/>
                </a:cubicBezTo>
                <a:cubicBezTo>
                  <a:pt x="20896" y="31639"/>
                  <a:pt x="20493" y="31822"/>
                  <a:pt x="20126" y="32006"/>
                </a:cubicBezTo>
                <a:cubicBezTo>
                  <a:pt x="20163" y="31969"/>
                  <a:pt x="20199" y="31896"/>
                  <a:pt x="20199" y="31822"/>
                </a:cubicBezTo>
                <a:cubicBezTo>
                  <a:pt x="20859" y="31309"/>
                  <a:pt x="21482" y="30796"/>
                  <a:pt x="22142" y="30283"/>
                </a:cubicBezTo>
                <a:lnTo>
                  <a:pt x="22692" y="29953"/>
                </a:lnTo>
                <a:cubicBezTo>
                  <a:pt x="22711" y="29989"/>
                  <a:pt x="22738" y="30008"/>
                  <a:pt x="22766" y="30008"/>
                </a:cubicBezTo>
                <a:cubicBezTo>
                  <a:pt x="22793" y="30008"/>
                  <a:pt x="22821" y="29989"/>
                  <a:pt x="22839" y="29953"/>
                </a:cubicBezTo>
                <a:lnTo>
                  <a:pt x="22985" y="29806"/>
                </a:lnTo>
                <a:cubicBezTo>
                  <a:pt x="28044" y="27020"/>
                  <a:pt x="33030" y="24161"/>
                  <a:pt x="38015" y="21301"/>
                </a:cubicBezTo>
                <a:cubicBezTo>
                  <a:pt x="43294" y="18222"/>
                  <a:pt x="48500" y="15070"/>
                  <a:pt x="53705" y="11844"/>
                </a:cubicBezTo>
                <a:cubicBezTo>
                  <a:pt x="56638" y="10047"/>
                  <a:pt x="59534" y="8215"/>
                  <a:pt x="62430" y="6382"/>
                </a:cubicBezTo>
                <a:cubicBezTo>
                  <a:pt x="62526" y="6317"/>
                  <a:pt x="62482" y="6112"/>
                  <a:pt x="62370" y="6112"/>
                </a:cubicBezTo>
                <a:cubicBezTo>
                  <a:pt x="62355" y="6112"/>
                  <a:pt x="62338" y="6116"/>
                  <a:pt x="62320" y="6125"/>
                </a:cubicBezTo>
                <a:lnTo>
                  <a:pt x="62283" y="6125"/>
                </a:lnTo>
                <a:cubicBezTo>
                  <a:pt x="57334" y="8215"/>
                  <a:pt x="52532" y="10524"/>
                  <a:pt x="47803" y="13053"/>
                </a:cubicBezTo>
                <a:cubicBezTo>
                  <a:pt x="43074" y="15583"/>
                  <a:pt x="38455" y="18332"/>
                  <a:pt x="33910" y="21375"/>
                </a:cubicBezTo>
                <a:cubicBezTo>
                  <a:pt x="30794" y="23464"/>
                  <a:pt x="27751" y="25627"/>
                  <a:pt x="24745" y="27936"/>
                </a:cubicBezTo>
                <a:cubicBezTo>
                  <a:pt x="27604" y="24931"/>
                  <a:pt x="30390" y="21888"/>
                  <a:pt x="33103" y="18772"/>
                </a:cubicBezTo>
                <a:cubicBezTo>
                  <a:pt x="36439" y="14923"/>
                  <a:pt x="39665" y="11001"/>
                  <a:pt x="42781" y="7005"/>
                </a:cubicBezTo>
                <a:cubicBezTo>
                  <a:pt x="44504" y="4769"/>
                  <a:pt x="46190" y="2496"/>
                  <a:pt x="47876" y="186"/>
                </a:cubicBezTo>
                <a:cubicBezTo>
                  <a:pt x="47931" y="104"/>
                  <a:pt x="47842" y="1"/>
                  <a:pt x="47747" y="1"/>
                </a:cubicBezTo>
                <a:close/>
              </a:path>
            </a:pathLst>
          </a:custGeom>
          <a:solidFill>
            <a:schemeClr val="lt1"/>
          </a:solidFill>
          <a:ln w="9525">
            <a:solidFill>
              <a:srgbClr val="FFFCEC"/>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0" name="PlaceHolder 1"/>
          <p:cNvSpPr>
            <a:spLocks noGrp="1"/>
          </p:cNvSpPr>
          <p:nvPr>
            <p:ph type="subTitle"/>
          </p:nvPr>
        </p:nvSpPr>
        <p:spPr>
          <a:xfrm>
            <a:off x="846593" y="1925400"/>
            <a:ext cx="7441093" cy="2874480"/>
          </a:xfrm>
          <a:prstGeom prst="rect">
            <a:avLst/>
          </a:prstGeom>
          <a:noFill/>
          <a:ln w="0">
            <a:noFill/>
          </a:ln>
        </p:spPr>
        <p:txBody>
          <a:bodyPr lIns="91440" tIns="91440" rIns="91440" bIns="91440" anchor="t">
            <a:noAutofit/>
          </a:bodyPr>
          <a:lstStyle/>
          <a:p>
            <a:pPr algn="ctr">
              <a:lnSpc>
                <a:spcPct val="150000"/>
              </a:lnSpc>
              <a:tabLst>
                <a:tab pos="0" algn="l"/>
              </a:tabLst>
            </a:pPr>
            <a:r>
              <a:rPr lang="en-GB" sz="1600" b="0" u="none" strike="noStrike" dirty="0">
                <a:solidFill>
                  <a:schemeClr val="dk1"/>
                </a:solidFill>
                <a:effectLst/>
                <a:uFillTx/>
                <a:latin typeface="Voces"/>
                <a:ea typeface="Voces"/>
              </a:rPr>
              <a:t>This presentation covered the design, architecture, and security of a smart greenhouse IoT system. It explained why automation is needed in agriculture, how sensors and actuators work together, and what security risks exist in connected environments. The main focus was on security, including authentication, brute force protection, and fail-safe design. A working simulation was demonstrated, along with practical security measures that can be applied to real greenhouses. The project shows that with proper planning, a smart greenhouse can be both efficient and secure.</a:t>
            </a:r>
            <a:endParaRPr lang="en-US" sz="1600" b="0" u="none" strike="noStrike" dirty="0">
              <a:solidFill>
                <a:srgbClr val="FFFFFF"/>
              </a:solidFill>
              <a:effectLst/>
              <a:uFillTx/>
              <a:latin typeface="OpenSymbol"/>
            </a:endParaRPr>
          </a:p>
        </p:txBody>
      </p:sp>
      <p:sp>
        <p:nvSpPr>
          <p:cNvPr id="2301" name="PlaceHolder 2"/>
          <p:cNvSpPr>
            <a:spLocks noGrp="1"/>
          </p:cNvSpPr>
          <p:nvPr>
            <p:ph type="title"/>
          </p:nvPr>
        </p:nvSpPr>
        <p:spPr>
          <a:xfrm>
            <a:off x="704879" y="476194"/>
            <a:ext cx="7724520" cy="866520"/>
          </a:xfrm>
          <a:prstGeom prst="rect">
            <a:avLst/>
          </a:prstGeom>
          <a:noFill/>
          <a:ln w="0">
            <a:noFill/>
          </a:ln>
        </p:spPr>
        <p:txBody>
          <a:bodyPr lIns="91440" tIns="91440" rIns="91440" bIns="91440" anchor="b">
            <a:normAutofit fontScale="90000"/>
          </a:bodyPr>
          <a:lstStyle/>
          <a:p>
            <a:pPr indent="0" algn="ctr">
              <a:lnSpc>
                <a:spcPct val="100000"/>
              </a:lnSpc>
              <a:buNone/>
              <a:tabLst>
                <a:tab pos="0" algn="l"/>
              </a:tabLst>
            </a:pPr>
            <a:r>
              <a:rPr lang="en-US" sz="4500" b="0" u="none" strike="noStrike" dirty="0">
                <a:solidFill>
                  <a:schemeClr val="lt1"/>
                </a:solidFill>
                <a:effectLst/>
                <a:uFillTx/>
                <a:latin typeface="Calistoga"/>
                <a:ea typeface="Calistoga"/>
              </a:rPr>
              <a:t>Conclusion</a:t>
            </a:r>
            <a:endParaRPr lang="fr-FR" sz="4500" b="0" u="none" strike="noStrike" dirty="0">
              <a:solidFill>
                <a:schemeClr val="dk1"/>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9917C"/>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7E0334-AB00-4AC8-88C9-3C5903F2E2ED}"/>
              </a:ext>
            </a:extLst>
          </p:cNvPr>
          <p:cNvPicPr>
            <a:picLocks noChangeAspect="1"/>
          </p:cNvPicPr>
          <p:nvPr/>
        </p:nvPicPr>
        <p:blipFill>
          <a:blip r:embed="rId2"/>
          <a:stretch>
            <a:fillRect/>
          </a:stretch>
        </p:blipFill>
        <p:spPr>
          <a:xfrm>
            <a:off x="1998882" y="1663465"/>
            <a:ext cx="5146235" cy="2340707"/>
          </a:xfrm>
          <a:prstGeom prst="rect">
            <a:avLst/>
          </a:prstGeom>
        </p:spPr>
      </p:pic>
    </p:spTree>
  </p:cSld>
  <p:clrMapOvr>
    <a:masterClrMapping/>
  </p:clrMapOvr>
</p:sld>
</file>

<file path=ppt/theme/theme1.xml><?xml version="1.0" encoding="utf-8"?>
<a:theme xmlns:a="http://schemas.openxmlformats.org/drawingml/2006/main" name=" Agricultural Technician CV by Slidesgo">
  <a:themeElements>
    <a:clrScheme name="Simple Light">
      <a:dk1>
        <a:srgbClr val="212121"/>
      </a:dk1>
      <a:lt1>
        <a:srgbClr val="FFFCEC"/>
      </a:lt1>
      <a:dk2>
        <a:srgbClr val="C9D2B7"/>
      </a:dk2>
      <a:lt2>
        <a:srgbClr val="FFFFFF"/>
      </a:lt2>
      <a:accent1>
        <a:srgbClr val="647766"/>
      </a:accent1>
      <a:accent2>
        <a:srgbClr val="79917C"/>
      </a:accent2>
      <a:accent3>
        <a:srgbClr val="343F36"/>
      </a:accent3>
      <a:accent4>
        <a:srgbClr val="3F4941"/>
      </a:accent4>
      <a:accent5>
        <a:srgbClr val="FFFFFF"/>
      </a:accent5>
      <a:accent6>
        <a:srgbClr val="FFFFFF"/>
      </a:accent6>
      <a:hlink>
        <a:srgbClr val="21212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 Agricultural Technician CV by Slidesgo">
  <a:themeElements>
    <a:clrScheme name="Simple Light">
      <a:dk1>
        <a:srgbClr val="212121"/>
      </a:dk1>
      <a:lt1>
        <a:srgbClr val="FFFCEC"/>
      </a:lt1>
      <a:dk2>
        <a:srgbClr val="C9D2B7"/>
      </a:dk2>
      <a:lt2>
        <a:srgbClr val="FFFFFF"/>
      </a:lt2>
      <a:accent1>
        <a:srgbClr val="647766"/>
      </a:accent1>
      <a:accent2>
        <a:srgbClr val="79917C"/>
      </a:accent2>
      <a:accent3>
        <a:srgbClr val="343F36"/>
      </a:accent3>
      <a:accent4>
        <a:srgbClr val="3F4941"/>
      </a:accent4>
      <a:accent5>
        <a:srgbClr val="FFFFFF"/>
      </a:accent5>
      <a:accent6>
        <a:srgbClr val="FFFFFF"/>
      </a:accent6>
      <a:hlink>
        <a:srgbClr val="21212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 Agricultural Technician CV by Slidesgo">
  <a:themeElements>
    <a:clrScheme name="Simple Light">
      <a:dk1>
        <a:srgbClr val="212121"/>
      </a:dk1>
      <a:lt1>
        <a:srgbClr val="FFFCEC"/>
      </a:lt1>
      <a:dk2>
        <a:srgbClr val="C9D2B7"/>
      </a:dk2>
      <a:lt2>
        <a:srgbClr val="FFFFFF"/>
      </a:lt2>
      <a:accent1>
        <a:srgbClr val="647766"/>
      </a:accent1>
      <a:accent2>
        <a:srgbClr val="79917C"/>
      </a:accent2>
      <a:accent3>
        <a:srgbClr val="343F36"/>
      </a:accent3>
      <a:accent4>
        <a:srgbClr val="3F4941"/>
      </a:accent4>
      <a:accent5>
        <a:srgbClr val="FFFFFF"/>
      </a:accent5>
      <a:accent6>
        <a:srgbClr val="FFFFFF"/>
      </a:accent6>
      <a:hlink>
        <a:srgbClr val="21212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5092</TotalTime>
  <Words>702</Words>
  <Application>Microsoft Office PowerPoint</Application>
  <PresentationFormat>On-screen Show (16:9)</PresentationFormat>
  <Paragraphs>89</Paragraphs>
  <Slides>14</Slides>
  <Notes>0</Notes>
  <HiddenSlides>0</HiddenSlides>
  <MMClips>1</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14</vt:i4>
      </vt:variant>
    </vt:vector>
  </HeadingPairs>
  <TitlesOfParts>
    <vt:vector size="26" baseType="lpstr">
      <vt:lpstr>Arial</vt:lpstr>
      <vt:lpstr>Calistoga</vt:lpstr>
      <vt:lpstr>OpenSymbol</vt:lpstr>
      <vt:lpstr>Symbol</vt:lpstr>
      <vt:lpstr>Voces</vt:lpstr>
      <vt:lpstr>Wingdings</vt:lpstr>
      <vt:lpstr> Agricultural Technician CV by Slidesgo</vt:lpstr>
      <vt:lpstr> Agricultural Technician CV by Slidesgo</vt:lpstr>
      <vt:lpstr> Agricultural Technician CV by Slidesgo</vt:lpstr>
      <vt:lpstr>Slidesgo Final Pages</vt:lpstr>
      <vt:lpstr>Slidesgo Final Pages</vt:lpstr>
      <vt:lpstr>Slidesgo Final Pages</vt:lpstr>
      <vt:lpstr>Smart Greenhouse</vt:lpstr>
      <vt:lpstr>Introduction</vt:lpstr>
      <vt:lpstr>Problem Statement</vt:lpstr>
      <vt:lpstr>PowerPoint Presentation</vt:lpstr>
      <vt:lpstr>PowerPoint Presentation</vt:lpstr>
      <vt:lpstr>PowerPoint Presentation</vt:lpstr>
      <vt:lpstr>PowerPoint Presentation</vt:lpstr>
      <vt:lpstr>PowerPoint Presentation</vt:lpstr>
      <vt:lpstr>Security Threats</vt:lpstr>
      <vt:lpstr>Security Measures</vt:lpstr>
      <vt:lpstr>PowerPoint Presentation</vt:lpstr>
      <vt:lpstr>PowerPoint Presentation</vt:lpstr>
      <vt:lpstr>Conclusion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Greenhouse</dc:title>
  <cp:lastModifiedBy>Haithem Tarhouni</cp:lastModifiedBy>
  <cp:revision>14</cp:revision>
  <dcterms:modified xsi:type="dcterms:W3CDTF">2026-10-15T12:52:21Z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2026-03-31T16:56:14Z</dcterms:created>
  <dc:creator>Unknown Creator</dc:creator>
  <dc:description/>
  <dc:language>en-US</dc:language>
  <cp:lastModifiedBy>Unknown Creator</cp:lastModifiedBy>
  <dcterms:modified xsi:type="dcterms:W3CDTF">2026-03-31T16:56:14Z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